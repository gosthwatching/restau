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01" r:id="rId1"/>
  </p:sldMasterIdLst>
  <p:notesMasterIdLst>
    <p:notesMasterId r:id="rId24"/>
  </p:notesMasterIdLst>
  <p:sldIdLst>
    <p:sldId id="256" r:id="rId2"/>
    <p:sldId id="257" r:id="rId3"/>
    <p:sldId id="348" r:id="rId4"/>
    <p:sldId id="349" r:id="rId5"/>
    <p:sldId id="344" r:id="rId6"/>
    <p:sldId id="342" r:id="rId7"/>
    <p:sldId id="343" r:id="rId8"/>
    <p:sldId id="258" r:id="rId9"/>
    <p:sldId id="341" r:id="rId10"/>
    <p:sldId id="259" r:id="rId11"/>
    <p:sldId id="264" r:id="rId12"/>
    <p:sldId id="265" r:id="rId13"/>
    <p:sldId id="266" r:id="rId14"/>
    <p:sldId id="354" r:id="rId15"/>
    <p:sldId id="345" r:id="rId16"/>
    <p:sldId id="352" r:id="rId17"/>
    <p:sldId id="353" r:id="rId18"/>
    <p:sldId id="351" r:id="rId19"/>
    <p:sldId id="346" r:id="rId20"/>
    <p:sldId id="347" r:id="rId21"/>
    <p:sldId id="268" r:id="rId22"/>
    <p:sldId id="315" r:id="rId23"/>
  </p:sldIdLst>
  <p:sldSz cx="9144000" cy="5143500" type="screen16x9"/>
  <p:notesSz cx="6858000" cy="9144000"/>
  <p:embeddedFontLst>
    <p:embeddedFont>
      <p:font typeface="Blinker" panose="020B0604020202020204" charset="0"/>
      <p:regular r:id="rId25"/>
      <p:bold r:id="rId26"/>
    </p:embeddedFont>
    <p:embeddedFont>
      <p:font typeface="Jura" panose="020B0604020202020204" charset="0"/>
      <p:regular r:id="rId27"/>
      <p:bold r:id="rId2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67ABE24-D9C0-4867-ABE2-101BDA2C4705}">
  <a:tblStyle styleId="{567ABE24-D9C0-4867-ABE2-101BDA2C470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069" autoAdjust="0"/>
    <p:restoredTop sz="94660"/>
  </p:normalViewPr>
  <p:slideViewPr>
    <p:cSldViewPr snapToGrid="0">
      <p:cViewPr varScale="1">
        <p:scale>
          <a:sx n="95" d="100"/>
          <a:sy n="95" d="100"/>
        </p:scale>
        <p:origin x="1011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2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1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4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3.fntdata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87" name="Google Shape;538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88" name="Google Shape;538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3" name="Google Shape;53893;g898feb88a6_0_1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94" name="Google Shape;53894;g898feb88a6_0_1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83D2ACF5-EED9-D8C0-8AC8-2D4B6F24DA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0272A5B6-C478-FA96-6C64-5F18B403968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33E9B63F-13C8-CB3B-0665-EA719BE5C6B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019913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638EF98F-3BD9-6762-D9BA-C2584327C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78E3A856-F4F0-2268-8C3B-A49E71BAD15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B91EEA94-E68A-D36C-2D1F-4556A97C277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239843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C3D94891-041C-BD1B-2CE5-9D8B0BDF65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AC7A7BF9-5476-ACC0-7C16-0ED590FAC22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99A5FAA3-915F-0ABA-7030-536C9C871D0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594432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194DB296-6A16-EB05-002D-CF01542CDC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3B4CFBCB-342F-CC4C-436D-800B7BE281C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ACEB7E58-39A4-0E8D-B8DF-0EE3B966CB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8382181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96203665-567E-E0B6-3352-194BED22E7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83EEB6EA-1CCF-9334-E0C4-02529CF1A06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FDB05132-01C4-B827-88AF-8B2FD62FE36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9919211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A936FEC0-EB40-2EB6-A036-BFB7466C56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F761DECD-145E-72E5-4AC5-BAAB2F6342B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705170DC-D126-FE63-8673-9C360840441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4655342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20" name="Google Shape;53920;g1338ddf40d4_0_22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21" name="Google Shape;53921;g1338ddf40d4_0_22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59" name="Google Shape;54859;gb346627ac1_1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60" name="Google Shape;54860;gb346627ac1_1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67" name="Google Shape;54867;g132fa7c8a02_0_41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68" name="Google Shape;54868;g132fa7c8a02_0_41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6" name="Google Shape;55296;g132fa7c8a02_0_66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97" name="Google Shape;55297;g132fa7c8a02_0_66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295">
          <a:extLst>
            <a:ext uri="{FF2B5EF4-FFF2-40B4-BE49-F238E27FC236}">
              <a16:creationId xmlns:a16="http://schemas.microsoft.com/office/drawing/2014/main" id="{9AD5475E-3B31-365C-9BA0-4522135D84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6" name="Google Shape;55296;g132fa7c8a02_0_6613:notes">
            <a:extLst>
              <a:ext uri="{FF2B5EF4-FFF2-40B4-BE49-F238E27FC236}">
                <a16:creationId xmlns:a16="http://schemas.microsoft.com/office/drawing/2014/main" id="{89CCCE68-BD03-24DD-0B18-A8CF932864C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97" name="Google Shape;55297;g132fa7c8a02_0_6613:notes">
            <a:extLst>
              <a:ext uri="{FF2B5EF4-FFF2-40B4-BE49-F238E27FC236}">
                <a16:creationId xmlns:a16="http://schemas.microsoft.com/office/drawing/2014/main" id="{86C796C2-2B8A-17D3-5489-799D729B24D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773998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295">
          <a:extLst>
            <a:ext uri="{FF2B5EF4-FFF2-40B4-BE49-F238E27FC236}">
              <a16:creationId xmlns:a16="http://schemas.microsoft.com/office/drawing/2014/main" id="{D86F9008-D505-0A0E-BAB0-C8A94FDE66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6" name="Google Shape;55296;g132fa7c8a02_0_6613:notes">
            <a:extLst>
              <a:ext uri="{FF2B5EF4-FFF2-40B4-BE49-F238E27FC236}">
                <a16:creationId xmlns:a16="http://schemas.microsoft.com/office/drawing/2014/main" id="{FBA9A4BA-11E0-F295-B7C1-1336EB54C09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97" name="Google Shape;55297;g132fa7c8a02_0_6613:notes">
            <a:extLst>
              <a:ext uri="{FF2B5EF4-FFF2-40B4-BE49-F238E27FC236}">
                <a16:creationId xmlns:a16="http://schemas.microsoft.com/office/drawing/2014/main" id="{3F02C90B-C9D2-74C5-6FD0-335ED84AC69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452646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98">
          <a:extLst>
            <a:ext uri="{FF2B5EF4-FFF2-40B4-BE49-F238E27FC236}">
              <a16:creationId xmlns:a16="http://schemas.microsoft.com/office/drawing/2014/main" id="{5D53BF03-F475-A6AD-1A69-E2C28E017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9" name="Google Shape;53899;g898feb88a6_0_118:notes">
            <a:extLst>
              <a:ext uri="{FF2B5EF4-FFF2-40B4-BE49-F238E27FC236}">
                <a16:creationId xmlns:a16="http://schemas.microsoft.com/office/drawing/2014/main" id="{12741ED6-6638-4646-B727-5364AC4D46D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00" name="Google Shape;53900;g898feb88a6_0_118:notes">
            <a:extLst>
              <a:ext uri="{FF2B5EF4-FFF2-40B4-BE49-F238E27FC236}">
                <a16:creationId xmlns:a16="http://schemas.microsoft.com/office/drawing/2014/main" id="{764B5307-290A-F1C2-7AAF-196DC5C1559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8916922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71" name="Google Shape;55771;g1338ddf40d4_0_5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772" name="Google Shape;55772;g1338ddf40d4_0_5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28" name="Google Shape;62428;gb346627ac1_1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29" name="Google Shape;62429;gb346627ac1_1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slide" Target="../slides/slide21.xml"/><Relationship Id="rId2" Type="http://schemas.openxmlformats.org/officeDocument/2006/relationships/slide" Target="../slides/slide11.xml"/><Relationship Id="rId1" Type="http://schemas.openxmlformats.org/officeDocument/2006/relationships/slideMaster" Target="../slideMasters/slideMaster1.xml"/><Relationship Id="rId4" Type="http://schemas.openxmlformats.org/officeDocument/2006/relationships/slide" Target="../slides/slide16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s://www.freepik.com/" TargetMode="Externa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63" y="5113583"/>
            <a:ext cx="26093" cy="29889"/>
          </a:xfrm>
          <a:custGeom>
            <a:avLst/>
            <a:gdLst/>
            <a:ahLst/>
            <a:cxnLst/>
            <a:rect l="l" t="t" r="r" b="b"/>
            <a:pathLst>
              <a:path w="237" h="271" extrusionOk="0">
                <a:moveTo>
                  <a:pt x="1" y="0"/>
                </a:moveTo>
                <a:lnTo>
                  <a:pt x="1" y="135"/>
                </a:lnTo>
                <a:cubicBezTo>
                  <a:pt x="41" y="182"/>
                  <a:pt x="82" y="230"/>
                  <a:pt x="122" y="270"/>
                </a:cubicBezTo>
                <a:lnTo>
                  <a:pt x="237" y="270"/>
                </a:lnTo>
                <a:cubicBezTo>
                  <a:pt x="156" y="182"/>
                  <a:pt x="75" y="95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" name="Google Shape;10;p2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1" name="Google Shape;11;p2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3" name="Google Shape;1033;p2"/>
          <p:cNvSpPr/>
          <p:nvPr/>
        </p:nvSpPr>
        <p:spPr>
          <a:xfrm>
            <a:off x="2068025" y="145725"/>
            <a:ext cx="5007900" cy="5007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4" name="Google Shape;1034;p2"/>
          <p:cNvSpPr txBox="1">
            <a:spLocks noGrp="1"/>
          </p:cNvSpPr>
          <p:nvPr>
            <p:ph type="ctrTitle"/>
          </p:nvPr>
        </p:nvSpPr>
        <p:spPr>
          <a:xfrm>
            <a:off x="2146200" y="814250"/>
            <a:ext cx="4851600" cy="175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45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sp>
        <p:nvSpPr>
          <p:cNvPr id="1035" name="Google Shape;1035;p2"/>
          <p:cNvSpPr txBox="1">
            <a:spLocks noGrp="1"/>
          </p:cNvSpPr>
          <p:nvPr>
            <p:ph type="subTitle" idx="1"/>
          </p:nvPr>
        </p:nvSpPr>
        <p:spPr>
          <a:xfrm>
            <a:off x="2146200" y="2439175"/>
            <a:ext cx="4851600" cy="59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8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1036" name="Google Shape;1036;p2"/>
          <p:cNvGrpSpPr/>
          <p:nvPr/>
        </p:nvGrpSpPr>
        <p:grpSpPr>
          <a:xfrm>
            <a:off x="1205748" y="3147450"/>
            <a:ext cx="6033840" cy="2010900"/>
            <a:chOff x="2182250" y="612700"/>
            <a:chExt cx="1215275" cy="528225"/>
          </a:xfrm>
        </p:grpSpPr>
        <p:sp>
          <p:nvSpPr>
            <p:cNvPr id="1037" name="Google Shape;1037;p2"/>
            <p:cNvSpPr/>
            <p:nvPr/>
          </p:nvSpPr>
          <p:spPr>
            <a:xfrm>
              <a:off x="2182250" y="627625"/>
              <a:ext cx="1211400" cy="513300"/>
            </a:xfrm>
            <a:custGeom>
              <a:avLst/>
              <a:gdLst/>
              <a:ahLst/>
              <a:cxnLst/>
              <a:rect l="l" t="t" r="r" b="b"/>
              <a:pathLst>
                <a:path w="48456" h="20532" extrusionOk="0">
                  <a:moveTo>
                    <a:pt x="27801" y="0"/>
                  </a:moveTo>
                  <a:cubicBezTo>
                    <a:pt x="27308" y="0"/>
                    <a:pt x="26808" y="63"/>
                    <a:pt x="26352" y="215"/>
                  </a:cubicBezTo>
                  <a:cubicBezTo>
                    <a:pt x="25573" y="475"/>
                    <a:pt x="24924" y="475"/>
                    <a:pt x="24341" y="475"/>
                  </a:cubicBezTo>
                  <a:cubicBezTo>
                    <a:pt x="23758" y="475"/>
                    <a:pt x="23240" y="475"/>
                    <a:pt x="22724" y="735"/>
                  </a:cubicBezTo>
                  <a:cubicBezTo>
                    <a:pt x="21686" y="1254"/>
                    <a:pt x="18571" y="4888"/>
                    <a:pt x="17013" y="6439"/>
                  </a:cubicBezTo>
                  <a:cubicBezTo>
                    <a:pt x="15462" y="7997"/>
                    <a:pt x="10789" y="12663"/>
                    <a:pt x="7681" y="15259"/>
                  </a:cubicBezTo>
                  <a:cubicBezTo>
                    <a:pt x="5584" y="17005"/>
                    <a:pt x="2071" y="18988"/>
                    <a:pt x="1" y="20100"/>
                  </a:cubicBezTo>
                  <a:lnTo>
                    <a:pt x="1" y="20532"/>
                  </a:lnTo>
                  <a:lnTo>
                    <a:pt x="48455" y="20532"/>
                  </a:lnTo>
                  <a:cubicBezTo>
                    <a:pt x="46311" y="19095"/>
                    <a:pt x="43553" y="17147"/>
                    <a:pt x="41395" y="15259"/>
                  </a:cubicBezTo>
                  <a:cubicBezTo>
                    <a:pt x="37242" y="11624"/>
                    <a:pt x="31018" y="1254"/>
                    <a:pt x="30499" y="735"/>
                  </a:cubicBezTo>
                  <a:cubicBezTo>
                    <a:pt x="30132" y="367"/>
                    <a:pt x="28989" y="0"/>
                    <a:pt x="278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2323675" y="1009500"/>
              <a:ext cx="151350" cy="131425"/>
            </a:xfrm>
            <a:custGeom>
              <a:avLst/>
              <a:gdLst/>
              <a:ahLst/>
              <a:cxnLst/>
              <a:rect l="l" t="t" r="r" b="b"/>
              <a:pathLst>
                <a:path w="6054" h="5257" extrusionOk="0">
                  <a:moveTo>
                    <a:pt x="5845" y="0"/>
                  </a:moveTo>
                  <a:cubicBezTo>
                    <a:pt x="5840" y="0"/>
                    <a:pt x="5834" y="2"/>
                    <a:pt x="5827" y="4"/>
                  </a:cubicBezTo>
                  <a:cubicBezTo>
                    <a:pt x="5510" y="105"/>
                    <a:pt x="4370" y="624"/>
                    <a:pt x="62" y="5189"/>
                  </a:cubicBezTo>
                  <a:cubicBezTo>
                    <a:pt x="41" y="5216"/>
                    <a:pt x="21" y="5236"/>
                    <a:pt x="1" y="5257"/>
                  </a:cubicBezTo>
                  <a:lnTo>
                    <a:pt x="1700" y="5257"/>
                  </a:lnTo>
                  <a:cubicBezTo>
                    <a:pt x="1950" y="4872"/>
                    <a:pt x="2246" y="4475"/>
                    <a:pt x="2617" y="4056"/>
                  </a:cubicBezTo>
                  <a:cubicBezTo>
                    <a:pt x="4245" y="2251"/>
                    <a:pt x="6053" y="0"/>
                    <a:pt x="5845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2956575" y="1009500"/>
              <a:ext cx="151325" cy="131425"/>
            </a:xfrm>
            <a:custGeom>
              <a:avLst/>
              <a:gdLst/>
              <a:ahLst/>
              <a:cxnLst/>
              <a:rect l="l" t="t" r="r" b="b"/>
              <a:pathLst>
                <a:path w="6053" h="5257" extrusionOk="0">
                  <a:moveTo>
                    <a:pt x="209" y="0"/>
                  </a:moveTo>
                  <a:cubicBezTo>
                    <a:pt x="1" y="0"/>
                    <a:pt x="1809" y="2251"/>
                    <a:pt x="3437" y="4056"/>
                  </a:cubicBezTo>
                  <a:cubicBezTo>
                    <a:pt x="3808" y="4475"/>
                    <a:pt x="4104" y="4872"/>
                    <a:pt x="4347" y="5257"/>
                  </a:cubicBezTo>
                  <a:lnTo>
                    <a:pt x="6053" y="5257"/>
                  </a:lnTo>
                  <a:cubicBezTo>
                    <a:pt x="6033" y="5236"/>
                    <a:pt x="6012" y="5216"/>
                    <a:pt x="5992" y="5189"/>
                  </a:cubicBezTo>
                  <a:cubicBezTo>
                    <a:pt x="1677" y="624"/>
                    <a:pt x="537" y="105"/>
                    <a:pt x="227" y="4"/>
                  </a:cubicBezTo>
                  <a:cubicBezTo>
                    <a:pt x="220" y="2"/>
                    <a:pt x="214" y="0"/>
                    <a:pt x="209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2627800" y="1008250"/>
              <a:ext cx="69850" cy="132675"/>
            </a:xfrm>
            <a:custGeom>
              <a:avLst/>
              <a:gdLst/>
              <a:ahLst/>
              <a:cxnLst/>
              <a:rect l="l" t="t" r="r" b="b"/>
              <a:pathLst>
                <a:path w="2794" h="5307" extrusionOk="0">
                  <a:moveTo>
                    <a:pt x="2755" y="0"/>
                  </a:moveTo>
                  <a:cubicBezTo>
                    <a:pt x="2595" y="0"/>
                    <a:pt x="1848" y="1504"/>
                    <a:pt x="1848" y="1504"/>
                  </a:cubicBezTo>
                  <a:cubicBezTo>
                    <a:pt x="1848" y="1504"/>
                    <a:pt x="998" y="2920"/>
                    <a:pt x="486" y="4181"/>
                  </a:cubicBezTo>
                  <a:cubicBezTo>
                    <a:pt x="290" y="4659"/>
                    <a:pt x="162" y="5003"/>
                    <a:pt x="0" y="5307"/>
                  </a:cubicBezTo>
                  <a:lnTo>
                    <a:pt x="1275" y="5307"/>
                  </a:lnTo>
                  <a:cubicBezTo>
                    <a:pt x="1632" y="4653"/>
                    <a:pt x="1908" y="3938"/>
                    <a:pt x="2050" y="3264"/>
                  </a:cubicBezTo>
                  <a:cubicBezTo>
                    <a:pt x="2360" y="1814"/>
                    <a:pt x="2670" y="883"/>
                    <a:pt x="2778" y="155"/>
                  </a:cubicBezTo>
                  <a:cubicBezTo>
                    <a:pt x="2793" y="47"/>
                    <a:pt x="2783" y="0"/>
                    <a:pt x="2755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2527825" y="963625"/>
              <a:ext cx="73900" cy="111975"/>
            </a:xfrm>
            <a:custGeom>
              <a:avLst/>
              <a:gdLst/>
              <a:ahLst/>
              <a:cxnLst/>
              <a:rect l="l" t="t" r="r" b="b"/>
              <a:pathLst>
                <a:path w="2956" h="4479" extrusionOk="0">
                  <a:moveTo>
                    <a:pt x="2456" y="0"/>
                  </a:moveTo>
                  <a:cubicBezTo>
                    <a:pt x="2384" y="0"/>
                    <a:pt x="2323" y="21"/>
                    <a:pt x="2300" y="52"/>
                  </a:cubicBezTo>
                  <a:cubicBezTo>
                    <a:pt x="2300" y="52"/>
                    <a:pt x="2010" y="180"/>
                    <a:pt x="1909" y="490"/>
                  </a:cubicBezTo>
                  <a:cubicBezTo>
                    <a:pt x="1801" y="801"/>
                    <a:pt x="1390" y="1940"/>
                    <a:pt x="870" y="2668"/>
                  </a:cubicBezTo>
                  <a:cubicBezTo>
                    <a:pt x="351" y="3390"/>
                    <a:pt x="109" y="3484"/>
                    <a:pt x="21" y="4213"/>
                  </a:cubicBezTo>
                  <a:cubicBezTo>
                    <a:pt x="0" y="4399"/>
                    <a:pt x="18" y="4478"/>
                    <a:pt x="75" y="4478"/>
                  </a:cubicBezTo>
                  <a:cubicBezTo>
                    <a:pt x="241" y="4478"/>
                    <a:pt x="742" y="3799"/>
                    <a:pt x="1592" y="3181"/>
                  </a:cubicBezTo>
                  <a:cubicBezTo>
                    <a:pt x="2738" y="2358"/>
                    <a:pt x="2340" y="1482"/>
                    <a:pt x="2691" y="726"/>
                  </a:cubicBezTo>
                  <a:cubicBezTo>
                    <a:pt x="2956" y="167"/>
                    <a:pt x="2662" y="0"/>
                    <a:pt x="2456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2809450" y="987600"/>
              <a:ext cx="80150" cy="153325"/>
            </a:xfrm>
            <a:custGeom>
              <a:avLst/>
              <a:gdLst/>
              <a:ahLst/>
              <a:cxnLst/>
              <a:rect l="l" t="t" r="r" b="b"/>
              <a:pathLst>
                <a:path w="3206" h="6133" extrusionOk="0">
                  <a:moveTo>
                    <a:pt x="78" y="0"/>
                  </a:moveTo>
                  <a:cubicBezTo>
                    <a:pt x="15" y="0"/>
                    <a:pt x="1" y="105"/>
                    <a:pt x="70" y="361"/>
                  </a:cubicBezTo>
                  <a:cubicBezTo>
                    <a:pt x="70" y="361"/>
                    <a:pt x="279" y="1500"/>
                    <a:pt x="381" y="1912"/>
                  </a:cubicBezTo>
                  <a:cubicBezTo>
                    <a:pt x="482" y="2330"/>
                    <a:pt x="1210" y="2950"/>
                    <a:pt x="1621" y="4400"/>
                  </a:cubicBezTo>
                  <a:cubicBezTo>
                    <a:pt x="1857" y="5209"/>
                    <a:pt x="2053" y="5721"/>
                    <a:pt x="2275" y="6133"/>
                  </a:cubicBezTo>
                  <a:lnTo>
                    <a:pt x="3206" y="6133"/>
                  </a:lnTo>
                  <a:cubicBezTo>
                    <a:pt x="3172" y="5998"/>
                    <a:pt x="3125" y="5870"/>
                    <a:pt x="3078" y="5748"/>
                  </a:cubicBezTo>
                  <a:cubicBezTo>
                    <a:pt x="2761" y="5020"/>
                    <a:pt x="1938" y="4400"/>
                    <a:pt x="1830" y="3678"/>
                  </a:cubicBezTo>
                  <a:cubicBezTo>
                    <a:pt x="1729" y="2950"/>
                    <a:pt x="1048" y="2539"/>
                    <a:pt x="1075" y="1811"/>
                  </a:cubicBezTo>
                  <a:cubicBezTo>
                    <a:pt x="1101" y="1246"/>
                    <a:pt x="296" y="0"/>
                    <a:pt x="78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2182250" y="908275"/>
              <a:ext cx="346775" cy="232650"/>
            </a:xfrm>
            <a:custGeom>
              <a:avLst/>
              <a:gdLst/>
              <a:ahLst/>
              <a:cxnLst/>
              <a:rect l="l" t="t" r="r" b="b"/>
              <a:pathLst>
                <a:path w="13871" h="9306" extrusionOk="0">
                  <a:moveTo>
                    <a:pt x="12857" y="0"/>
                  </a:moveTo>
                  <a:cubicBezTo>
                    <a:pt x="12846" y="0"/>
                    <a:pt x="12835" y="3"/>
                    <a:pt x="12826" y="7"/>
                  </a:cubicBezTo>
                  <a:cubicBezTo>
                    <a:pt x="12623" y="115"/>
                    <a:pt x="8686" y="2913"/>
                    <a:pt x="7647" y="4053"/>
                  </a:cubicBezTo>
                  <a:cubicBezTo>
                    <a:pt x="6609" y="5193"/>
                    <a:pt x="1949" y="7782"/>
                    <a:pt x="1666" y="7957"/>
                  </a:cubicBezTo>
                  <a:cubicBezTo>
                    <a:pt x="1572" y="8018"/>
                    <a:pt x="884" y="8375"/>
                    <a:pt x="1" y="8834"/>
                  </a:cubicBezTo>
                  <a:lnTo>
                    <a:pt x="1" y="9306"/>
                  </a:lnTo>
                  <a:lnTo>
                    <a:pt x="10385" y="9306"/>
                  </a:lnTo>
                  <a:cubicBezTo>
                    <a:pt x="10742" y="8746"/>
                    <a:pt x="11187" y="8092"/>
                    <a:pt x="11794" y="7269"/>
                  </a:cubicBezTo>
                  <a:cubicBezTo>
                    <a:pt x="13871" y="4485"/>
                    <a:pt x="12826" y="3635"/>
                    <a:pt x="13197" y="2266"/>
                  </a:cubicBezTo>
                  <a:cubicBezTo>
                    <a:pt x="13550" y="962"/>
                    <a:pt x="13083" y="0"/>
                    <a:pt x="12857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2738025" y="813875"/>
              <a:ext cx="292500" cy="327050"/>
            </a:xfrm>
            <a:custGeom>
              <a:avLst/>
              <a:gdLst/>
              <a:ahLst/>
              <a:cxnLst/>
              <a:rect l="l" t="t" r="r" b="b"/>
              <a:pathLst>
                <a:path w="11700" h="13082" extrusionOk="0">
                  <a:moveTo>
                    <a:pt x="3217" y="0"/>
                  </a:moveTo>
                  <a:cubicBezTo>
                    <a:pt x="2434" y="0"/>
                    <a:pt x="1754" y="127"/>
                    <a:pt x="1511" y="358"/>
                  </a:cubicBezTo>
                  <a:cubicBezTo>
                    <a:pt x="1511" y="358"/>
                    <a:pt x="965" y="1612"/>
                    <a:pt x="1168" y="2650"/>
                  </a:cubicBezTo>
                  <a:cubicBezTo>
                    <a:pt x="1370" y="3682"/>
                    <a:pt x="911" y="4168"/>
                    <a:pt x="938" y="6413"/>
                  </a:cubicBezTo>
                  <a:cubicBezTo>
                    <a:pt x="958" y="8658"/>
                    <a:pt x="1309" y="9070"/>
                    <a:pt x="824" y="11194"/>
                  </a:cubicBezTo>
                  <a:cubicBezTo>
                    <a:pt x="635" y="11996"/>
                    <a:pt x="318" y="12569"/>
                    <a:pt x="1" y="13082"/>
                  </a:cubicBezTo>
                  <a:lnTo>
                    <a:pt x="11700" y="13082"/>
                  </a:lnTo>
                  <a:cubicBezTo>
                    <a:pt x="11194" y="11855"/>
                    <a:pt x="10574" y="10385"/>
                    <a:pt x="9744" y="9643"/>
                  </a:cubicBezTo>
                  <a:cubicBezTo>
                    <a:pt x="8524" y="8550"/>
                    <a:pt x="7546" y="7445"/>
                    <a:pt x="7411" y="5617"/>
                  </a:cubicBezTo>
                  <a:cubicBezTo>
                    <a:pt x="7277" y="3783"/>
                    <a:pt x="7175" y="1504"/>
                    <a:pt x="6036" y="675"/>
                  </a:cubicBezTo>
                  <a:cubicBezTo>
                    <a:pt x="5396" y="209"/>
                    <a:pt x="4222" y="0"/>
                    <a:pt x="3217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040125" y="886400"/>
              <a:ext cx="357400" cy="254525"/>
            </a:xfrm>
            <a:custGeom>
              <a:avLst/>
              <a:gdLst/>
              <a:ahLst/>
              <a:cxnLst/>
              <a:rect l="l" t="t" r="r" b="b"/>
              <a:pathLst>
                <a:path w="14296" h="10181" extrusionOk="0">
                  <a:moveTo>
                    <a:pt x="262" y="0"/>
                  </a:moveTo>
                  <a:cubicBezTo>
                    <a:pt x="154" y="0"/>
                    <a:pt x="66" y="15"/>
                    <a:pt x="0" y="46"/>
                  </a:cubicBezTo>
                  <a:cubicBezTo>
                    <a:pt x="0" y="46"/>
                    <a:pt x="479" y="2231"/>
                    <a:pt x="1207" y="3788"/>
                  </a:cubicBezTo>
                  <a:cubicBezTo>
                    <a:pt x="1929" y="5339"/>
                    <a:pt x="4680" y="5548"/>
                    <a:pt x="5894" y="7571"/>
                  </a:cubicBezTo>
                  <a:cubicBezTo>
                    <a:pt x="6426" y="8448"/>
                    <a:pt x="7188" y="9372"/>
                    <a:pt x="8071" y="10181"/>
                  </a:cubicBezTo>
                  <a:lnTo>
                    <a:pt x="14295" y="10181"/>
                  </a:lnTo>
                  <a:cubicBezTo>
                    <a:pt x="12313" y="8846"/>
                    <a:pt x="10121" y="7369"/>
                    <a:pt x="9865" y="7167"/>
                  </a:cubicBezTo>
                  <a:cubicBezTo>
                    <a:pt x="9393" y="6789"/>
                    <a:pt x="6163" y="4348"/>
                    <a:pt x="4929" y="2723"/>
                  </a:cubicBezTo>
                  <a:cubicBezTo>
                    <a:pt x="3811" y="1252"/>
                    <a:pt x="1245" y="0"/>
                    <a:pt x="262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2430225" y="612700"/>
              <a:ext cx="759775" cy="396925"/>
            </a:xfrm>
            <a:custGeom>
              <a:avLst/>
              <a:gdLst/>
              <a:ahLst/>
              <a:cxnLst/>
              <a:rect l="l" t="t" r="r" b="b"/>
              <a:pathLst>
                <a:path w="30391" h="15877" extrusionOk="0">
                  <a:moveTo>
                    <a:pt x="18636" y="0"/>
                  </a:moveTo>
                  <a:cubicBezTo>
                    <a:pt x="17845" y="0"/>
                    <a:pt x="17050" y="795"/>
                    <a:pt x="16255" y="795"/>
                  </a:cubicBezTo>
                  <a:cubicBezTo>
                    <a:pt x="16090" y="795"/>
                    <a:pt x="15924" y="761"/>
                    <a:pt x="15759" y="678"/>
                  </a:cubicBezTo>
                  <a:cubicBezTo>
                    <a:pt x="15293" y="446"/>
                    <a:pt x="14731" y="310"/>
                    <a:pt x="14151" y="310"/>
                  </a:cubicBezTo>
                  <a:cubicBezTo>
                    <a:pt x="13330" y="310"/>
                    <a:pt x="12474" y="583"/>
                    <a:pt x="11814" y="1244"/>
                  </a:cubicBezTo>
                  <a:cubicBezTo>
                    <a:pt x="10688" y="2370"/>
                    <a:pt x="8443" y="5182"/>
                    <a:pt x="6750" y="6868"/>
                  </a:cubicBezTo>
                  <a:cubicBezTo>
                    <a:pt x="5064" y="8560"/>
                    <a:pt x="560" y="13057"/>
                    <a:pt x="560" y="13057"/>
                  </a:cubicBezTo>
                  <a:cubicBezTo>
                    <a:pt x="560" y="13057"/>
                    <a:pt x="0" y="13624"/>
                    <a:pt x="0" y="14184"/>
                  </a:cubicBezTo>
                  <a:cubicBezTo>
                    <a:pt x="0" y="14235"/>
                    <a:pt x="28" y="14258"/>
                    <a:pt x="79" y="14258"/>
                  </a:cubicBezTo>
                  <a:cubicBezTo>
                    <a:pt x="588" y="14258"/>
                    <a:pt x="3423" y="11881"/>
                    <a:pt x="3938" y="11372"/>
                  </a:cubicBezTo>
                  <a:cubicBezTo>
                    <a:pt x="4261" y="11045"/>
                    <a:pt x="5147" y="10721"/>
                    <a:pt x="5839" y="10721"/>
                  </a:cubicBezTo>
                  <a:cubicBezTo>
                    <a:pt x="6347" y="10721"/>
                    <a:pt x="6750" y="10895"/>
                    <a:pt x="6750" y="11372"/>
                  </a:cubicBezTo>
                  <a:cubicBezTo>
                    <a:pt x="6750" y="12498"/>
                    <a:pt x="7876" y="11931"/>
                    <a:pt x="7876" y="13057"/>
                  </a:cubicBezTo>
                  <a:cubicBezTo>
                    <a:pt x="7876" y="13978"/>
                    <a:pt x="8255" y="14898"/>
                    <a:pt x="8698" y="14898"/>
                  </a:cubicBezTo>
                  <a:cubicBezTo>
                    <a:pt x="8798" y="14898"/>
                    <a:pt x="8900" y="14852"/>
                    <a:pt x="9002" y="14750"/>
                  </a:cubicBezTo>
                  <a:cubicBezTo>
                    <a:pt x="9569" y="14184"/>
                    <a:pt x="11814" y="10246"/>
                    <a:pt x="12940" y="9686"/>
                  </a:cubicBezTo>
                  <a:cubicBezTo>
                    <a:pt x="13222" y="9544"/>
                    <a:pt x="13469" y="9473"/>
                    <a:pt x="13681" y="9473"/>
                  </a:cubicBezTo>
                  <a:cubicBezTo>
                    <a:pt x="14314" y="9473"/>
                    <a:pt x="14633" y="10108"/>
                    <a:pt x="14633" y="11372"/>
                  </a:cubicBezTo>
                  <a:cubicBezTo>
                    <a:pt x="14633" y="13057"/>
                    <a:pt x="14633" y="14184"/>
                    <a:pt x="15192" y="14184"/>
                  </a:cubicBezTo>
                  <a:cubicBezTo>
                    <a:pt x="15759" y="14184"/>
                    <a:pt x="16318" y="14184"/>
                    <a:pt x="16318" y="11931"/>
                  </a:cubicBezTo>
                  <a:cubicBezTo>
                    <a:pt x="16318" y="10434"/>
                    <a:pt x="17071" y="9683"/>
                    <a:pt x="17572" y="9683"/>
                  </a:cubicBezTo>
                  <a:cubicBezTo>
                    <a:pt x="17823" y="9683"/>
                    <a:pt x="18011" y="9871"/>
                    <a:pt x="18011" y="10246"/>
                  </a:cubicBezTo>
                  <a:cubicBezTo>
                    <a:pt x="18011" y="11164"/>
                    <a:pt x="18383" y="12083"/>
                    <a:pt x="18824" y="12083"/>
                  </a:cubicBezTo>
                  <a:cubicBezTo>
                    <a:pt x="18924" y="12083"/>
                    <a:pt x="19027" y="12036"/>
                    <a:pt x="19130" y="11931"/>
                  </a:cubicBezTo>
                  <a:cubicBezTo>
                    <a:pt x="19413" y="11652"/>
                    <a:pt x="19555" y="11370"/>
                    <a:pt x="19766" y="11370"/>
                  </a:cubicBezTo>
                  <a:cubicBezTo>
                    <a:pt x="19978" y="11370"/>
                    <a:pt x="20259" y="11652"/>
                    <a:pt x="20823" y="12498"/>
                  </a:cubicBezTo>
                  <a:cubicBezTo>
                    <a:pt x="21949" y="14184"/>
                    <a:pt x="24201" y="15876"/>
                    <a:pt x="24760" y="15876"/>
                  </a:cubicBezTo>
                  <a:cubicBezTo>
                    <a:pt x="25327" y="15876"/>
                    <a:pt x="23634" y="14184"/>
                    <a:pt x="23634" y="13057"/>
                  </a:cubicBezTo>
                  <a:cubicBezTo>
                    <a:pt x="23634" y="12233"/>
                    <a:pt x="24542" y="11712"/>
                    <a:pt x="25248" y="11712"/>
                  </a:cubicBezTo>
                  <a:cubicBezTo>
                    <a:pt x="25506" y="11712"/>
                    <a:pt x="25737" y="11782"/>
                    <a:pt x="25886" y="11931"/>
                  </a:cubicBezTo>
                  <a:cubicBezTo>
                    <a:pt x="26384" y="12435"/>
                    <a:pt x="28671" y="14274"/>
                    <a:pt x="29563" y="14274"/>
                  </a:cubicBezTo>
                  <a:cubicBezTo>
                    <a:pt x="29674" y="14274"/>
                    <a:pt x="29763" y="14246"/>
                    <a:pt x="29824" y="14184"/>
                  </a:cubicBezTo>
                  <a:cubicBezTo>
                    <a:pt x="30391" y="13624"/>
                    <a:pt x="24760" y="7994"/>
                    <a:pt x="23634" y="5741"/>
                  </a:cubicBezTo>
                  <a:cubicBezTo>
                    <a:pt x="22508" y="3489"/>
                    <a:pt x="20256" y="678"/>
                    <a:pt x="19130" y="118"/>
                  </a:cubicBezTo>
                  <a:cubicBezTo>
                    <a:pt x="18966" y="35"/>
                    <a:pt x="18801" y="0"/>
                    <a:pt x="186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7" name="Google Shape;1047;p2"/>
          <p:cNvGrpSpPr/>
          <p:nvPr/>
        </p:nvGrpSpPr>
        <p:grpSpPr>
          <a:xfrm>
            <a:off x="2726082" y="1141361"/>
            <a:ext cx="443090" cy="415211"/>
            <a:chOff x="2987700" y="3560325"/>
            <a:chExt cx="386708" cy="362377"/>
          </a:xfrm>
        </p:grpSpPr>
        <p:sp>
          <p:nvSpPr>
            <p:cNvPr id="1048" name="Google Shape;1048;p2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2"/>
          <p:cNvGrpSpPr/>
          <p:nvPr/>
        </p:nvGrpSpPr>
        <p:grpSpPr>
          <a:xfrm>
            <a:off x="5974828" y="1141361"/>
            <a:ext cx="443090" cy="415211"/>
            <a:chOff x="2987700" y="3560325"/>
            <a:chExt cx="386708" cy="362377"/>
          </a:xfrm>
        </p:grpSpPr>
        <p:sp>
          <p:nvSpPr>
            <p:cNvPr id="1072" name="Google Shape;1072;p2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5" name="Google Shape;1095;p2"/>
          <p:cNvSpPr/>
          <p:nvPr/>
        </p:nvSpPr>
        <p:spPr>
          <a:xfrm>
            <a:off x="726213" y="3034077"/>
            <a:ext cx="2145672" cy="940573"/>
          </a:xfrm>
          <a:custGeom>
            <a:avLst/>
            <a:gdLst/>
            <a:ahLst/>
            <a:cxnLst/>
            <a:rect l="l" t="t" r="r" b="b"/>
            <a:pathLst>
              <a:path w="50039" h="21935" extrusionOk="0">
                <a:moveTo>
                  <a:pt x="26088" y="1"/>
                </a:moveTo>
                <a:cubicBezTo>
                  <a:pt x="24536" y="1"/>
                  <a:pt x="22754" y="409"/>
                  <a:pt x="20677" y="1296"/>
                </a:cubicBezTo>
                <a:cubicBezTo>
                  <a:pt x="14550" y="3927"/>
                  <a:pt x="17858" y="11221"/>
                  <a:pt x="20038" y="11973"/>
                </a:cubicBezTo>
                <a:cubicBezTo>
                  <a:pt x="20329" y="12073"/>
                  <a:pt x="20648" y="12116"/>
                  <a:pt x="20982" y="12116"/>
                </a:cubicBezTo>
                <a:cubicBezTo>
                  <a:pt x="23154" y="12116"/>
                  <a:pt x="25978" y="10281"/>
                  <a:pt x="25978" y="10281"/>
                </a:cubicBezTo>
                <a:lnTo>
                  <a:pt x="25978" y="10281"/>
                </a:lnTo>
                <a:cubicBezTo>
                  <a:pt x="25978" y="10281"/>
                  <a:pt x="24549" y="12236"/>
                  <a:pt x="21580" y="12837"/>
                </a:cubicBezTo>
                <a:cubicBezTo>
                  <a:pt x="21074" y="12947"/>
                  <a:pt x="20599" y="12996"/>
                  <a:pt x="20129" y="12996"/>
                </a:cubicBezTo>
                <a:cubicBezTo>
                  <a:pt x="17875" y="12996"/>
                  <a:pt x="15752" y="11873"/>
                  <a:pt x="11053" y="11033"/>
                </a:cubicBezTo>
                <a:cubicBezTo>
                  <a:pt x="10527" y="10934"/>
                  <a:pt x="10003" y="10890"/>
                  <a:pt x="9485" y="10890"/>
                </a:cubicBezTo>
                <a:cubicBezTo>
                  <a:pt x="4451" y="10890"/>
                  <a:pt x="1" y="15093"/>
                  <a:pt x="1" y="15093"/>
                </a:cubicBezTo>
                <a:lnTo>
                  <a:pt x="1" y="15093"/>
                </a:lnTo>
                <a:cubicBezTo>
                  <a:pt x="3171" y="13239"/>
                  <a:pt x="5861" y="12590"/>
                  <a:pt x="8143" y="12590"/>
                </a:cubicBezTo>
                <a:cubicBezTo>
                  <a:pt x="12248" y="12590"/>
                  <a:pt x="15033" y="14690"/>
                  <a:pt x="16918" y="15657"/>
                </a:cubicBezTo>
                <a:cubicBezTo>
                  <a:pt x="19850" y="17161"/>
                  <a:pt x="19550" y="20168"/>
                  <a:pt x="22971" y="21521"/>
                </a:cubicBezTo>
                <a:cubicBezTo>
                  <a:pt x="23713" y="21819"/>
                  <a:pt x="24616" y="21934"/>
                  <a:pt x="25571" y="21934"/>
                </a:cubicBezTo>
                <a:cubicBezTo>
                  <a:pt x="28970" y="21934"/>
                  <a:pt x="33046" y="20469"/>
                  <a:pt x="33046" y="20469"/>
                </a:cubicBezTo>
                <a:cubicBezTo>
                  <a:pt x="33046" y="20469"/>
                  <a:pt x="31166" y="19040"/>
                  <a:pt x="29738" y="17161"/>
                </a:cubicBezTo>
                <a:cubicBezTo>
                  <a:pt x="28347" y="15281"/>
                  <a:pt x="25001" y="14905"/>
                  <a:pt x="25001" y="14905"/>
                </a:cubicBezTo>
                <a:cubicBezTo>
                  <a:pt x="25001" y="14905"/>
                  <a:pt x="25514" y="14796"/>
                  <a:pt x="26269" y="14796"/>
                </a:cubicBezTo>
                <a:cubicBezTo>
                  <a:pt x="27497" y="14796"/>
                  <a:pt x="29365" y="15084"/>
                  <a:pt x="30715" y="16597"/>
                </a:cubicBezTo>
                <a:cubicBezTo>
                  <a:pt x="32727" y="18891"/>
                  <a:pt x="37094" y="21518"/>
                  <a:pt x="41230" y="21518"/>
                </a:cubicBezTo>
                <a:cubicBezTo>
                  <a:pt x="41498" y="21518"/>
                  <a:pt x="41765" y="21507"/>
                  <a:pt x="42031" y="21484"/>
                </a:cubicBezTo>
                <a:cubicBezTo>
                  <a:pt x="46354" y="21108"/>
                  <a:pt x="50038" y="15544"/>
                  <a:pt x="49963" y="12988"/>
                </a:cubicBezTo>
                <a:cubicBezTo>
                  <a:pt x="49850" y="10469"/>
                  <a:pt x="48835" y="8364"/>
                  <a:pt x="44587" y="6409"/>
                </a:cubicBezTo>
                <a:cubicBezTo>
                  <a:pt x="43706" y="5995"/>
                  <a:pt x="42860" y="5818"/>
                  <a:pt x="42083" y="5818"/>
                </a:cubicBezTo>
                <a:cubicBezTo>
                  <a:pt x="39112" y="5818"/>
                  <a:pt x="37136" y="8404"/>
                  <a:pt x="37971" y="10281"/>
                </a:cubicBezTo>
                <a:cubicBezTo>
                  <a:pt x="38986" y="12612"/>
                  <a:pt x="43723" y="13176"/>
                  <a:pt x="43723" y="13176"/>
                </a:cubicBezTo>
                <a:cubicBezTo>
                  <a:pt x="43723" y="13176"/>
                  <a:pt x="43034" y="13417"/>
                  <a:pt x="41903" y="13417"/>
                </a:cubicBezTo>
                <a:cubicBezTo>
                  <a:pt x="40988" y="13417"/>
                  <a:pt x="39784" y="13259"/>
                  <a:pt x="38422" y="12687"/>
                </a:cubicBezTo>
                <a:cubicBezTo>
                  <a:pt x="35414" y="11409"/>
                  <a:pt x="35715" y="8176"/>
                  <a:pt x="33046" y="4228"/>
                </a:cubicBezTo>
                <a:cubicBezTo>
                  <a:pt x="31301" y="1585"/>
                  <a:pt x="29142" y="1"/>
                  <a:pt x="260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6" name="Google Shape;1096;p2"/>
          <p:cNvSpPr/>
          <p:nvPr/>
        </p:nvSpPr>
        <p:spPr>
          <a:xfrm>
            <a:off x="5845550" y="2869575"/>
            <a:ext cx="3167674" cy="1013126"/>
          </a:xfrm>
          <a:custGeom>
            <a:avLst/>
            <a:gdLst/>
            <a:ahLst/>
            <a:cxnLst/>
            <a:rect l="l" t="t" r="r" b="b"/>
            <a:pathLst>
              <a:path w="73873" h="23627" extrusionOk="0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8" name="Google Shape;1098;p3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099" name="Google Shape;1099;p3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21" name="Google Shape;2121;p3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22" name="Google Shape;2122;p3"/>
          <p:cNvGrpSpPr/>
          <p:nvPr/>
        </p:nvGrpSpPr>
        <p:grpSpPr>
          <a:xfrm>
            <a:off x="1621763" y="795191"/>
            <a:ext cx="5900041" cy="3881065"/>
            <a:chOff x="2281775" y="2034175"/>
            <a:chExt cx="2861875" cy="1882550"/>
          </a:xfrm>
        </p:grpSpPr>
        <p:sp>
          <p:nvSpPr>
            <p:cNvPr id="2123" name="Google Shape;2123;p3"/>
            <p:cNvSpPr/>
            <p:nvPr/>
          </p:nvSpPr>
          <p:spPr>
            <a:xfrm>
              <a:off x="3713175" y="2558625"/>
              <a:ext cx="1219000" cy="118425"/>
            </a:xfrm>
            <a:custGeom>
              <a:avLst/>
              <a:gdLst/>
              <a:ahLst/>
              <a:cxnLst/>
              <a:rect l="l" t="t" r="r" b="b"/>
              <a:pathLst>
                <a:path w="48760" h="4737" extrusionOk="0">
                  <a:moveTo>
                    <a:pt x="0" y="0"/>
                  </a:moveTo>
                  <a:lnTo>
                    <a:pt x="0" y="4737"/>
                  </a:lnTo>
                  <a:lnTo>
                    <a:pt x="48760" y="4737"/>
                  </a:lnTo>
                  <a:lnTo>
                    <a:pt x="487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4309975" y="2501275"/>
              <a:ext cx="273525" cy="57375"/>
            </a:xfrm>
            <a:custGeom>
              <a:avLst/>
              <a:gdLst/>
              <a:ahLst/>
              <a:cxnLst/>
              <a:rect l="l" t="t" r="r" b="b"/>
              <a:pathLst>
                <a:path w="10941" h="2295" extrusionOk="0">
                  <a:moveTo>
                    <a:pt x="1" y="1"/>
                  </a:moveTo>
                  <a:lnTo>
                    <a:pt x="339" y="2294"/>
                  </a:lnTo>
                  <a:lnTo>
                    <a:pt x="10602" y="2294"/>
                  </a:lnTo>
                  <a:lnTo>
                    <a:pt x="10940" y="1"/>
                  </a:lnTo>
                  <a:lnTo>
                    <a:pt x="10940" y="1"/>
                  </a:lnTo>
                  <a:cubicBezTo>
                    <a:pt x="10940" y="1"/>
                    <a:pt x="8797" y="828"/>
                    <a:pt x="5452" y="828"/>
                  </a:cubicBezTo>
                  <a:cubicBezTo>
                    <a:pt x="2106" y="8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3713175" y="2154475"/>
              <a:ext cx="1311100" cy="158850"/>
            </a:xfrm>
            <a:custGeom>
              <a:avLst/>
              <a:gdLst/>
              <a:ahLst/>
              <a:cxnLst/>
              <a:rect l="l" t="t" r="r" b="b"/>
              <a:pathLst>
                <a:path w="52444" h="6354" extrusionOk="0">
                  <a:moveTo>
                    <a:pt x="52444" y="1"/>
                  </a:moveTo>
                  <a:lnTo>
                    <a:pt x="0" y="3309"/>
                  </a:lnTo>
                  <a:lnTo>
                    <a:pt x="0" y="6354"/>
                  </a:lnTo>
                  <a:lnTo>
                    <a:pt x="34286" y="6354"/>
                  </a:lnTo>
                  <a:cubicBezTo>
                    <a:pt x="41203" y="6354"/>
                    <a:pt x="52181" y="4888"/>
                    <a:pt x="52181" y="4888"/>
                  </a:cubicBezTo>
                  <a:lnTo>
                    <a:pt x="524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4337225" y="2313300"/>
              <a:ext cx="218075" cy="60175"/>
            </a:xfrm>
            <a:custGeom>
              <a:avLst/>
              <a:gdLst/>
              <a:ahLst/>
              <a:cxnLst/>
              <a:rect l="l" t="t" r="r" b="b"/>
              <a:pathLst>
                <a:path w="8723" h="2407" extrusionOk="0">
                  <a:moveTo>
                    <a:pt x="1" y="1"/>
                  </a:moveTo>
                  <a:lnTo>
                    <a:pt x="1" y="2407"/>
                  </a:lnTo>
                  <a:lnTo>
                    <a:pt x="8723" y="2407"/>
                  </a:lnTo>
                  <a:lnTo>
                    <a:pt x="87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4352275" y="2313300"/>
              <a:ext cx="131600" cy="60175"/>
            </a:xfrm>
            <a:custGeom>
              <a:avLst/>
              <a:gdLst/>
              <a:ahLst/>
              <a:cxnLst/>
              <a:rect l="l" t="t" r="r" b="b"/>
              <a:pathLst>
                <a:path w="5264" h="2407" extrusionOk="0">
                  <a:moveTo>
                    <a:pt x="0" y="1"/>
                  </a:moveTo>
                  <a:lnTo>
                    <a:pt x="0" y="2407"/>
                  </a:lnTo>
                  <a:lnTo>
                    <a:pt x="5263" y="2407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4392675" y="2313300"/>
              <a:ext cx="49850" cy="60175"/>
            </a:xfrm>
            <a:custGeom>
              <a:avLst/>
              <a:gdLst/>
              <a:ahLst/>
              <a:cxnLst/>
              <a:rect l="l" t="t" r="r" b="b"/>
              <a:pathLst>
                <a:path w="1994" h="2407" extrusionOk="0">
                  <a:moveTo>
                    <a:pt x="1" y="1"/>
                  </a:moveTo>
                  <a:lnTo>
                    <a:pt x="1" y="2407"/>
                  </a:lnTo>
                  <a:lnTo>
                    <a:pt x="1993" y="2407"/>
                  </a:lnTo>
                  <a:lnTo>
                    <a:pt x="1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4366375" y="2373450"/>
              <a:ext cx="160725" cy="1543275"/>
            </a:xfrm>
            <a:custGeom>
              <a:avLst/>
              <a:gdLst/>
              <a:ahLst/>
              <a:cxnLst/>
              <a:rect l="l" t="t" r="r" b="b"/>
              <a:pathLst>
                <a:path w="6429" h="61731" extrusionOk="0">
                  <a:moveTo>
                    <a:pt x="0" y="1"/>
                  </a:moveTo>
                  <a:lnTo>
                    <a:pt x="0" y="61731"/>
                  </a:lnTo>
                  <a:cubicBezTo>
                    <a:pt x="2181" y="60866"/>
                    <a:pt x="4323" y="59889"/>
                    <a:pt x="6429" y="58836"/>
                  </a:cubicBezTo>
                  <a:lnTo>
                    <a:pt x="6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4377650" y="2386625"/>
              <a:ext cx="111850" cy="1525400"/>
            </a:xfrm>
            <a:custGeom>
              <a:avLst/>
              <a:gdLst/>
              <a:ahLst/>
              <a:cxnLst/>
              <a:rect l="l" t="t" r="r" b="b"/>
              <a:pathLst>
                <a:path w="4474" h="61016" extrusionOk="0">
                  <a:moveTo>
                    <a:pt x="0" y="0"/>
                  </a:moveTo>
                  <a:lnTo>
                    <a:pt x="0" y="61016"/>
                  </a:lnTo>
                  <a:cubicBezTo>
                    <a:pt x="1504" y="60414"/>
                    <a:pt x="3008" y="59737"/>
                    <a:pt x="4474" y="59023"/>
                  </a:cubicBezTo>
                  <a:lnTo>
                    <a:pt x="447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4392675" y="2386625"/>
              <a:ext cx="60175" cy="1518825"/>
            </a:xfrm>
            <a:custGeom>
              <a:avLst/>
              <a:gdLst/>
              <a:ahLst/>
              <a:cxnLst/>
              <a:rect l="l" t="t" r="r" b="b"/>
              <a:pathLst>
                <a:path w="2407" h="60753" extrusionOk="0">
                  <a:moveTo>
                    <a:pt x="1" y="0"/>
                  </a:moveTo>
                  <a:lnTo>
                    <a:pt x="1" y="60753"/>
                  </a:lnTo>
                  <a:cubicBezTo>
                    <a:pt x="790" y="60414"/>
                    <a:pt x="1617" y="60076"/>
                    <a:pt x="2407" y="59700"/>
                  </a:cubicBez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713175" y="2313300"/>
              <a:ext cx="78025" cy="245350"/>
            </a:xfrm>
            <a:custGeom>
              <a:avLst/>
              <a:gdLst/>
              <a:ahLst/>
              <a:cxnLst/>
              <a:rect l="l" t="t" r="r" b="b"/>
              <a:pathLst>
                <a:path w="3121" h="9814" extrusionOk="0">
                  <a:moveTo>
                    <a:pt x="0" y="1"/>
                  </a:moveTo>
                  <a:lnTo>
                    <a:pt x="0" y="9813"/>
                  </a:lnTo>
                  <a:lnTo>
                    <a:pt x="3121" y="9813"/>
                  </a:lnTo>
                  <a:lnTo>
                    <a:pt x="31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713175" y="2328350"/>
              <a:ext cx="78025" cy="230300"/>
            </a:xfrm>
            <a:custGeom>
              <a:avLst/>
              <a:gdLst/>
              <a:ahLst/>
              <a:cxnLst/>
              <a:rect l="l" t="t" r="r" b="b"/>
              <a:pathLst>
                <a:path w="3121" h="9212" extrusionOk="0">
                  <a:moveTo>
                    <a:pt x="0" y="0"/>
                  </a:moveTo>
                  <a:lnTo>
                    <a:pt x="0" y="9211"/>
                  </a:lnTo>
                  <a:lnTo>
                    <a:pt x="3121" y="9211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713175" y="2154475"/>
              <a:ext cx="1311100" cy="101650"/>
            </a:xfrm>
            <a:custGeom>
              <a:avLst/>
              <a:gdLst/>
              <a:ahLst/>
              <a:cxnLst/>
              <a:rect l="l" t="t" r="r" b="b"/>
              <a:pathLst>
                <a:path w="52444" h="4066" extrusionOk="0">
                  <a:moveTo>
                    <a:pt x="52444" y="1"/>
                  </a:moveTo>
                  <a:lnTo>
                    <a:pt x="0" y="3309"/>
                  </a:lnTo>
                  <a:lnTo>
                    <a:pt x="0" y="4023"/>
                  </a:lnTo>
                  <a:cubicBezTo>
                    <a:pt x="0" y="4023"/>
                    <a:pt x="2897" y="4065"/>
                    <a:pt x="7257" y="4065"/>
                  </a:cubicBezTo>
                  <a:cubicBezTo>
                    <a:pt x="16571" y="4065"/>
                    <a:pt x="32560" y="3873"/>
                    <a:pt x="41241" y="2670"/>
                  </a:cubicBezTo>
                  <a:cubicBezTo>
                    <a:pt x="46617" y="1918"/>
                    <a:pt x="50151" y="1241"/>
                    <a:pt x="52406" y="715"/>
                  </a:cubicBezTo>
                  <a:lnTo>
                    <a:pt x="524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713175" y="2034175"/>
              <a:ext cx="1430475" cy="204075"/>
            </a:xfrm>
            <a:custGeom>
              <a:avLst/>
              <a:gdLst/>
              <a:ahLst/>
              <a:cxnLst/>
              <a:rect l="l" t="t" r="r" b="b"/>
              <a:pathLst>
                <a:path w="57219" h="8163" extrusionOk="0">
                  <a:moveTo>
                    <a:pt x="57218" y="0"/>
                  </a:moveTo>
                  <a:cubicBezTo>
                    <a:pt x="57218" y="1"/>
                    <a:pt x="54022" y="2219"/>
                    <a:pt x="41241" y="3985"/>
                  </a:cubicBezTo>
                  <a:cubicBezTo>
                    <a:pt x="32560" y="5189"/>
                    <a:pt x="16571" y="5381"/>
                    <a:pt x="7257" y="5381"/>
                  </a:cubicBezTo>
                  <a:cubicBezTo>
                    <a:pt x="2897" y="5381"/>
                    <a:pt x="0" y="5339"/>
                    <a:pt x="0" y="5339"/>
                  </a:cubicBezTo>
                  <a:lnTo>
                    <a:pt x="0" y="8121"/>
                  </a:lnTo>
                  <a:cubicBezTo>
                    <a:pt x="0" y="8121"/>
                    <a:pt x="2897" y="8163"/>
                    <a:pt x="7257" y="8163"/>
                  </a:cubicBezTo>
                  <a:cubicBezTo>
                    <a:pt x="16571" y="8163"/>
                    <a:pt x="32560" y="7971"/>
                    <a:pt x="41241" y="6767"/>
                  </a:cubicBezTo>
                  <a:cubicBezTo>
                    <a:pt x="54023" y="5001"/>
                    <a:pt x="56203" y="3647"/>
                    <a:pt x="56203" y="3647"/>
                  </a:cubicBezTo>
                  <a:lnTo>
                    <a:pt x="57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2493250" y="2558625"/>
              <a:ext cx="1219950" cy="118425"/>
            </a:xfrm>
            <a:custGeom>
              <a:avLst/>
              <a:gdLst/>
              <a:ahLst/>
              <a:cxnLst/>
              <a:rect l="l" t="t" r="r" b="b"/>
              <a:pathLst>
                <a:path w="48798" h="4737" extrusionOk="0">
                  <a:moveTo>
                    <a:pt x="0" y="0"/>
                  </a:moveTo>
                  <a:lnTo>
                    <a:pt x="0" y="4737"/>
                  </a:lnTo>
                  <a:lnTo>
                    <a:pt x="48797" y="4737"/>
                  </a:lnTo>
                  <a:lnTo>
                    <a:pt x="48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2842875" y="2501275"/>
              <a:ext cx="273525" cy="57375"/>
            </a:xfrm>
            <a:custGeom>
              <a:avLst/>
              <a:gdLst/>
              <a:ahLst/>
              <a:cxnLst/>
              <a:rect l="l" t="t" r="r" b="b"/>
              <a:pathLst>
                <a:path w="10941" h="2295" extrusionOk="0">
                  <a:moveTo>
                    <a:pt x="0" y="1"/>
                  </a:moveTo>
                  <a:lnTo>
                    <a:pt x="339" y="2294"/>
                  </a:lnTo>
                  <a:lnTo>
                    <a:pt x="10602" y="2294"/>
                  </a:lnTo>
                  <a:lnTo>
                    <a:pt x="10940" y="1"/>
                  </a:lnTo>
                  <a:lnTo>
                    <a:pt x="10940" y="1"/>
                  </a:lnTo>
                  <a:cubicBezTo>
                    <a:pt x="10940" y="1"/>
                    <a:pt x="8797" y="828"/>
                    <a:pt x="5489" y="828"/>
                  </a:cubicBezTo>
                  <a:cubicBezTo>
                    <a:pt x="2143" y="82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2402075" y="2154475"/>
              <a:ext cx="1311125" cy="158850"/>
            </a:xfrm>
            <a:custGeom>
              <a:avLst/>
              <a:gdLst/>
              <a:ahLst/>
              <a:cxnLst/>
              <a:rect l="l" t="t" r="r" b="b"/>
              <a:pathLst>
                <a:path w="52445" h="6354" extrusionOk="0">
                  <a:moveTo>
                    <a:pt x="1" y="1"/>
                  </a:moveTo>
                  <a:lnTo>
                    <a:pt x="264" y="4888"/>
                  </a:lnTo>
                  <a:cubicBezTo>
                    <a:pt x="264" y="4888"/>
                    <a:pt x="11241" y="6354"/>
                    <a:pt x="18121" y="6354"/>
                  </a:cubicBezTo>
                  <a:lnTo>
                    <a:pt x="52444" y="6354"/>
                  </a:lnTo>
                  <a:lnTo>
                    <a:pt x="52444" y="3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2871075" y="2313300"/>
              <a:ext cx="217125" cy="60175"/>
            </a:xfrm>
            <a:custGeom>
              <a:avLst/>
              <a:gdLst/>
              <a:ahLst/>
              <a:cxnLst/>
              <a:rect l="l" t="t" r="r" b="b"/>
              <a:pathLst>
                <a:path w="8685" h="2407" extrusionOk="0">
                  <a:moveTo>
                    <a:pt x="0" y="1"/>
                  </a:moveTo>
                  <a:lnTo>
                    <a:pt x="0" y="2407"/>
                  </a:lnTo>
                  <a:lnTo>
                    <a:pt x="8684" y="2407"/>
                  </a:lnTo>
                  <a:lnTo>
                    <a:pt x="86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2942500" y="2313300"/>
              <a:ext cx="131600" cy="60175"/>
            </a:xfrm>
            <a:custGeom>
              <a:avLst/>
              <a:gdLst/>
              <a:ahLst/>
              <a:cxnLst/>
              <a:rect l="l" t="t" r="r" b="b"/>
              <a:pathLst>
                <a:path w="5264" h="2407" extrusionOk="0">
                  <a:moveTo>
                    <a:pt x="0" y="1"/>
                  </a:moveTo>
                  <a:lnTo>
                    <a:pt x="0" y="2407"/>
                  </a:lnTo>
                  <a:lnTo>
                    <a:pt x="5263" y="2407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2982900" y="2313300"/>
              <a:ext cx="50775" cy="60175"/>
            </a:xfrm>
            <a:custGeom>
              <a:avLst/>
              <a:gdLst/>
              <a:ahLst/>
              <a:cxnLst/>
              <a:rect l="l" t="t" r="r" b="b"/>
              <a:pathLst>
                <a:path w="2031" h="2407" extrusionOk="0">
                  <a:moveTo>
                    <a:pt x="1" y="1"/>
                  </a:moveTo>
                  <a:lnTo>
                    <a:pt x="1" y="2407"/>
                  </a:lnTo>
                  <a:lnTo>
                    <a:pt x="2031" y="2407"/>
                  </a:lnTo>
                  <a:lnTo>
                    <a:pt x="20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2899250" y="2373450"/>
              <a:ext cx="160750" cy="1543275"/>
            </a:xfrm>
            <a:custGeom>
              <a:avLst/>
              <a:gdLst/>
              <a:ahLst/>
              <a:cxnLst/>
              <a:rect l="l" t="t" r="r" b="b"/>
              <a:pathLst>
                <a:path w="6430" h="61731" extrusionOk="0">
                  <a:moveTo>
                    <a:pt x="1" y="1"/>
                  </a:moveTo>
                  <a:lnTo>
                    <a:pt x="1" y="58836"/>
                  </a:lnTo>
                  <a:cubicBezTo>
                    <a:pt x="2106" y="59889"/>
                    <a:pt x="4249" y="60866"/>
                    <a:pt x="6429" y="61731"/>
                  </a:cubicBezTo>
                  <a:lnTo>
                    <a:pt x="6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2935925" y="2386625"/>
              <a:ext cx="112800" cy="1525400"/>
            </a:xfrm>
            <a:custGeom>
              <a:avLst/>
              <a:gdLst/>
              <a:ahLst/>
              <a:cxnLst/>
              <a:rect l="l" t="t" r="r" b="b"/>
              <a:pathLst>
                <a:path w="4512" h="61016" extrusionOk="0">
                  <a:moveTo>
                    <a:pt x="0" y="0"/>
                  </a:moveTo>
                  <a:lnTo>
                    <a:pt x="0" y="59023"/>
                  </a:lnTo>
                  <a:cubicBezTo>
                    <a:pt x="1466" y="59737"/>
                    <a:pt x="2970" y="60414"/>
                    <a:pt x="4511" y="61016"/>
                  </a:cubicBezTo>
                  <a:lnTo>
                    <a:pt x="45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2972575" y="2386625"/>
              <a:ext cx="61100" cy="1518825"/>
            </a:xfrm>
            <a:custGeom>
              <a:avLst/>
              <a:gdLst/>
              <a:ahLst/>
              <a:cxnLst/>
              <a:rect l="l" t="t" r="r" b="b"/>
              <a:pathLst>
                <a:path w="2444" h="60753" extrusionOk="0">
                  <a:moveTo>
                    <a:pt x="0" y="0"/>
                  </a:moveTo>
                  <a:lnTo>
                    <a:pt x="0" y="59700"/>
                  </a:lnTo>
                  <a:cubicBezTo>
                    <a:pt x="827" y="60076"/>
                    <a:pt x="1617" y="60414"/>
                    <a:pt x="2444" y="60753"/>
                  </a:cubicBezTo>
                  <a:lnTo>
                    <a:pt x="24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3635175" y="2313300"/>
              <a:ext cx="78025" cy="245350"/>
            </a:xfrm>
            <a:custGeom>
              <a:avLst/>
              <a:gdLst/>
              <a:ahLst/>
              <a:cxnLst/>
              <a:rect l="l" t="t" r="r" b="b"/>
              <a:pathLst>
                <a:path w="3121" h="9814" extrusionOk="0">
                  <a:moveTo>
                    <a:pt x="0" y="1"/>
                  </a:moveTo>
                  <a:lnTo>
                    <a:pt x="0" y="9813"/>
                  </a:lnTo>
                  <a:lnTo>
                    <a:pt x="3120" y="9813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3635175" y="2328350"/>
              <a:ext cx="78025" cy="230300"/>
            </a:xfrm>
            <a:custGeom>
              <a:avLst/>
              <a:gdLst/>
              <a:ahLst/>
              <a:cxnLst/>
              <a:rect l="l" t="t" r="r" b="b"/>
              <a:pathLst>
                <a:path w="3121" h="9212" extrusionOk="0">
                  <a:moveTo>
                    <a:pt x="0" y="0"/>
                  </a:moveTo>
                  <a:lnTo>
                    <a:pt x="0" y="9211"/>
                  </a:lnTo>
                  <a:lnTo>
                    <a:pt x="3120" y="9211"/>
                  </a:lnTo>
                  <a:lnTo>
                    <a:pt x="3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2402075" y="2154475"/>
              <a:ext cx="1311125" cy="101650"/>
            </a:xfrm>
            <a:custGeom>
              <a:avLst/>
              <a:gdLst/>
              <a:ahLst/>
              <a:cxnLst/>
              <a:rect l="l" t="t" r="r" b="b"/>
              <a:pathLst>
                <a:path w="52445" h="4066" extrusionOk="0">
                  <a:moveTo>
                    <a:pt x="1" y="1"/>
                  </a:moveTo>
                  <a:lnTo>
                    <a:pt x="38" y="715"/>
                  </a:lnTo>
                  <a:cubicBezTo>
                    <a:pt x="2294" y="1241"/>
                    <a:pt x="5790" y="1918"/>
                    <a:pt x="11166" y="2670"/>
                  </a:cubicBezTo>
                  <a:cubicBezTo>
                    <a:pt x="19873" y="3873"/>
                    <a:pt x="35870" y="4065"/>
                    <a:pt x="45187" y="4065"/>
                  </a:cubicBezTo>
                  <a:cubicBezTo>
                    <a:pt x="49547" y="4065"/>
                    <a:pt x="52444" y="4023"/>
                    <a:pt x="52444" y="4023"/>
                  </a:cubicBezTo>
                  <a:lnTo>
                    <a:pt x="52444" y="3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2281775" y="2034175"/>
              <a:ext cx="1431425" cy="204075"/>
            </a:xfrm>
            <a:custGeom>
              <a:avLst/>
              <a:gdLst/>
              <a:ahLst/>
              <a:cxnLst/>
              <a:rect l="l" t="t" r="r" b="b"/>
              <a:pathLst>
                <a:path w="57257" h="8163" extrusionOk="0">
                  <a:moveTo>
                    <a:pt x="1" y="0"/>
                  </a:moveTo>
                  <a:lnTo>
                    <a:pt x="1016" y="3647"/>
                  </a:lnTo>
                  <a:cubicBezTo>
                    <a:pt x="1016" y="3647"/>
                    <a:pt x="3234" y="5001"/>
                    <a:pt x="15978" y="6767"/>
                  </a:cubicBezTo>
                  <a:cubicBezTo>
                    <a:pt x="24685" y="7971"/>
                    <a:pt x="40682" y="8163"/>
                    <a:pt x="49999" y="8163"/>
                  </a:cubicBezTo>
                  <a:cubicBezTo>
                    <a:pt x="54359" y="8163"/>
                    <a:pt x="57256" y="8121"/>
                    <a:pt x="57256" y="8121"/>
                  </a:cubicBezTo>
                  <a:lnTo>
                    <a:pt x="57256" y="5339"/>
                  </a:lnTo>
                  <a:cubicBezTo>
                    <a:pt x="57256" y="5339"/>
                    <a:pt x="54359" y="5381"/>
                    <a:pt x="49999" y="5381"/>
                  </a:cubicBezTo>
                  <a:cubicBezTo>
                    <a:pt x="40682" y="5381"/>
                    <a:pt x="24685" y="5189"/>
                    <a:pt x="15978" y="3985"/>
                  </a:cubicBezTo>
                  <a:cubicBezTo>
                    <a:pt x="3234" y="221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9" name="Google Shape;2149;p3"/>
          <p:cNvGrpSpPr/>
          <p:nvPr/>
        </p:nvGrpSpPr>
        <p:grpSpPr>
          <a:xfrm>
            <a:off x="1417207" y="4189248"/>
            <a:ext cx="443090" cy="415211"/>
            <a:chOff x="2987700" y="3560325"/>
            <a:chExt cx="386708" cy="362377"/>
          </a:xfrm>
        </p:grpSpPr>
        <p:sp>
          <p:nvSpPr>
            <p:cNvPr id="2150" name="Google Shape;2150;p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3" name="Google Shape;2173;p3"/>
          <p:cNvGrpSpPr/>
          <p:nvPr/>
        </p:nvGrpSpPr>
        <p:grpSpPr>
          <a:xfrm>
            <a:off x="1121937" y="3563436"/>
            <a:ext cx="295252" cy="276675"/>
            <a:chOff x="2987700" y="3560325"/>
            <a:chExt cx="386708" cy="362377"/>
          </a:xfrm>
        </p:grpSpPr>
        <p:sp>
          <p:nvSpPr>
            <p:cNvPr id="2174" name="Google Shape;2174;p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7" name="Google Shape;2197;p3"/>
          <p:cNvSpPr/>
          <p:nvPr/>
        </p:nvSpPr>
        <p:spPr>
          <a:xfrm>
            <a:off x="5960598" y="4038201"/>
            <a:ext cx="2909303" cy="930490"/>
          </a:xfrm>
          <a:custGeom>
            <a:avLst/>
            <a:gdLst/>
            <a:ahLst/>
            <a:cxnLst/>
            <a:rect l="l" t="t" r="r" b="b"/>
            <a:pathLst>
              <a:path w="73873" h="23627" extrusionOk="0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98" name="Google Shape;2198;p3"/>
          <p:cNvGrpSpPr/>
          <p:nvPr/>
        </p:nvGrpSpPr>
        <p:grpSpPr>
          <a:xfrm>
            <a:off x="7950387" y="2502973"/>
            <a:ext cx="295252" cy="276675"/>
            <a:chOff x="2987700" y="3560325"/>
            <a:chExt cx="386708" cy="362377"/>
          </a:xfrm>
        </p:grpSpPr>
        <p:sp>
          <p:nvSpPr>
            <p:cNvPr id="2199" name="Google Shape;2199;p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2" name="Google Shape;2222;p3"/>
          <p:cNvSpPr/>
          <p:nvPr/>
        </p:nvSpPr>
        <p:spPr>
          <a:xfrm>
            <a:off x="0" y="1027413"/>
            <a:ext cx="2141950" cy="849275"/>
          </a:xfrm>
          <a:custGeom>
            <a:avLst/>
            <a:gdLst/>
            <a:ahLst/>
            <a:cxnLst/>
            <a:rect l="l" t="t" r="r" b="b"/>
            <a:pathLst>
              <a:path w="85678" h="33971" extrusionOk="0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23" name="Google Shape;2223;p3"/>
          <p:cNvGrpSpPr/>
          <p:nvPr/>
        </p:nvGrpSpPr>
        <p:grpSpPr>
          <a:xfrm>
            <a:off x="8245657" y="1182248"/>
            <a:ext cx="443090" cy="415211"/>
            <a:chOff x="2987700" y="3560325"/>
            <a:chExt cx="386708" cy="362377"/>
          </a:xfrm>
        </p:grpSpPr>
        <p:sp>
          <p:nvSpPr>
            <p:cNvPr id="2224" name="Google Shape;2224;p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7" name="Google Shape;2247;p3"/>
          <p:cNvSpPr txBox="1">
            <a:spLocks noGrp="1"/>
          </p:cNvSpPr>
          <p:nvPr>
            <p:ph type="title"/>
          </p:nvPr>
        </p:nvSpPr>
        <p:spPr>
          <a:xfrm>
            <a:off x="2026750" y="2220400"/>
            <a:ext cx="5091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2248" name="Google Shape;2248;p3"/>
          <p:cNvSpPr txBox="1">
            <a:spLocks noGrp="1"/>
          </p:cNvSpPr>
          <p:nvPr>
            <p:ph type="title" idx="2" hasCustomPrompt="1"/>
          </p:nvPr>
        </p:nvSpPr>
        <p:spPr>
          <a:xfrm>
            <a:off x="3915825" y="1079500"/>
            <a:ext cx="1313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6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49" name="Google Shape;2249;p3"/>
          <p:cNvSpPr txBox="1">
            <a:spLocks noGrp="1"/>
          </p:cNvSpPr>
          <p:nvPr>
            <p:ph type="subTitle" idx="1"/>
          </p:nvPr>
        </p:nvSpPr>
        <p:spPr>
          <a:xfrm>
            <a:off x="2029625" y="3118224"/>
            <a:ext cx="50910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1" name="Google Shape;2251;p4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252" name="Google Shape;2252;p4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4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4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4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4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4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4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4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4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4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4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4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4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4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4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4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4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4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4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4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4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4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4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4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4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4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4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4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4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4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4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4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4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4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4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4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4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4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4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4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4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4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4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4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4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4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4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4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4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4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4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4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4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4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4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4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4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4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4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4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4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4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4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4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4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4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4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4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4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4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4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4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4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4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4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4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4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4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4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4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4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4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4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4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4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4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4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4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4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4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4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4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4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4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4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4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4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4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4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4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4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4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4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4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4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4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4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4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4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4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4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4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4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4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4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4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4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4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4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4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4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4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4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4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4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4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4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4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4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4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4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4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4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4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4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4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4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4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4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4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4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4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4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4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4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4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4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4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4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4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4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4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4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4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4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4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4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4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4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4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4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4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4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4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4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4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4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4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4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4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4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4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4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4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4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4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4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4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4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4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4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4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4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4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4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4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4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4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4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4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4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4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4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4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4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4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4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4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4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4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4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4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4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4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4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4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4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4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4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4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4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4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4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4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4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4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4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4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4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4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4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4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4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4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4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4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4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4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4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4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4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4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4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4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4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4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4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4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4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4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4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4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4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4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4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4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4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4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4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4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4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4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4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4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4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4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4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4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4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4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4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4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4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4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4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4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4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4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4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4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4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4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4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4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4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4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4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4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4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4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4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4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4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4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4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4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4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4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4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4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4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4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4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4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4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4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4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4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4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4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4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4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4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4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4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4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4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4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4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4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4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4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4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4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4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4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4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4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4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4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4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4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4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4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4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4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4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4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4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4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4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4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4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4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4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4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4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4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4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4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4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4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4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4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4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4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4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4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4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4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4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4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4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4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4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4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4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4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4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4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4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4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4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4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4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4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4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4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4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4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4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4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4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4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4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4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4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4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4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4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4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4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4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4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4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4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4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4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4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4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4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4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4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4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4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4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4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4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4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4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4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4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4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4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4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4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4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4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4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4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4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4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4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4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4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4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4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4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4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4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4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4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4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4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4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4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4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4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4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4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4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4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4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4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4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4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4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4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4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4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4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4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4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4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4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4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4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4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4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4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4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4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4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4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4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4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4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4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4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4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4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4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4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4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4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4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4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4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4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4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4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4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4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4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4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4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4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4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4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4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4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4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4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4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4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4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4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4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4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4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4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4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4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4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4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4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4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4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4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4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4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4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4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4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4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4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4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4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4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4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4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4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4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4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4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4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4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4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4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4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4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4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4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4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4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4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4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4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4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4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4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4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4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4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4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4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4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4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4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4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4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4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4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4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4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4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4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4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4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4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4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4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4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4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4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4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4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4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4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4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4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4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4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4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4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4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4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4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4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4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4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4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4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4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4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4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4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4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4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4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4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4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4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4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4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4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4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4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4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4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4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4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4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4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4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4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4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4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4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4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4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4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4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4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4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4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4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4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4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4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4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4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4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4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4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4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4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4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4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4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4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4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4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4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4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4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4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4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4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4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4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4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4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4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4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4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4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4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4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4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4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4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4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4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4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4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4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4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4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4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4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4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4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4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4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4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4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4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4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4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4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4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4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4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4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4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4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4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4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4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4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4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4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4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4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4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4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4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4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4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4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4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4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74" name="Google Shape;3274;p4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5" name="Google Shape;3275;p4"/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3276" name="Google Shape;3276;p4"/>
          <p:cNvSpPr txBox="1">
            <a:spLocks noGrp="1"/>
          </p:cNvSpPr>
          <p:nvPr>
            <p:ph type="subTitle" idx="1"/>
          </p:nvPr>
        </p:nvSpPr>
        <p:spPr>
          <a:xfrm>
            <a:off x="726225" y="1232150"/>
            <a:ext cx="7501200" cy="332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>
            <a:endParaRPr/>
          </a:p>
        </p:txBody>
      </p:sp>
      <p:grpSp>
        <p:nvGrpSpPr>
          <p:cNvPr id="3277" name="Google Shape;3277;p4"/>
          <p:cNvGrpSpPr/>
          <p:nvPr/>
        </p:nvGrpSpPr>
        <p:grpSpPr>
          <a:xfrm>
            <a:off x="942207" y="673111"/>
            <a:ext cx="443090" cy="415211"/>
            <a:chOff x="2987700" y="3560325"/>
            <a:chExt cx="386708" cy="362377"/>
          </a:xfrm>
        </p:grpSpPr>
        <p:sp>
          <p:nvSpPr>
            <p:cNvPr id="3278" name="Google Shape;3278;p4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4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4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4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4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4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4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4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4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4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4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4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4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4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4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4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4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4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4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4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4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4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4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1" name="Google Shape;3301;p4"/>
          <p:cNvGrpSpPr/>
          <p:nvPr/>
        </p:nvGrpSpPr>
        <p:grpSpPr>
          <a:xfrm>
            <a:off x="8122307" y="2315761"/>
            <a:ext cx="443090" cy="415211"/>
            <a:chOff x="2987700" y="3560325"/>
            <a:chExt cx="386708" cy="362377"/>
          </a:xfrm>
        </p:grpSpPr>
        <p:sp>
          <p:nvSpPr>
            <p:cNvPr id="3302" name="Google Shape;3302;p4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4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4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4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4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4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4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4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4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4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4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5" name="Google Shape;3325;p4"/>
          <p:cNvGrpSpPr/>
          <p:nvPr/>
        </p:nvGrpSpPr>
        <p:grpSpPr>
          <a:xfrm>
            <a:off x="8417637" y="3314086"/>
            <a:ext cx="295252" cy="276675"/>
            <a:chOff x="2987700" y="3560325"/>
            <a:chExt cx="386708" cy="362377"/>
          </a:xfrm>
        </p:grpSpPr>
        <p:sp>
          <p:nvSpPr>
            <p:cNvPr id="3326" name="Google Shape;3326;p4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4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4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9" name="Google Shape;3349;p4"/>
          <p:cNvGrpSpPr/>
          <p:nvPr/>
        </p:nvGrpSpPr>
        <p:grpSpPr>
          <a:xfrm>
            <a:off x="464537" y="3782336"/>
            <a:ext cx="295252" cy="276675"/>
            <a:chOff x="2987700" y="3560325"/>
            <a:chExt cx="386708" cy="362377"/>
          </a:xfrm>
        </p:grpSpPr>
        <p:sp>
          <p:nvSpPr>
            <p:cNvPr id="3350" name="Google Shape;3350;p4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4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4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4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4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4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4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4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99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3_1">
    <p:spTree>
      <p:nvGrpSpPr>
        <p:cNvPr id="1" name="Shape 9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90" name="Google Shape;9990;p13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9991" name="Google Shape;9991;p13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13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13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13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13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13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13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13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13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13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13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13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13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13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13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13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13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13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13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13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13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13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13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13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13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13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13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13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13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13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13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13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13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13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13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13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13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13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13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13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13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13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13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13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13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13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13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13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13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13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13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13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13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13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13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13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13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13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13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13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13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13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13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13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13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13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13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13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13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13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13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13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13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13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13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13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13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13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13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13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13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13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13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13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13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13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13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13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13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13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13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13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13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13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13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13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13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13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13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13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13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13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13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13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13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13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13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13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13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13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13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13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13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13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13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13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13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13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13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13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13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13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13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13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13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13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13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13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13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13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13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13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13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13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13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13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13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13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13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13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13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13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13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13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13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13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13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13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13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13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13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13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13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13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13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13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13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13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13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13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13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13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13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13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13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13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13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13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13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13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13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13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13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13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13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13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13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13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13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13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13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13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13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13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13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13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13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13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13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13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13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13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13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13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13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13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13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13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13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13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13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13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13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13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13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13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13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13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13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13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13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13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13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13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13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13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13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13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13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13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13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13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13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13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13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13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13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13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13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13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13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13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13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13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13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13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13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13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13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13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13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13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13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13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13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13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13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13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13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13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13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13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13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13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13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13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13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13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13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13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13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13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13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13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13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13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13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13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13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13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13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13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13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13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13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13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13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13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13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13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13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13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13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13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13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13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13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13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13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13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13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13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13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13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13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13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13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13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13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13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13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13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13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13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13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13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13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13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13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13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13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13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13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13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13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13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13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13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13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13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13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13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13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13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13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13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13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13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13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13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13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13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13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13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13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13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13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13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13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13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13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13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13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13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13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13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13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13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13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13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13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13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13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13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13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13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13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13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13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13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13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13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13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13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13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13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13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13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13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13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13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13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13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13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13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13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13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13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13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13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13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13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13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13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13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13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13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13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13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13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13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13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13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13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13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13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13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13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13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13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13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13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13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13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13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13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13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13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13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13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13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13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13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13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13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13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13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13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13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13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13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13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13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13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13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13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13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13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13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13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13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13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13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13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13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13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13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13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13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13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13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13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13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13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13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13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13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13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13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13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13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13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13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13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13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13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13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13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13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13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13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13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13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13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13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13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13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13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13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13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13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13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13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13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13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13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13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13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13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13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13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13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13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13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13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13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13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13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13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13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13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13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13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13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13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13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13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13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13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13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13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13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13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13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13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13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13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13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13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13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13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13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13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13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13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13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13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13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13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13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13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13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13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13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13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13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13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13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13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13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13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13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13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13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13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13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13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13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13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13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13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13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13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13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13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13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13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13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13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13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13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13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13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13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13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13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13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13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13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13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13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13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13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13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13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13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13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13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13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13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13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13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13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13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13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13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13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13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13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13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13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13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13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13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13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13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13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13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13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13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13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13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13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13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13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13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13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13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13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13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13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13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13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13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13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13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13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13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13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13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13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13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13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13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13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13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13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13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13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13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13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13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13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13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13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13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13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13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13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13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13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13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13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13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13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13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13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13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13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13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13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13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13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13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13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13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13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13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13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13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13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13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13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13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13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13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13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13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13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13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13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13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13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13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13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13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13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13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13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13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13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13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13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13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13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13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13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13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13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13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13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13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13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13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13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13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13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13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13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13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13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13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13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13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13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13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13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13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13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13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13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13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13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13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13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13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13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13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13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13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13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13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13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13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13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13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13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13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13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13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13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13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13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13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13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13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13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13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13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13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13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13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13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13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13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13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13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13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13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13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13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13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13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13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13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13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13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13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13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13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13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13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13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13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13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13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13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13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13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13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13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13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13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13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13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13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13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13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13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13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13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13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13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13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13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13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13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13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13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13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13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13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13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13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13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13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13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13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13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13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13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13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13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13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13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13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13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13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13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13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13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13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13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13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13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13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13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13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13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13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13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13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13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13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13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13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13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13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13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13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13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13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13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13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13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13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13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13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13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13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13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13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13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13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13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13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13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13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13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13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13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13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13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13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13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13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13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13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13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13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13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13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13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13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13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13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13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13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13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13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13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13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13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13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13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13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13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13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13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13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13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13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13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13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13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13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13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13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13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13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13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13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13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13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13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13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13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13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13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13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13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13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13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13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13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13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13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13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13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13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13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13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13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13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13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13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13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13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13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13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13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13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13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13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13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13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13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13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13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13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13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13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13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13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13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13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13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13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13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13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13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13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13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13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13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13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13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13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13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13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13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13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13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13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13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13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13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13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13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13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13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13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13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13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13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13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13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13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13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13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13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13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13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13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13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13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13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13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13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13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13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13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13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13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13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13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13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13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13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13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13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13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13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13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13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13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13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13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13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13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13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13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13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13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13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13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13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13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13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13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13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13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13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13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13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13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13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13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13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13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13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13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13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13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13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13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13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13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13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13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13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13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13" name="Google Shape;11013;p13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14" name="Google Shape;11014;p13"/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15" name="Google Shape;11015;p13"/>
          <p:cNvSpPr txBox="1">
            <a:spLocks noGrp="1"/>
          </p:cNvSpPr>
          <p:nvPr>
            <p:ph type="subTitle" idx="1"/>
          </p:nvPr>
        </p:nvSpPr>
        <p:spPr>
          <a:xfrm>
            <a:off x="878625" y="1569475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016" name="Google Shape;11016;p13"/>
          <p:cNvSpPr txBox="1">
            <a:spLocks noGrp="1"/>
          </p:cNvSpPr>
          <p:nvPr>
            <p:ph type="subTitle" idx="2"/>
          </p:nvPr>
        </p:nvSpPr>
        <p:spPr>
          <a:xfrm>
            <a:off x="878721" y="1859347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17" name="Google Shape;11017;p13"/>
          <p:cNvSpPr txBox="1">
            <a:spLocks noGrp="1"/>
          </p:cNvSpPr>
          <p:nvPr>
            <p:ph type="subTitle" idx="3"/>
          </p:nvPr>
        </p:nvSpPr>
        <p:spPr>
          <a:xfrm>
            <a:off x="878625" y="3008751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018" name="Google Shape;11018;p13"/>
          <p:cNvSpPr txBox="1">
            <a:spLocks noGrp="1"/>
          </p:cNvSpPr>
          <p:nvPr>
            <p:ph type="subTitle" idx="4"/>
          </p:nvPr>
        </p:nvSpPr>
        <p:spPr>
          <a:xfrm>
            <a:off x="878721" y="3304100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19" name="Google Shape;11019;p13"/>
          <p:cNvSpPr txBox="1">
            <a:spLocks noGrp="1"/>
          </p:cNvSpPr>
          <p:nvPr>
            <p:ph type="subTitle" idx="5"/>
          </p:nvPr>
        </p:nvSpPr>
        <p:spPr>
          <a:xfrm>
            <a:off x="5817525" y="1569475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020" name="Google Shape;11020;p13"/>
          <p:cNvSpPr txBox="1">
            <a:spLocks noGrp="1"/>
          </p:cNvSpPr>
          <p:nvPr>
            <p:ph type="subTitle" idx="6"/>
          </p:nvPr>
        </p:nvSpPr>
        <p:spPr>
          <a:xfrm>
            <a:off x="5817525" y="1859348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1" name="Google Shape;11021;p13"/>
          <p:cNvSpPr txBox="1">
            <a:spLocks noGrp="1"/>
          </p:cNvSpPr>
          <p:nvPr>
            <p:ph type="subTitle" idx="7"/>
          </p:nvPr>
        </p:nvSpPr>
        <p:spPr>
          <a:xfrm>
            <a:off x="5817525" y="3008747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022" name="Google Shape;11022;p13"/>
          <p:cNvSpPr txBox="1">
            <a:spLocks noGrp="1"/>
          </p:cNvSpPr>
          <p:nvPr>
            <p:ph type="subTitle" idx="8"/>
          </p:nvPr>
        </p:nvSpPr>
        <p:spPr>
          <a:xfrm>
            <a:off x="5817525" y="3304100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3" name="Google Shape;11023;p13"/>
          <p:cNvSpPr txBox="1">
            <a:spLocks noGrp="1"/>
          </p:cNvSpPr>
          <p:nvPr>
            <p:ph type="title" idx="9" hasCustomPrompt="1"/>
          </p:nvPr>
        </p:nvSpPr>
        <p:spPr>
          <a:xfrm>
            <a:off x="3333241" y="1800250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1024" name="Google Shape;11024;p13"/>
          <p:cNvSpPr txBox="1">
            <a:spLocks noGrp="1"/>
          </p:cNvSpPr>
          <p:nvPr>
            <p:ph type="title" idx="13" hasCustomPrompt="1"/>
          </p:nvPr>
        </p:nvSpPr>
        <p:spPr>
          <a:xfrm>
            <a:off x="3333241" y="3231750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1025" name="Google Shape;11025;p13"/>
          <p:cNvSpPr txBox="1">
            <a:spLocks noGrp="1"/>
          </p:cNvSpPr>
          <p:nvPr>
            <p:ph type="title" idx="14" hasCustomPrompt="1"/>
          </p:nvPr>
        </p:nvSpPr>
        <p:spPr>
          <a:xfrm>
            <a:off x="5070059" y="1800250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1026" name="Google Shape;11026;p13"/>
          <p:cNvSpPr txBox="1">
            <a:spLocks noGrp="1"/>
          </p:cNvSpPr>
          <p:nvPr>
            <p:ph type="title" idx="15" hasCustomPrompt="1"/>
          </p:nvPr>
        </p:nvSpPr>
        <p:spPr>
          <a:xfrm>
            <a:off x="5070059" y="3231750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grpSp>
        <p:nvGrpSpPr>
          <p:cNvPr id="11027" name="Google Shape;11027;p13"/>
          <p:cNvGrpSpPr/>
          <p:nvPr/>
        </p:nvGrpSpPr>
        <p:grpSpPr>
          <a:xfrm>
            <a:off x="1135482" y="867436"/>
            <a:ext cx="443090" cy="415211"/>
            <a:chOff x="2987700" y="3560325"/>
            <a:chExt cx="386708" cy="362377"/>
          </a:xfrm>
        </p:grpSpPr>
        <p:sp>
          <p:nvSpPr>
            <p:cNvPr id="11028" name="Google Shape;11028;p1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1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1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1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1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1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1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1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1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1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1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1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1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1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1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1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1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1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1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1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1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1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1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51" name="Google Shape;11051;p13"/>
          <p:cNvGrpSpPr/>
          <p:nvPr/>
        </p:nvGrpSpPr>
        <p:grpSpPr>
          <a:xfrm>
            <a:off x="8010862" y="4129186"/>
            <a:ext cx="295252" cy="276675"/>
            <a:chOff x="2987700" y="3560325"/>
            <a:chExt cx="386708" cy="362377"/>
          </a:xfrm>
        </p:grpSpPr>
        <p:sp>
          <p:nvSpPr>
            <p:cNvPr id="11052" name="Google Shape;11052;p1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1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1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1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1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1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1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1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1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1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1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1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1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1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1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1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1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1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1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1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1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1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1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75" name="Google Shape;11075;p13"/>
          <p:cNvGrpSpPr/>
          <p:nvPr/>
        </p:nvGrpSpPr>
        <p:grpSpPr>
          <a:xfrm>
            <a:off x="526837" y="2128961"/>
            <a:ext cx="295252" cy="276675"/>
            <a:chOff x="2987700" y="3560325"/>
            <a:chExt cx="386708" cy="362377"/>
          </a:xfrm>
        </p:grpSpPr>
        <p:sp>
          <p:nvSpPr>
            <p:cNvPr id="11076" name="Google Shape;11076;p1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1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1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1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1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1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1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1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1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1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1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1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1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1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1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1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1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1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1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1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1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1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1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99" name="Google Shape;11099;p13"/>
          <p:cNvGrpSpPr/>
          <p:nvPr/>
        </p:nvGrpSpPr>
        <p:grpSpPr>
          <a:xfrm>
            <a:off x="8265232" y="2582411"/>
            <a:ext cx="443090" cy="415211"/>
            <a:chOff x="2987700" y="3560325"/>
            <a:chExt cx="386708" cy="362377"/>
          </a:xfrm>
        </p:grpSpPr>
        <p:sp>
          <p:nvSpPr>
            <p:cNvPr id="11100" name="Google Shape;11100;p13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13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13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13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13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13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13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13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13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13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13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13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13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13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13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13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13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13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13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13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13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13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13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23" name="Google Shape;11123;p13"/>
          <p:cNvSpPr/>
          <p:nvPr/>
        </p:nvSpPr>
        <p:spPr>
          <a:xfrm>
            <a:off x="0" y="4055550"/>
            <a:ext cx="2141950" cy="849275"/>
          </a:xfrm>
          <a:custGeom>
            <a:avLst/>
            <a:gdLst/>
            <a:ahLst/>
            <a:cxnLst/>
            <a:rect l="l" t="t" r="r" b="b"/>
            <a:pathLst>
              <a:path w="85678" h="33971" extrusionOk="0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24" name="Google Shape;11124;p13"/>
          <p:cNvSpPr/>
          <p:nvPr/>
        </p:nvSpPr>
        <p:spPr>
          <a:xfrm flipH="1">
            <a:off x="7002050" y="644000"/>
            <a:ext cx="2141950" cy="849275"/>
          </a:xfrm>
          <a:custGeom>
            <a:avLst/>
            <a:gdLst/>
            <a:ahLst/>
            <a:cxnLst/>
            <a:rect l="l" t="t" r="r" b="b"/>
            <a:pathLst>
              <a:path w="85678" h="33971" extrusionOk="0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 1">
  <p:cSld name="CUSTOM_3_1_1">
    <p:spTree>
      <p:nvGrpSpPr>
        <p:cNvPr id="1" name="Shape 1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26" name="Google Shape;11126;p14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1127" name="Google Shape;11127;p14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14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14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14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14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14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14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14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14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14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14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14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14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14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14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14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14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14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14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14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14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14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14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14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14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14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14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14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14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14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14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14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14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14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14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14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14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14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14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14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14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14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14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14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14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14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14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14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14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14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14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14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14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14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14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14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14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14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14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14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14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14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14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14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14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14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14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14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14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14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14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14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14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14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14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14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14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14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14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14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14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14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14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14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14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14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14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14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14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14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14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14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14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14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14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14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14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14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14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14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14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14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14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14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14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14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14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14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14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14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14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14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14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14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14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14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14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14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14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14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14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14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14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14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14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14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14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14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14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14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14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14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14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14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14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14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14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14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14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14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14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14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14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14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14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14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14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14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14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14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14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14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14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14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14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14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14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14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14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14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14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14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14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14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14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14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14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14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14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14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14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14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14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14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14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14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14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14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14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14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14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14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14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14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14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14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14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14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14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14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14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14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14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14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14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14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14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14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14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14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14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14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14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14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14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14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14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14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14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14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14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14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14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14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14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14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14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14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14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14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14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14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14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14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14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14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14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14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14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14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14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14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14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14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14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14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14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14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14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14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14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14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14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14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14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14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14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14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14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14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14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14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14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14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14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14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14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14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14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14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14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14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14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14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14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14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14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14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14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14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14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14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14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14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14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14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14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14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14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14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14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14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14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14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14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14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14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14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14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14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14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14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14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14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14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14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14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14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14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14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14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14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14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14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14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14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14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14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14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14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14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14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14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14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14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14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14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14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14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14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14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14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14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14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14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14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14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14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14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14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14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14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14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14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14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14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14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14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14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14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14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14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14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14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14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14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14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14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14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14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14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14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14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14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14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14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14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14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14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14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14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14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14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14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14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14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14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14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14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14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14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14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14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14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14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14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14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14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14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14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14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14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14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14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14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14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14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14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14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14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14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14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14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14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14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14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14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14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14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14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14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14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14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14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14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14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14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14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14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14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14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14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14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14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14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14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14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14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14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14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14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14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14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14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14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14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14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14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14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14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14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14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14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14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14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14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14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14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14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14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14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14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14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14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14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14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14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14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14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14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14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14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14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14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14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14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14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14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14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14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14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14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14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14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14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14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14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14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14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14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14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14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14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14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14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14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14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14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14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14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14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14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14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14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14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14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14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14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14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14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14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14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14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14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14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14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14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14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14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14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14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14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14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14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14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14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14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14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14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14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14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14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14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14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14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14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14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14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14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14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14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14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14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14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14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14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14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14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14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14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14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14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14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14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14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14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14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14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14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14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14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14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14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14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14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14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14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14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14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14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14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14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14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14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14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14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14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14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14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14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14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14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14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14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14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14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14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14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14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14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14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14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14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14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14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14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14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14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14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14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14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14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14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14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14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14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14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14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14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14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14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14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14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14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14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14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14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14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14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14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14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14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14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14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14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14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14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14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14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14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14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14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14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14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14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14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14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14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14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14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14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14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14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14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14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14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14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14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14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14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14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14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14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14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14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14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14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14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14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14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14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14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14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14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14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14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14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14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14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14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14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14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14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14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14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14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14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14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14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14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14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14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14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14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14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14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14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14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14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14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14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14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14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14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14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14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14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14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14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14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14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14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14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14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14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14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14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14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14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14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14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14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14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14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14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14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14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14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14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14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14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14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14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14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14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14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14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14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14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14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14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14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14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14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14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14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14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14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14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14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14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14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14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14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14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14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14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14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14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14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14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14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14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14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14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14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14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14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14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14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14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14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14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14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14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14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14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14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14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14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14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14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14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14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14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14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14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14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14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14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14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14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14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14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14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14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14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14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14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14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14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14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14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14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14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14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14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14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14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14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14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14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14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14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14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14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14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14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14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14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14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14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14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14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14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14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14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14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14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14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14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14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14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14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14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14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14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14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14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14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14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14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14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14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14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14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14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14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14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14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14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14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14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14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14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14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14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14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14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14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14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14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14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14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14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14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14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14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14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14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14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14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14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14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14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14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14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14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14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14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14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14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14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14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14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14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14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14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14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14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14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14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14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14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14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14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14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14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14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14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14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14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14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14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14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14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14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14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14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14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14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14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14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14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14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14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14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14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14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14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14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14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14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14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14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14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14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14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14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14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14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14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14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14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14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14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14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14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14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14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14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14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14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14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14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14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14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14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14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14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14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14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14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14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14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14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14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14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14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14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14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14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14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14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14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14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14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14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14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14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14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14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14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14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14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14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14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14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14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14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14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14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14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14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14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14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14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14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14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14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14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14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14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14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14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14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14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14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14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14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14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14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14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14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14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14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14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14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14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14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14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14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14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14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14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14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14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14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14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14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14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14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14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14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14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14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14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14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14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14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14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14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14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14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14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14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14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14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14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14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14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14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14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14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14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14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14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14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14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14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14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14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49" name="Google Shape;12149;p14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50" name="Google Shape;12150;p14"/>
          <p:cNvSpPr txBox="1">
            <a:spLocks noGrp="1"/>
          </p:cNvSpPr>
          <p:nvPr>
            <p:ph type="title"/>
          </p:nvPr>
        </p:nvSpPr>
        <p:spPr>
          <a:xfrm>
            <a:off x="726300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2151" name="Google Shape;12151;p14">
            <a:hlinkClick r:id="rId2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713268" y="2297088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2152" name="Google Shape;12152;p14"/>
          <p:cNvSpPr txBox="1">
            <a:spLocks noGrp="1"/>
          </p:cNvSpPr>
          <p:nvPr>
            <p:ph type="subTitle" idx="2"/>
          </p:nvPr>
        </p:nvSpPr>
        <p:spPr>
          <a:xfrm>
            <a:off x="713268" y="2694009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2153" name="Google Shape;12153;p14">
            <a:hlinkClick r:id="rId3" action="ppaction://hlinksldjump"/>
          </p:cNvPr>
          <p:cNvSpPr txBox="1">
            <a:spLocks noGrp="1"/>
          </p:cNvSpPr>
          <p:nvPr>
            <p:ph type="subTitle" idx="3"/>
          </p:nvPr>
        </p:nvSpPr>
        <p:spPr>
          <a:xfrm>
            <a:off x="3348150" y="3144463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2154" name="Google Shape;12154;p14"/>
          <p:cNvSpPr txBox="1">
            <a:spLocks noGrp="1"/>
          </p:cNvSpPr>
          <p:nvPr>
            <p:ph type="subTitle" idx="4"/>
          </p:nvPr>
        </p:nvSpPr>
        <p:spPr>
          <a:xfrm>
            <a:off x="3348150" y="3541362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2155" name="Google Shape;12155;p14">
            <a:hlinkClick r:id="rId4" action="ppaction://hlinksldjump"/>
          </p:cNvPr>
          <p:cNvSpPr txBox="1">
            <a:spLocks noGrp="1"/>
          </p:cNvSpPr>
          <p:nvPr>
            <p:ph type="subTitle" idx="5"/>
          </p:nvPr>
        </p:nvSpPr>
        <p:spPr>
          <a:xfrm>
            <a:off x="5983084" y="2297075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800" b="1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2156" name="Google Shape;12156;p14"/>
          <p:cNvSpPr txBox="1">
            <a:spLocks noGrp="1"/>
          </p:cNvSpPr>
          <p:nvPr>
            <p:ph type="subTitle" idx="6"/>
          </p:nvPr>
        </p:nvSpPr>
        <p:spPr>
          <a:xfrm>
            <a:off x="5983084" y="2693998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2157" name="Google Shape;12157;p14"/>
          <p:cNvSpPr txBox="1">
            <a:spLocks noGrp="1"/>
          </p:cNvSpPr>
          <p:nvPr>
            <p:ph type="title" idx="7" hasCustomPrompt="1"/>
          </p:nvPr>
        </p:nvSpPr>
        <p:spPr>
          <a:xfrm>
            <a:off x="1566768" y="1724388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7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2158" name="Google Shape;12158;p14"/>
          <p:cNvSpPr txBox="1">
            <a:spLocks noGrp="1"/>
          </p:cNvSpPr>
          <p:nvPr>
            <p:ph type="title" idx="8" hasCustomPrompt="1"/>
          </p:nvPr>
        </p:nvSpPr>
        <p:spPr>
          <a:xfrm>
            <a:off x="4201650" y="2571750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7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2159" name="Google Shape;12159;p14"/>
          <p:cNvSpPr txBox="1">
            <a:spLocks noGrp="1"/>
          </p:cNvSpPr>
          <p:nvPr>
            <p:ph type="title" idx="9" hasCustomPrompt="1"/>
          </p:nvPr>
        </p:nvSpPr>
        <p:spPr>
          <a:xfrm>
            <a:off x="6836584" y="1724388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7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3_1_1_1">
    <p:spTree>
      <p:nvGrpSpPr>
        <p:cNvPr id="1" name="Shape 12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61" name="Google Shape;12161;p15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2162" name="Google Shape;12162;p15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15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15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15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15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15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15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15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15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15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15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15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15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15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15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15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15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15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15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15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15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15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15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15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15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15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15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15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15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15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15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15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15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15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15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15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15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15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15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15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15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15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15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15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15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15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15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15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15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15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15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15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15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15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15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15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15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15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15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15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15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15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15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15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15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15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15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15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15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15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15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15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15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15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15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15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15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15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15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15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15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15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15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15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15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15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15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15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15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15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15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15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15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15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15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15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15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15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15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15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15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15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15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15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15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15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15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15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15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15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15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15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15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15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15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15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15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15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15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15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15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15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15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15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15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15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15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15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15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15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15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15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15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15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15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15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15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15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15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15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15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15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15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15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15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15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15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15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15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15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15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15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15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15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15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15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15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15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15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15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15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15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15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15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15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15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15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15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15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15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15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15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15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15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15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15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15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15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15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15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15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15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15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15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15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15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15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15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15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15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15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15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15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15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15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15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15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15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15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15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15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15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15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15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15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15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15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15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15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15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15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15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15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15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15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15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15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15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15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15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15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15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15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15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15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15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15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15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15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15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15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15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15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15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15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15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15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15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15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15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15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15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15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15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15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15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15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15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15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15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15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15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15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15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15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15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15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15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15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15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15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15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15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15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15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15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15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15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15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15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15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15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15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15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15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15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15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15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15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15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15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15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15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15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15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15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15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15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15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15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15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15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15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15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15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15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15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15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15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15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15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15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15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15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15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15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15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15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15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15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15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15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15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15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15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15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15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15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15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15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15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15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15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15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15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15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15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15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15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15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15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15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15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15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15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15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15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15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15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15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15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15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15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15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15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15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15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15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15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15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15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15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15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15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15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15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15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15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15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15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15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15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15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15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15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15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15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15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15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15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15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15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15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15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15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15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15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15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15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15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15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15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15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15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15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15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15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15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15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15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15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15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15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15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15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15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15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15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15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15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15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15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15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15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15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15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15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15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15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15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15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15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15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15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15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15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15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15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15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15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15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15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15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15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15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15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15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15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15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15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15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15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15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15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15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15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15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15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15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15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15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15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15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15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15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15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15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15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15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15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15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15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15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15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15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15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15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15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15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15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15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15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15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15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15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15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15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15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15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15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15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15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15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15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15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15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15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15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15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15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15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15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15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15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15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15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15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15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15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15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15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15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15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15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15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15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15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15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15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15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15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15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15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15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15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15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15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15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15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15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15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15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15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15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15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15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15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15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15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15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15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15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15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15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15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15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15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15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15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15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15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15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15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15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15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15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15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15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15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15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15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15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15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15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15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15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15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15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15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15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15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15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15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15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15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15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15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15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15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15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15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15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15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15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15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15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15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15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15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15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15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15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15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15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15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15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15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15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15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15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15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15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15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15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15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15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15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15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15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15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15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15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15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15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15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15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15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15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15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15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15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15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15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15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15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15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15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15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15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15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15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15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15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15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15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15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15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15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15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15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15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15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15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15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15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15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15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15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15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15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15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15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15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15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15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15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15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15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15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15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15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15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15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15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15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15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15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15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15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15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15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15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15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15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15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15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15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15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15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15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15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15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15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15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15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15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15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15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15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15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15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15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15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15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15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15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15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15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15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15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15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15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15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15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15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15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15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15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15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15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15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15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15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15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15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15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15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15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15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15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15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15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15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15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15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15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15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15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15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15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15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15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15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15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15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15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15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15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15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15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15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15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15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15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15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15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15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15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15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15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15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15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15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15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15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15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15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15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15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15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15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15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15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15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15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15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15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15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15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15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15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15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15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15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15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15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15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15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15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15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15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15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15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15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15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15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15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15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15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15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15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15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15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15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15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15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15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15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15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15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15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15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15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15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15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15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15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15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15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15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15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15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15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15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15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15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15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15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15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15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15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15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15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15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15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15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15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15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15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15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15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15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15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15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15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15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15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15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15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15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15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15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15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15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15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15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15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15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15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15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15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15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15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15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15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15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15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15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15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15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15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15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15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15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15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15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15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15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15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15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15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15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15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15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15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15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15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15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15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15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15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15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15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15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15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15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15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15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15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15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15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15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15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15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15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15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15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15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15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15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15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15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15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15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15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15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15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15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15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15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15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15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15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15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15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15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15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15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15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15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15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15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15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15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15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15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15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15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15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15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15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15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15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15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15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15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15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15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15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15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15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15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15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15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15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15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15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15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15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15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15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15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15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15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15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15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15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15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15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15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15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15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15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15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15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15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15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15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15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15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15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15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15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15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15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15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15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15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15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15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15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15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15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15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15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15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15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15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15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15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15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15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15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15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15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15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15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15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15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15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15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15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15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15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15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15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15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15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15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15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15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15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15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15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15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15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15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15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15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15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15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15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15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15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15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15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15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15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15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15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15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15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15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15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15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15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15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15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15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15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15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15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84" name="Google Shape;13184;p15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85" name="Google Shape;13185;p15"/>
          <p:cNvSpPr txBox="1">
            <a:spLocks noGrp="1"/>
          </p:cNvSpPr>
          <p:nvPr>
            <p:ph type="title"/>
          </p:nvPr>
        </p:nvSpPr>
        <p:spPr>
          <a:xfrm>
            <a:off x="713225" y="2819400"/>
            <a:ext cx="5102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3186" name="Google Shape;13186;p15"/>
          <p:cNvSpPr txBox="1">
            <a:spLocks noGrp="1"/>
          </p:cNvSpPr>
          <p:nvPr>
            <p:ph type="title" idx="2" hasCustomPrompt="1"/>
          </p:nvPr>
        </p:nvSpPr>
        <p:spPr>
          <a:xfrm>
            <a:off x="716100" y="1430525"/>
            <a:ext cx="1313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6000">
                <a:solidFill>
                  <a:schemeClr val="lt1"/>
                </a:solidFill>
              </a:defRPr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187" name="Google Shape;13187;p15"/>
          <p:cNvSpPr txBox="1">
            <a:spLocks noGrp="1"/>
          </p:cNvSpPr>
          <p:nvPr>
            <p:ph type="subTitle" idx="1"/>
          </p:nvPr>
        </p:nvSpPr>
        <p:spPr>
          <a:xfrm>
            <a:off x="716107" y="3717225"/>
            <a:ext cx="51027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CUSTOM_16">
    <p:spTree>
      <p:nvGrpSpPr>
        <p:cNvPr id="1" name="Shape 34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73" name="Google Shape;34873;p35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34874" name="Google Shape;34874;p35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5" name="Google Shape;34875;p35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6" name="Google Shape;34876;p35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7" name="Google Shape;34877;p35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8" name="Google Shape;34878;p35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9" name="Google Shape;34879;p35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0" name="Google Shape;34880;p35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1" name="Google Shape;34881;p35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2" name="Google Shape;34882;p35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3" name="Google Shape;34883;p35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4" name="Google Shape;34884;p35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5" name="Google Shape;34885;p35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6" name="Google Shape;34886;p35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7" name="Google Shape;34887;p35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8" name="Google Shape;34888;p35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9" name="Google Shape;34889;p35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0" name="Google Shape;34890;p35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1" name="Google Shape;34891;p35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2" name="Google Shape;34892;p35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3" name="Google Shape;34893;p35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4" name="Google Shape;34894;p35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5" name="Google Shape;34895;p35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6" name="Google Shape;34896;p35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7" name="Google Shape;34897;p35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8" name="Google Shape;34898;p35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9" name="Google Shape;34899;p35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0" name="Google Shape;34900;p35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1" name="Google Shape;34901;p35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2" name="Google Shape;34902;p35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3" name="Google Shape;34903;p35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4" name="Google Shape;34904;p35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5" name="Google Shape;34905;p35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6" name="Google Shape;34906;p35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7" name="Google Shape;34907;p35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8" name="Google Shape;34908;p35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9" name="Google Shape;34909;p35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0" name="Google Shape;34910;p35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1" name="Google Shape;34911;p35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2" name="Google Shape;34912;p35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3" name="Google Shape;34913;p35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4" name="Google Shape;34914;p35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5" name="Google Shape;34915;p35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6" name="Google Shape;34916;p35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7" name="Google Shape;34917;p35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8" name="Google Shape;34918;p35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9" name="Google Shape;34919;p35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0" name="Google Shape;34920;p35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1" name="Google Shape;34921;p35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2" name="Google Shape;34922;p35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3" name="Google Shape;34923;p35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4" name="Google Shape;34924;p35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5" name="Google Shape;34925;p35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6" name="Google Shape;34926;p35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7" name="Google Shape;34927;p35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8" name="Google Shape;34928;p35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9" name="Google Shape;34929;p35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0" name="Google Shape;34930;p35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1" name="Google Shape;34931;p35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2" name="Google Shape;34932;p35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3" name="Google Shape;34933;p35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4" name="Google Shape;34934;p35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5" name="Google Shape;34935;p35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6" name="Google Shape;34936;p35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7" name="Google Shape;34937;p35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8" name="Google Shape;34938;p35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9" name="Google Shape;34939;p35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0" name="Google Shape;34940;p35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1" name="Google Shape;34941;p35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2" name="Google Shape;34942;p35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3" name="Google Shape;34943;p35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4" name="Google Shape;34944;p35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5" name="Google Shape;34945;p35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6" name="Google Shape;34946;p35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7" name="Google Shape;34947;p35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8" name="Google Shape;34948;p35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9" name="Google Shape;34949;p35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0" name="Google Shape;34950;p35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1" name="Google Shape;34951;p35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2" name="Google Shape;34952;p35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3" name="Google Shape;34953;p35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4" name="Google Shape;34954;p35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5" name="Google Shape;34955;p35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6" name="Google Shape;34956;p35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7" name="Google Shape;34957;p35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8" name="Google Shape;34958;p35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9" name="Google Shape;34959;p35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0" name="Google Shape;34960;p35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1" name="Google Shape;34961;p35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2" name="Google Shape;34962;p35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3" name="Google Shape;34963;p35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4" name="Google Shape;34964;p35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5" name="Google Shape;34965;p35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6" name="Google Shape;34966;p35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7" name="Google Shape;34967;p35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8" name="Google Shape;34968;p35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9" name="Google Shape;34969;p35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0" name="Google Shape;34970;p35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1" name="Google Shape;34971;p35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2" name="Google Shape;34972;p35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3" name="Google Shape;34973;p35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4" name="Google Shape;34974;p35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5" name="Google Shape;34975;p35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6" name="Google Shape;34976;p35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7" name="Google Shape;34977;p35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8" name="Google Shape;34978;p35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9" name="Google Shape;34979;p35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0" name="Google Shape;34980;p35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1" name="Google Shape;34981;p35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2" name="Google Shape;34982;p35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3" name="Google Shape;34983;p35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4" name="Google Shape;34984;p35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5" name="Google Shape;34985;p35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6" name="Google Shape;34986;p35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7" name="Google Shape;34987;p35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8" name="Google Shape;34988;p35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9" name="Google Shape;34989;p35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0" name="Google Shape;34990;p35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1" name="Google Shape;34991;p35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2" name="Google Shape;34992;p35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3" name="Google Shape;34993;p35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4" name="Google Shape;34994;p35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5" name="Google Shape;34995;p35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6" name="Google Shape;34996;p35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7" name="Google Shape;34997;p35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8" name="Google Shape;34998;p35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9" name="Google Shape;34999;p35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0" name="Google Shape;35000;p35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1" name="Google Shape;35001;p35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2" name="Google Shape;35002;p35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3" name="Google Shape;35003;p35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4" name="Google Shape;35004;p35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5" name="Google Shape;35005;p35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6" name="Google Shape;35006;p35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7" name="Google Shape;35007;p35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8" name="Google Shape;35008;p35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9" name="Google Shape;35009;p35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0" name="Google Shape;35010;p35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1" name="Google Shape;35011;p35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2" name="Google Shape;35012;p35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3" name="Google Shape;35013;p35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4" name="Google Shape;35014;p35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5" name="Google Shape;35015;p35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6" name="Google Shape;35016;p35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7" name="Google Shape;35017;p35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8" name="Google Shape;35018;p35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9" name="Google Shape;35019;p35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0" name="Google Shape;35020;p35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1" name="Google Shape;35021;p35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2" name="Google Shape;35022;p35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3" name="Google Shape;35023;p35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4" name="Google Shape;35024;p35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5" name="Google Shape;35025;p35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6" name="Google Shape;35026;p35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7" name="Google Shape;35027;p35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8" name="Google Shape;35028;p35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9" name="Google Shape;35029;p35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0" name="Google Shape;35030;p35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1" name="Google Shape;35031;p35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2" name="Google Shape;35032;p35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3" name="Google Shape;35033;p35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4" name="Google Shape;35034;p35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5" name="Google Shape;35035;p35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6" name="Google Shape;35036;p35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7" name="Google Shape;35037;p35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8" name="Google Shape;35038;p35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9" name="Google Shape;35039;p35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0" name="Google Shape;35040;p35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1" name="Google Shape;35041;p35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2" name="Google Shape;35042;p35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3" name="Google Shape;35043;p35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4" name="Google Shape;35044;p35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5" name="Google Shape;35045;p35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6" name="Google Shape;35046;p35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7" name="Google Shape;35047;p35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8" name="Google Shape;35048;p35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9" name="Google Shape;35049;p35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0" name="Google Shape;35050;p35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1" name="Google Shape;35051;p35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2" name="Google Shape;35052;p35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3" name="Google Shape;35053;p35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4" name="Google Shape;35054;p35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5" name="Google Shape;35055;p35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6" name="Google Shape;35056;p35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7" name="Google Shape;35057;p35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8" name="Google Shape;35058;p35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9" name="Google Shape;35059;p35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0" name="Google Shape;35060;p35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1" name="Google Shape;35061;p35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2" name="Google Shape;35062;p35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3" name="Google Shape;35063;p35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4" name="Google Shape;35064;p35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5" name="Google Shape;35065;p35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6" name="Google Shape;35066;p35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7" name="Google Shape;35067;p35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8" name="Google Shape;35068;p35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9" name="Google Shape;35069;p35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0" name="Google Shape;35070;p35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1" name="Google Shape;35071;p35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2" name="Google Shape;35072;p35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3" name="Google Shape;35073;p35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4" name="Google Shape;35074;p35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5" name="Google Shape;35075;p35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6" name="Google Shape;35076;p35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7" name="Google Shape;35077;p35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8" name="Google Shape;35078;p35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9" name="Google Shape;35079;p35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0" name="Google Shape;35080;p35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1" name="Google Shape;35081;p35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2" name="Google Shape;35082;p35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3" name="Google Shape;35083;p35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4" name="Google Shape;35084;p35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5" name="Google Shape;35085;p35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6" name="Google Shape;35086;p35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7" name="Google Shape;35087;p35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8" name="Google Shape;35088;p35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9" name="Google Shape;35089;p35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0" name="Google Shape;35090;p35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1" name="Google Shape;35091;p35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2" name="Google Shape;35092;p35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3" name="Google Shape;35093;p35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4" name="Google Shape;35094;p35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5" name="Google Shape;35095;p35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6" name="Google Shape;35096;p35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7" name="Google Shape;35097;p35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8" name="Google Shape;35098;p35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9" name="Google Shape;35099;p35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0" name="Google Shape;35100;p35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1" name="Google Shape;35101;p35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2" name="Google Shape;35102;p35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3" name="Google Shape;35103;p35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4" name="Google Shape;35104;p35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5" name="Google Shape;35105;p35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6" name="Google Shape;35106;p35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7" name="Google Shape;35107;p35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8" name="Google Shape;35108;p35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9" name="Google Shape;35109;p35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0" name="Google Shape;35110;p35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1" name="Google Shape;35111;p35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2" name="Google Shape;35112;p35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3" name="Google Shape;35113;p35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4" name="Google Shape;35114;p35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5" name="Google Shape;35115;p35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6" name="Google Shape;35116;p35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7" name="Google Shape;35117;p35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8" name="Google Shape;35118;p35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9" name="Google Shape;35119;p35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0" name="Google Shape;35120;p35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1" name="Google Shape;35121;p35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2" name="Google Shape;35122;p35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3" name="Google Shape;35123;p35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4" name="Google Shape;35124;p35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5" name="Google Shape;35125;p35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6" name="Google Shape;35126;p35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7" name="Google Shape;35127;p35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8" name="Google Shape;35128;p35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9" name="Google Shape;35129;p35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0" name="Google Shape;35130;p35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1" name="Google Shape;35131;p35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2" name="Google Shape;35132;p35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3" name="Google Shape;35133;p35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4" name="Google Shape;35134;p35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5" name="Google Shape;35135;p35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6" name="Google Shape;35136;p35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7" name="Google Shape;35137;p35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8" name="Google Shape;35138;p35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9" name="Google Shape;35139;p35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0" name="Google Shape;35140;p35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1" name="Google Shape;35141;p35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2" name="Google Shape;35142;p35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3" name="Google Shape;35143;p35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4" name="Google Shape;35144;p35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5" name="Google Shape;35145;p35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6" name="Google Shape;35146;p35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7" name="Google Shape;35147;p35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8" name="Google Shape;35148;p35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9" name="Google Shape;35149;p35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0" name="Google Shape;35150;p35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1" name="Google Shape;35151;p35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2" name="Google Shape;35152;p35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3" name="Google Shape;35153;p35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4" name="Google Shape;35154;p35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5" name="Google Shape;35155;p35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6" name="Google Shape;35156;p35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7" name="Google Shape;35157;p35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8" name="Google Shape;35158;p35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9" name="Google Shape;35159;p35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0" name="Google Shape;35160;p35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1" name="Google Shape;35161;p35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2" name="Google Shape;35162;p35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3" name="Google Shape;35163;p35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4" name="Google Shape;35164;p35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5" name="Google Shape;35165;p35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6" name="Google Shape;35166;p35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7" name="Google Shape;35167;p35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8" name="Google Shape;35168;p35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9" name="Google Shape;35169;p35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0" name="Google Shape;35170;p35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1" name="Google Shape;35171;p35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2" name="Google Shape;35172;p35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3" name="Google Shape;35173;p35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4" name="Google Shape;35174;p35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5" name="Google Shape;35175;p35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6" name="Google Shape;35176;p35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7" name="Google Shape;35177;p35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8" name="Google Shape;35178;p35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9" name="Google Shape;35179;p35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0" name="Google Shape;35180;p35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1" name="Google Shape;35181;p35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2" name="Google Shape;35182;p35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3" name="Google Shape;35183;p35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4" name="Google Shape;35184;p35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5" name="Google Shape;35185;p35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6" name="Google Shape;35186;p35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7" name="Google Shape;35187;p35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8" name="Google Shape;35188;p35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9" name="Google Shape;35189;p35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0" name="Google Shape;35190;p35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1" name="Google Shape;35191;p35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2" name="Google Shape;35192;p35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3" name="Google Shape;35193;p35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4" name="Google Shape;35194;p35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5" name="Google Shape;35195;p35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6" name="Google Shape;35196;p35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7" name="Google Shape;35197;p35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8" name="Google Shape;35198;p35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9" name="Google Shape;35199;p35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0" name="Google Shape;35200;p35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1" name="Google Shape;35201;p35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2" name="Google Shape;35202;p35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3" name="Google Shape;35203;p35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4" name="Google Shape;35204;p35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5" name="Google Shape;35205;p35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6" name="Google Shape;35206;p35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7" name="Google Shape;35207;p35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8" name="Google Shape;35208;p35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9" name="Google Shape;35209;p35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0" name="Google Shape;35210;p35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1" name="Google Shape;35211;p35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2" name="Google Shape;35212;p35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3" name="Google Shape;35213;p35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4" name="Google Shape;35214;p35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5" name="Google Shape;35215;p35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6" name="Google Shape;35216;p35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7" name="Google Shape;35217;p35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8" name="Google Shape;35218;p35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9" name="Google Shape;35219;p35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0" name="Google Shape;35220;p35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1" name="Google Shape;35221;p35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2" name="Google Shape;35222;p35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3" name="Google Shape;35223;p35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4" name="Google Shape;35224;p35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5" name="Google Shape;35225;p35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6" name="Google Shape;35226;p35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7" name="Google Shape;35227;p35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8" name="Google Shape;35228;p35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9" name="Google Shape;35229;p35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0" name="Google Shape;35230;p35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1" name="Google Shape;35231;p35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2" name="Google Shape;35232;p35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3" name="Google Shape;35233;p35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4" name="Google Shape;35234;p35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5" name="Google Shape;35235;p35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6" name="Google Shape;35236;p35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7" name="Google Shape;35237;p35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8" name="Google Shape;35238;p35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9" name="Google Shape;35239;p35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0" name="Google Shape;35240;p35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1" name="Google Shape;35241;p35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2" name="Google Shape;35242;p35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3" name="Google Shape;35243;p35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4" name="Google Shape;35244;p35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5" name="Google Shape;35245;p35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6" name="Google Shape;35246;p35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7" name="Google Shape;35247;p35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8" name="Google Shape;35248;p35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9" name="Google Shape;35249;p35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0" name="Google Shape;35250;p35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1" name="Google Shape;35251;p35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2" name="Google Shape;35252;p35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3" name="Google Shape;35253;p35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4" name="Google Shape;35254;p35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5" name="Google Shape;35255;p35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6" name="Google Shape;35256;p35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7" name="Google Shape;35257;p35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8" name="Google Shape;35258;p35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9" name="Google Shape;35259;p35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0" name="Google Shape;35260;p35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1" name="Google Shape;35261;p35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2" name="Google Shape;35262;p35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3" name="Google Shape;35263;p35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4" name="Google Shape;35264;p35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5" name="Google Shape;35265;p35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6" name="Google Shape;35266;p35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7" name="Google Shape;35267;p35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8" name="Google Shape;35268;p35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9" name="Google Shape;35269;p35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0" name="Google Shape;35270;p35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1" name="Google Shape;35271;p35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2" name="Google Shape;35272;p35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3" name="Google Shape;35273;p35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4" name="Google Shape;35274;p35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5" name="Google Shape;35275;p35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6" name="Google Shape;35276;p35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7" name="Google Shape;35277;p35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8" name="Google Shape;35278;p35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9" name="Google Shape;35279;p35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0" name="Google Shape;35280;p35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1" name="Google Shape;35281;p35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2" name="Google Shape;35282;p35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3" name="Google Shape;35283;p35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4" name="Google Shape;35284;p35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5" name="Google Shape;35285;p35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6" name="Google Shape;35286;p35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7" name="Google Shape;35287;p35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8" name="Google Shape;35288;p35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9" name="Google Shape;35289;p35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0" name="Google Shape;35290;p35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1" name="Google Shape;35291;p35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2" name="Google Shape;35292;p35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3" name="Google Shape;35293;p35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4" name="Google Shape;35294;p35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5" name="Google Shape;35295;p35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6" name="Google Shape;35296;p35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7" name="Google Shape;35297;p35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8" name="Google Shape;35298;p35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9" name="Google Shape;35299;p35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0" name="Google Shape;35300;p35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1" name="Google Shape;35301;p35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2" name="Google Shape;35302;p35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3" name="Google Shape;35303;p35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4" name="Google Shape;35304;p35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5" name="Google Shape;35305;p35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6" name="Google Shape;35306;p35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7" name="Google Shape;35307;p35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8" name="Google Shape;35308;p35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9" name="Google Shape;35309;p35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0" name="Google Shape;35310;p35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1" name="Google Shape;35311;p35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2" name="Google Shape;35312;p35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3" name="Google Shape;35313;p35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4" name="Google Shape;35314;p35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5" name="Google Shape;35315;p35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6" name="Google Shape;35316;p35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7" name="Google Shape;35317;p35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8" name="Google Shape;35318;p35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9" name="Google Shape;35319;p35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0" name="Google Shape;35320;p35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1" name="Google Shape;35321;p35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2" name="Google Shape;35322;p35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3" name="Google Shape;35323;p35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4" name="Google Shape;35324;p35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5" name="Google Shape;35325;p35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6" name="Google Shape;35326;p35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7" name="Google Shape;35327;p35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8" name="Google Shape;35328;p35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9" name="Google Shape;35329;p35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0" name="Google Shape;35330;p35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1" name="Google Shape;35331;p35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2" name="Google Shape;35332;p35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3" name="Google Shape;35333;p35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4" name="Google Shape;35334;p35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5" name="Google Shape;35335;p35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6" name="Google Shape;35336;p35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7" name="Google Shape;35337;p35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8" name="Google Shape;35338;p35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9" name="Google Shape;35339;p35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0" name="Google Shape;35340;p35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1" name="Google Shape;35341;p35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2" name="Google Shape;35342;p35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3" name="Google Shape;35343;p35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4" name="Google Shape;35344;p35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5" name="Google Shape;35345;p35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6" name="Google Shape;35346;p35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7" name="Google Shape;35347;p35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8" name="Google Shape;35348;p35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9" name="Google Shape;35349;p35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0" name="Google Shape;35350;p35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1" name="Google Shape;35351;p35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2" name="Google Shape;35352;p35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3" name="Google Shape;35353;p35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4" name="Google Shape;35354;p35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5" name="Google Shape;35355;p35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6" name="Google Shape;35356;p35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7" name="Google Shape;35357;p35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8" name="Google Shape;35358;p35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9" name="Google Shape;35359;p35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0" name="Google Shape;35360;p35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1" name="Google Shape;35361;p35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2" name="Google Shape;35362;p35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3" name="Google Shape;35363;p35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4" name="Google Shape;35364;p35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5" name="Google Shape;35365;p35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6" name="Google Shape;35366;p35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7" name="Google Shape;35367;p35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8" name="Google Shape;35368;p35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9" name="Google Shape;35369;p35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0" name="Google Shape;35370;p35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1" name="Google Shape;35371;p35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2" name="Google Shape;35372;p35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3" name="Google Shape;35373;p35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4" name="Google Shape;35374;p35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5" name="Google Shape;35375;p35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6" name="Google Shape;35376;p35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7" name="Google Shape;35377;p35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8" name="Google Shape;35378;p35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9" name="Google Shape;35379;p35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0" name="Google Shape;35380;p35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1" name="Google Shape;35381;p35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2" name="Google Shape;35382;p35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3" name="Google Shape;35383;p35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4" name="Google Shape;35384;p35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5" name="Google Shape;35385;p35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6" name="Google Shape;35386;p35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7" name="Google Shape;35387;p35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8" name="Google Shape;35388;p35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9" name="Google Shape;35389;p35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0" name="Google Shape;35390;p35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1" name="Google Shape;35391;p35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2" name="Google Shape;35392;p35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3" name="Google Shape;35393;p35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4" name="Google Shape;35394;p35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5" name="Google Shape;35395;p35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6" name="Google Shape;35396;p35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7" name="Google Shape;35397;p35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8" name="Google Shape;35398;p35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9" name="Google Shape;35399;p35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0" name="Google Shape;35400;p35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1" name="Google Shape;35401;p35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2" name="Google Shape;35402;p35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3" name="Google Shape;35403;p35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4" name="Google Shape;35404;p35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5" name="Google Shape;35405;p35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6" name="Google Shape;35406;p35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7" name="Google Shape;35407;p35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8" name="Google Shape;35408;p35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9" name="Google Shape;35409;p35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0" name="Google Shape;35410;p35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1" name="Google Shape;35411;p35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2" name="Google Shape;35412;p35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3" name="Google Shape;35413;p35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4" name="Google Shape;35414;p35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5" name="Google Shape;35415;p35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6" name="Google Shape;35416;p35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7" name="Google Shape;35417;p35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8" name="Google Shape;35418;p35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9" name="Google Shape;35419;p35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0" name="Google Shape;35420;p35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1" name="Google Shape;35421;p35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2" name="Google Shape;35422;p35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3" name="Google Shape;35423;p35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4" name="Google Shape;35424;p35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5" name="Google Shape;35425;p35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6" name="Google Shape;35426;p35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7" name="Google Shape;35427;p35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8" name="Google Shape;35428;p35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9" name="Google Shape;35429;p35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0" name="Google Shape;35430;p35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1" name="Google Shape;35431;p35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2" name="Google Shape;35432;p35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3" name="Google Shape;35433;p35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4" name="Google Shape;35434;p35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5" name="Google Shape;35435;p35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6" name="Google Shape;35436;p35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7" name="Google Shape;35437;p35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8" name="Google Shape;35438;p35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9" name="Google Shape;35439;p35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0" name="Google Shape;35440;p35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1" name="Google Shape;35441;p35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2" name="Google Shape;35442;p35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3" name="Google Shape;35443;p35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4" name="Google Shape;35444;p35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5" name="Google Shape;35445;p35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6" name="Google Shape;35446;p35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7" name="Google Shape;35447;p35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8" name="Google Shape;35448;p35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9" name="Google Shape;35449;p35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0" name="Google Shape;35450;p35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1" name="Google Shape;35451;p35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2" name="Google Shape;35452;p35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3" name="Google Shape;35453;p35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4" name="Google Shape;35454;p35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5" name="Google Shape;35455;p35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6" name="Google Shape;35456;p35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7" name="Google Shape;35457;p35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8" name="Google Shape;35458;p35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9" name="Google Shape;35459;p35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0" name="Google Shape;35460;p35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1" name="Google Shape;35461;p35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2" name="Google Shape;35462;p35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3" name="Google Shape;35463;p35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4" name="Google Shape;35464;p35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5" name="Google Shape;35465;p35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6" name="Google Shape;35466;p35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7" name="Google Shape;35467;p35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8" name="Google Shape;35468;p35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9" name="Google Shape;35469;p35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0" name="Google Shape;35470;p35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1" name="Google Shape;35471;p35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2" name="Google Shape;35472;p35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3" name="Google Shape;35473;p35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4" name="Google Shape;35474;p35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5" name="Google Shape;35475;p35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6" name="Google Shape;35476;p35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7" name="Google Shape;35477;p35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8" name="Google Shape;35478;p35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9" name="Google Shape;35479;p35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0" name="Google Shape;35480;p35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1" name="Google Shape;35481;p35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2" name="Google Shape;35482;p35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3" name="Google Shape;35483;p35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4" name="Google Shape;35484;p35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5" name="Google Shape;35485;p35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6" name="Google Shape;35486;p35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7" name="Google Shape;35487;p35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8" name="Google Shape;35488;p35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9" name="Google Shape;35489;p35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0" name="Google Shape;35490;p35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1" name="Google Shape;35491;p35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2" name="Google Shape;35492;p35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3" name="Google Shape;35493;p35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4" name="Google Shape;35494;p35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5" name="Google Shape;35495;p35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6" name="Google Shape;35496;p35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7" name="Google Shape;35497;p35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8" name="Google Shape;35498;p35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9" name="Google Shape;35499;p35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0" name="Google Shape;35500;p35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1" name="Google Shape;35501;p35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2" name="Google Shape;35502;p35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3" name="Google Shape;35503;p35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4" name="Google Shape;35504;p35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5" name="Google Shape;35505;p35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6" name="Google Shape;35506;p35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7" name="Google Shape;35507;p35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8" name="Google Shape;35508;p35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9" name="Google Shape;35509;p35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0" name="Google Shape;35510;p35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1" name="Google Shape;35511;p35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2" name="Google Shape;35512;p35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3" name="Google Shape;35513;p35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4" name="Google Shape;35514;p35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5" name="Google Shape;35515;p35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6" name="Google Shape;35516;p35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7" name="Google Shape;35517;p35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8" name="Google Shape;35518;p35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9" name="Google Shape;35519;p35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0" name="Google Shape;35520;p35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1" name="Google Shape;35521;p35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2" name="Google Shape;35522;p35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3" name="Google Shape;35523;p35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4" name="Google Shape;35524;p35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5" name="Google Shape;35525;p35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6" name="Google Shape;35526;p35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7" name="Google Shape;35527;p35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8" name="Google Shape;35528;p35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9" name="Google Shape;35529;p35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0" name="Google Shape;35530;p35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1" name="Google Shape;35531;p35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2" name="Google Shape;35532;p35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3" name="Google Shape;35533;p35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4" name="Google Shape;35534;p35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5" name="Google Shape;35535;p35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6" name="Google Shape;35536;p35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7" name="Google Shape;35537;p35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8" name="Google Shape;35538;p35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9" name="Google Shape;35539;p35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0" name="Google Shape;35540;p35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1" name="Google Shape;35541;p35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2" name="Google Shape;35542;p35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3" name="Google Shape;35543;p35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4" name="Google Shape;35544;p35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5" name="Google Shape;35545;p35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6" name="Google Shape;35546;p35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7" name="Google Shape;35547;p35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8" name="Google Shape;35548;p35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9" name="Google Shape;35549;p35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0" name="Google Shape;35550;p35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1" name="Google Shape;35551;p35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2" name="Google Shape;35552;p35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3" name="Google Shape;35553;p35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4" name="Google Shape;35554;p35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5" name="Google Shape;35555;p35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6" name="Google Shape;35556;p35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7" name="Google Shape;35557;p35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8" name="Google Shape;35558;p35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9" name="Google Shape;35559;p35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0" name="Google Shape;35560;p35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1" name="Google Shape;35561;p35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2" name="Google Shape;35562;p35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3" name="Google Shape;35563;p35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4" name="Google Shape;35564;p35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5" name="Google Shape;35565;p35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6" name="Google Shape;35566;p35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7" name="Google Shape;35567;p35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8" name="Google Shape;35568;p35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9" name="Google Shape;35569;p35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0" name="Google Shape;35570;p35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1" name="Google Shape;35571;p35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2" name="Google Shape;35572;p35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3" name="Google Shape;35573;p35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4" name="Google Shape;35574;p35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5" name="Google Shape;35575;p35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6" name="Google Shape;35576;p35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7" name="Google Shape;35577;p35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8" name="Google Shape;35578;p35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9" name="Google Shape;35579;p35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0" name="Google Shape;35580;p35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1" name="Google Shape;35581;p35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2" name="Google Shape;35582;p35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3" name="Google Shape;35583;p35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4" name="Google Shape;35584;p35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5" name="Google Shape;35585;p35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6" name="Google Shape;35586;p35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7" name="Google Shape;35587;p35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8" name="Google Shape;35588;p35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9" name="Google Shape;35589;p35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0" name="Google Shape;35590;p35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1" name="Google Shape;35591;p35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2" name="Google Shape;35592;p35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3" name="Google Shape;35593;p35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4" name="Google Shape;35594;p35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5" name="Google Shape;35595;p35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6" name="Google Shape;35596;p35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7" name="Google Shape;35597;p35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8" name="Google Shape;35598;p35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9" name="Google Shape;35599;p35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0" name="Google Shape;35600;p35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1" name="Google Shape;35601;p35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2" name="Google Shape;35602;p35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3" name="Google Shape;35603;p35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4" name="Google Shape;35604;p35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5" name="Google Shape;35605;p35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6" name="Google Shape;35606;p35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7" name="Google Shape;35607;p35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8" name="Google Shape;35608;p35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9" name="Google Shape;35609;p35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0" name="Google Shape;35610;p35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1" name="Google Shape;35611;p35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2" name="Google Shape;35612;p35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3" name="Google Shape;35613;p35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4" name="Google Shape;35614;p35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5" name="Google Shape;35615;p35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6" name="Google Shape;35616;p35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7" name="Google Shape;35617;p35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8" name="Google Shape;35618;p35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9" name="Google Shape;35619;p35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0" name="Google Shape;35620;p35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1" name="Google Shape;35621;p35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2" name="Google Shape;35622;p35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3" name="Google Shape;35623;p35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4" name="Google Shape;35624;p35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5" name="Google Shape;35625;p35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6" name="Google Shape;35626;p35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7" name="Google Shape;35627;p35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8" name="Google Shape;35628;p35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9" name="Google Shape;35629;p35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0" name="Google Shape;35630;p35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1" name="Google Shape;35631;p35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2" name="Google Shape;35632;p35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3" name="Google Shape;35633;p35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4" name="Google Shape;35634;p35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5" name="Google Shape;35635;p35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6" name="Google Shape;35636;p35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7" name="Google Shape;35637;p35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8" name="Google Shape;35638;p35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9" name="Google Shape;35639;p35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0" name="Google Shape;35640;p35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1" name="Google Shape;35641;p35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2" name="Google Shape;35642;p35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3" name="Google Shape;35643;p35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4" name="Google Shape;35644;p35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5" name="Google Shape;35645;p35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6" name="Google Shape;35646;p35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7" name="Google Shape;35647;p35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8" name="Google Shape;35648;p35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9" name="Google Shape;35649;p35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0" name="Google Shape;35650;p35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1" name="Google Shape;35651;p35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2" name="Google Shape;35652;p35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3" name="Google Shape;35653;p35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4" name="Google Shape;35654;p35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5" name="Google Shape;35655;p35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6" name="Google Shape;35656;p35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7" name="Google Shape;35657;p35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8" name="Google Shape;35658;p35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9" name="Google Shape;35659;p35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0" name="Google Shape;35660;p35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1" name="Google Shape;35661;p35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2" name="Google Shape;35662;p35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3" name="Google Shape;35663;p35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4" name="Google Shape;35664;p35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5" name="Google Shape;35665;p35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6" name="Google Shape;35666;p35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7" name="Google Shape;35667;p35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8" name="Google Shape;35668;p35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9" name="Google Shape;35669;p35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0" name="Google Shape;35670;p35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1" name="Google Shape;35671;p35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2" name="Google Shape;35672;p35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3" name="Google Shape;35673;p35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4" name="Google Shape;35674;p35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5" name="Google Shape;35675;p35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6" name="Google Shape;35676;p35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7" name="Google Shape;35677;p35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8" name="Google Shape;35678;p35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9" name="Google Shape;35679;p35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0" name="Google Shape;35680;p35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1" name="Google Shape;35681;p35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2" name="Google Shape;35682;p35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3" name="Google Shape;35683;p35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4" name="Google Shape;35684;p35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5" name="Google Shape;35685;p35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35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35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35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35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35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35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35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35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35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35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35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35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35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35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35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35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35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35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35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35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35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35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35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35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35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35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35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35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35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35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35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35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35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35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35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35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35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35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35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35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35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35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35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35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35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35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35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35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35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35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35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35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35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35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35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35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35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35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35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35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35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35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35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35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35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35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35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35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35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35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35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35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35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35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35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35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35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35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35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35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35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35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35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35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35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35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35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35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35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35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35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35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35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35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35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35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35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35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35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35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35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35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35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35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35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35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35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35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35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35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35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35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35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35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35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35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35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35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35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35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35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35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35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35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35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35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35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35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35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35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35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35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35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35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35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35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35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35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35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35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35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35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35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35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35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35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35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35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35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35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35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35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35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35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35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35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35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35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35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35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35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35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35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35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35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35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35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35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35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35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35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35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35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35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35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35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35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35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35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35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35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35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35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35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35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35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35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35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35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35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35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35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35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35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35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35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35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35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35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35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35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35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35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35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35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35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35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35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35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35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96" name="Google Shape;35896;p35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897" name="Google Shape;35897;p35"/>
          <p:cNvSpPr txBox="1">
            <a:spLocks noGrp="1"/>
          </p:cNvSpPr>
          <p:nvPr>
            <p:ph type="title"/>
          </p:nvPr>
        </p:nvSpPr>
        <p:spPr>
          <a:xfrm>
            <a:off x="1295400" y="2407475"/>
            <a:ext cx="6553200" cy="120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35898" name="Google Shape;35898;p35"/>
          <p:cNvSpPr txBox="1">
            <a:spLocks noGrp="1"/>
          </p:cNvSpPr>
          <p:nvPr>
            <p:ph type="subTitle" idx="1"/>
          </p:nvPr>
        </p:nvSpPr>
        <p:spPr>
          <a:xfrm>
            <a:off x="1295400" y="3614375"/>
            <a:ext cx="6553200" cy="99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16_1">
    <p:spTree>
      <p:nvGrpSpPr>
        <p:cNvPr id="1" name="Shape 35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00" name="Google Shape;35900;p36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35901" name="Google Shape;35901;p36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36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36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36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36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36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36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36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36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36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36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36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36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36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36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36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36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36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36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36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36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36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36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36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36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36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36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36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36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36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36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36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36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36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36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36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36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36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36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36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36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36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36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36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36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36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36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36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36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36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36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36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36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36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36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36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36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36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36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36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36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36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36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36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36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36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36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36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36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36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36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36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36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36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36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36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36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36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36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36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36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36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36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36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36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36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36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36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36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36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36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36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36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36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36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36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36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36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36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36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36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36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36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36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36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36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36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36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36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36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36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36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36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36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36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36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36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36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36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36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36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36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36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36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36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36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36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36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36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36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36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36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36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36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36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36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36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36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36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36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36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36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36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36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36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36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36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36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36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36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36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36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36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36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36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36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36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36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36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36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36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36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36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36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36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36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36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36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36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36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36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36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36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36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36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36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36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36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36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36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36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36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36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36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36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36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36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36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36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36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36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36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36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36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36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36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36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36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36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36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36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36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36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36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36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36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36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36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36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36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36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36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36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36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36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36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36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36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36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36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36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36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36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36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36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36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36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36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36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36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36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36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36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36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36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36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36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36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36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36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36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36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36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36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36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36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36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36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36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36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36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36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36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36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36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36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36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36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36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36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36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36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36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36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36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6" name="Google Shape;36166;p36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7" name="Google Shape;36167;p36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8" name="Google Shape;36168;p36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9" name="Google Shape;36169;p36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0" name="Google Shape;36170;p36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1" name="Google Shape;36171;p36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2" name="Google Shape;36172;p36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3" name="Google Shape;36173;p36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4" name="Google Shape;36174;p36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5" name="Google Shape;36175;p36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6" name="Google Shape;36176;p36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7" name="Google Shape;36177;p36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8" name="Google Shape;36178;p36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9" name="Google Shape;36179;p36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0" name="Google Shape;36180;p36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1" name="Google Shape;36181;p36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2" name="Google Shape;36182;p36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3" name="Google Shape;36183;p36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4" name="Google Shape;36184;p36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5" name="Google Shape;36185;p36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6" name="Google Shape;36186;p36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7" name="Google Shape;36187;p36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8" name="Google Shape;36188;p36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36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36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36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36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36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36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36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36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36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36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36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36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36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36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36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36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36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36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36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36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36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36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36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36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36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36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36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36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36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36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36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36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36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36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36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36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36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36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36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36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36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36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36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36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36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36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36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36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36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36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36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36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36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36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36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36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36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36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36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36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36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36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36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36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36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36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36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36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36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36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36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36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36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36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36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36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36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36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36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36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36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36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36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36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36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36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36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36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36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36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36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36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36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36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36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36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36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36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36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36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36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36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36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36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36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36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36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36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36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36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36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36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36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36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36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36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36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36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36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36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36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36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36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36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36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36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36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36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36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36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36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36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36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36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36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36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36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36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36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36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36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36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36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2" name="Google Shape;36332;p36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3" name="Google Shape;36333;p36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36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36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36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36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36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36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36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36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36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36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36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36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36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36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36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36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36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36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36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36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36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36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36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36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36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36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36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36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36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36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36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36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36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36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36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36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36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36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36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36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36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36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36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36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36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36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36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36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36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36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36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36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36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36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36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36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36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36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36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36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36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36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36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36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36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36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36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36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36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36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36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36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36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36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36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36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36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36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36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36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36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36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36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36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36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36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36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36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36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36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36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36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36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36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36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36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36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36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36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36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36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36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36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36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36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36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36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36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36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36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36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36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36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36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36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36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36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36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36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36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36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36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36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36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36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36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36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36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36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36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36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36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36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36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36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36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36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36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36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36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36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36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36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36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36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36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36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36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36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36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36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36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36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36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36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36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36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36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36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36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36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36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36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36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36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36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36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36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36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36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36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36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36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36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36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36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36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36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36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36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36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36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36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36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36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36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36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36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36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36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36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36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36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36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36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36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36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36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36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36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36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36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36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36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36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36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36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36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36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36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36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36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36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36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36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36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36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36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36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36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36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36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36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36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36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36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36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36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36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36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36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36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36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36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36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36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36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36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36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36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36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36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36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36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36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36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36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36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36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36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36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36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36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36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36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36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36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36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36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36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36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36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36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36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36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36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36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36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36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36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36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36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36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36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36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36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36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36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36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36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36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36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36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36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36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36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36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36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36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36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36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36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36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36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36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36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36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36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36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36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36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36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36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36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36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36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36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36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36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36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36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36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36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36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36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36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36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36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36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36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36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36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36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36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36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36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36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36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36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36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36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36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36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36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36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36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36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36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36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36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36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36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36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36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36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36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36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36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36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36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36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36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36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36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36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36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36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36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36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36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36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36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36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36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36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36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36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36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36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36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36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36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36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36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36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36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36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36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36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36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36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36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36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36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36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36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36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36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36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36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36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36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36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36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36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36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36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36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36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36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36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36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36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36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36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36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36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36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36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36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36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36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36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36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36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36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36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36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36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36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36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36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36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36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36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36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36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36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36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36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36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36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36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36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36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36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36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36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36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36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36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36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36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36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36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36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36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36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36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36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36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36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36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36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36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36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36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36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36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36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36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36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36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36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36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36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36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36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36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36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36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36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36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36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36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36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36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36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36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36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4" name="Google Shape;36814;p36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5" name="Google Shape;36815;p36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36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36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36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36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36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36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36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36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36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36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36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36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36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36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36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36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36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36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36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36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36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36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36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36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36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36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36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36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36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36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36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36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36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36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36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36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36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36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36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36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36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36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36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36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36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36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36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36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36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36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36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36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36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36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36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36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36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36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36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36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36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36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36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36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36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36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36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36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36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36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36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36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36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36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36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36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36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36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36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36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36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36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36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36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36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36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36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36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36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36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36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36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36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36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36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36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36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36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36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36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36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36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36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36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36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36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36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923" name="Google Shape;36923;p36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24" name="Google Shape;36924;p36"/>
          <p:cNvSpPr txBox="1">
            <a:spLocks noGrp="1"/>
          </p:cNvSpPr>
          <p:nvPr>
            <p:ph type="title"/>
          </p:nvPr>
        </p:nvSpPr>
        <p:spPr>
          <a:xfrm>
            <a:off x="713225" y="1471200"/>
            <a:ext cx="4819500" cy="120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36925" name="Google Shape;36925;p36"/>
          <p:cNvSpPr txBox="1">
            <a:spLocks noGrp="1"/>
          </p:cNvSpPr>
          <p:nvPr>
            <p:ph type="subTitle" idx="1"/>
          </p:nvPr>
        </p:nvSpPr>
        <p:spPr>
          <a:xfrm>
            <a:off x="713317" y="2678100"/>
            <a:ext cx="4819500" cy="99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0_1_1">
    <p:spTree>
      <p:nvGrpSpPr>
        <p:cNvPr id="1" name="Shape 48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234" name="Google Shape;48234;p47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48235" name="Google Shape;48235;p47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6" name="Google Shape;48236;p47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7" name="Google Shape;48237;p47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8" name="Google Shape;48238;p47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9" name="Google Shape;48239;p47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0" name="Google Shape;48240;p47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1" name="Google Shape;48241;p47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2" name="Google Shape;48242;p47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3" name="Google Shape;48243;p47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4" name="Google Shape;48244;p47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5" name="Google Shape;48245;p47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6" name="Google Shape;48246;p47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7" name="Google Shape;48247;p47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8" name="Google Shape;48248;p47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9" name="Google Shape;48249;p47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0" name="Google Shape;48250;p47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1" name="Google Shape;48251;p47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2" name="Google Shape;48252;p47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3" name="Google Shape;48253;p47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4" name="Google Shape;48254;p47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5" name="Google Shape;48255;p47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6" name="Google Shape;48256;p47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7" name="Google Shape;48257;p47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8" name="Google Shape;48258;p47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9" name="Google Shape;48259;p47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0" name="Google Shape;48260;p47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1" name="Google Shape;48261;p47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2" name="Google Shape;48262;p47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3" name="Google Shape;48263;p47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4" name="Google Shape;48264;p47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5" name="Google Shape;48265;p47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6" name="Google Shape;48266;p47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7" name="Google Shape;48267;p47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8" name="Google Shape;48268;p47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9" name="Google Shape;48269;p47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0" name="Google Shape;48270;p47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1" name="Google Shape;48271;p47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2" name="Google Shape;48272;p47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3" name="Google Shape;48273;p47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4" name="Google Shape;48274;p47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5" name="Google Shape;48275;p47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6" name="Google Shape;48276;p47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7" name="Google Shape;48277;p47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8" name="Google Shape;48278;p47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9" name="Google Shape;48279;p47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0" name="Google Shape;48280;p47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1" name="Google Shape;48281;p47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2" name="Google Shape;48282;p47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3" name="Google Shape;48283;p47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4" name="Google Shape;48284;p47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5" name="Google Shape;48285;p47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6" name="Google Shape;48286;p47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7" name="Google Shape;48287;p47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8" name="Google Shape;48288;p47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9" name="Google Shape;48289;p47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0" name="Google Shape;48290;p47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1" name="Google Shape;48291;p47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2" name="Google Shape;48292;p47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3" name="Google Shape;48293;p47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4" name="Google Shape;48294;p47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5" name="Google Shape;48295;p47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6" name="Google Shape;48296;p47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7" name="Google Shape;48297;p47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8" name="Google Shape;48298;p47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9" name="Google Shape;48299;p47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0" name="Google Shape;48300;p47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1" name="Google Shape;48301;p47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2" name="Google Shape;48302;p47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3" name="Google Shape;48303;p47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4" name="Google Shape;48304;p47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5" name="Google Shape;48305;p47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6" name="Google Shape;48306;p47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7" name="Google Shape;48307;p47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8" name="Google Shape;48308;p47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9" name="Google Shape;48309;p47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0" name="Google Shape;48310;p47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1" name="Google Shape;48311;p47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2" name="Google Shape;48312;p47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3" name="Google Shape;48313;p47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4" name="Google Shape;48314;p47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5" name="Google Shape;48315;p47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6" name="Google Shape;48316;p47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7" name="Google Shape;48317;p47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8" name="Google Shape;48318;p47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9" name="Google Shape;48319;p47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0" name="Google Shape;48320;p47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1" name="Google Shape;48321;p47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2" name="Google Shape;48322;p47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3" name="Google Shape;48323;p47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4" name="Google Shape;48324;p47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5" name="Google Shape;48325;p47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6" name="Google Shape;48326;p47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7" name="Google Shape;48327;p47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8" name="Google Shape;48328;p47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9" name="Google Shape;48329;p47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0" name="Google Shape;48330;p47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1" name="Google Shape;48331;p47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2" name="Google Shape;48332;p47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3" name="Google Shape;48333;p47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4" name="Google Shape;48334;p47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5" name="Google Shape;48335;p47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6" name="Google Shape;48336;p47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7" name="Google Shape;48337;p47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8" name="Google Shape;48338;p47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9" name="Google Shape;48339;p47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0" name="Google Shape;48340;p47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1" name="Google Shape;48341;p47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2" name="Google Shape;48342;p47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3" name="Google Shape;48343;p47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4" name="Google Shape;48344;p47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5" name="Google Shape;48345;p47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6" name="Google Shape;48346;p47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7" name="Google Shape;48347;p47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8" name="Google Shape;48348;p47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9" name="Google Shape;48349;p47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0" name="Google Shape;48350;p47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1" name="Google Shape;48351;p47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2" name="Google Shape;48352;p47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3" name="Google Shape;48353;p47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4" name="Google Shape;48354;p47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5" name="Google Shape;48355;p47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6" name="Google Shape;48356;p47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7" name="Google Shape;48357;p47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8" name="Google Shape;48358;p47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9" name="Google Shape;48359;p47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0" name="Google Shape;48360;p47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1" name="Google Shape;48361;p47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2" name="Google Shape;48362;p47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3" name="Google Shape;48363;p47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4" name="Google Shape;48364;p47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5" name="Google Shape;48365;p47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6" name="Google Shape;48366;p47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7" name="Google Shape;48367;p47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8" name="Google Shape;48368;p47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9" name="Google Shape;48369;p47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0" name="Google Shape;48370;p47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1" name="Google Shape;48371;p47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2" name="Google Shape;48372;p47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3" name="Google Shape;48373;p47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4" name="Google Shape;48374;p47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5" name="Google Shape;48375;p47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6" name="Google Shape;48376;p47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7" name="Google Shape;48377;p47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8" name="Google Shape;48378;p47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9" name="Google Shape;48379;p47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0" name="Google Shape;48380;p47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1" name="Google Shape;48381;p47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2" name="Google Shape;48382;p47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3" name="Google Shape;48383;p47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4" name="Google Shape;48384;p47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5" name="Google Shape;48385;p47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6" name="Google Shape;48386;p47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7" name="Google Shape;48387;p47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8" name="Google Shape;48388;p47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9" name="Google Shape;48389;p47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0" name="Google Shape;48390;p47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1" name="Google Shape;48391;p47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2" name="Google Shape;48392;p47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3" name="Google Shape;48393;p47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4" name="Google Shape;48394;p47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5" name="Google Shape;48395;p47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6" name="Google Shape;48396;p47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7" name="Google Shape;48397;p47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8" name="Google Shape;48398;p47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9" name="Google Shape;48399;p47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0" name="Google Shape;48400;p47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1" name="Google Shape;48401;p47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2" name="Google Shape;48402;p47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3" name="Google Shape;48403;p47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4" name="Google Shape;48404;p47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5" name="Google Shape;48405;p47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6" name="Google Shape;48406;p47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7" name="Google Shape;48407;p47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8" name="Google Shape;48408;p47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9" name="Google Shape;48409;p47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0" name="Google Shape;48410;p47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1" name="Google Shape;48411;p47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2" name="Google Shape;48412;p47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3" name="Google Shape;48413;p47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4" name="Google Shape;48414;p47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5" name="Google Shape;48415;p47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6" name="Google Shape;48416;p47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7" name="Google Shape;48417;p47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8" name="Google Shape;48418;p47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9" name="Google Shape;48419;p47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0" name="Google Shape;48420;p47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1" name="Google Shape;48421;p47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2" name="Google Shape;48422;p47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3" name="Google Shape;48423;p47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4" name="Google Shape;48424;p47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5" name="Google Shape;48425;p47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6" name="Google Shape;48426;p47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7" name="Google Shape;48427;p47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8" name="Google Shape;48428;p47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9" name="Google Shape;48429;p47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0" name="Google Shape;48430;p47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1" name="Google Shape;48431;p47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2" name="Google Shape;48432;p47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3" name="Google Shape;48433;p47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4" name="Google Shape;48434;p47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5" name="Google Shape;48435;p47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6" name="Google Shape;48436;p47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7" name="Google Shape;48437;p47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8" name="Google Shape;48438;p47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9" name="Google Shape;48439;p47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0" name="Google Shape;48440;p47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1" name="Google Shape;48441;p47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2" name="Google Shape;48442;p47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3" name="Google Shape;48443;p47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4" name="Google Shape;48444;p47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5" name="Google Shape;48445;p47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6" name="Google Shape;48446;p47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7" name="Google Shape;48447;p47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8" name="Google Shape;48448;p47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9" name="Google Shape;48449;p47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0" name="Google Shape;48450;p47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1" name="Google Shape;48451;p47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2" name="Google Shape;48452;p47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3" name="Google Shape;48453;p47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4" name="Google Shape;48454;p47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5" name="Google Shape;48455;p47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6" name="Google Shape;48456;p47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7" name="Google Shape;48457;p47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8" name="Google Shape;48458;p47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9" name="Google Shape;48459;p47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0" name="Google Shape;48460;p47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1" name="Google Shape;48461;p47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2" name="Google Shape;48462;p47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3" name="Google Shape;48463;p47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4" name="Google Shape;48464;p47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5" name="Google Shape;48465;p47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6" name="Google Shape;48466;p47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7" name="Google Shape;48467;p47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8" name="Google Shape;48468;p47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9" name="Google Shape;48469;p47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0" name="Google Shape;48470;p47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1" name="Google Shape;48471;p47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2" name="Google Shape;48472;p47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3" name="Google Shape;48473;p47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4" name="Google Shape;48474;p47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5" name="Google Shape;48475;p47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6" name="Google Shape;48476;p47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7" name="Google Shape;48477;p47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8" name="Google Shape;48478;p47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9" name="Google Shape;48479;p47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0" name="Google Shape;48480;p47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1" name="Google Shape;48481;p47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2" name="Google Shape;48482;p47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3" name="Google Shape;48483;p47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4" name="Google Shape;48484;p47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5" name="Google Shape;48485;p47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6" name="Google Shape;48486;p47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7" name="Google Shape;48487;p47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8" name="Google Shape;48488;p47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9" name="Google Shape;48489;p47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0" name="Google Shape;48490;p47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1" name="Google Shape;48491;p47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2" name="Google Shape;48492;p47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3" name="Google Shape;48493;p47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4" name="Google Shape;48494;p47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5" name="Google Shape;48495;p47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6" name="Google Shape;48496;p47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7" name="Google Shape;48497;p47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8" name="Google Shape;48498;p47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9" name="Google Shape;48499;p47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0" name="Google Shape;48500;p47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1" name="Google Shape;48501;p47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2" name="Google Shape;48502;p47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3" name="Google Shape;48503;p47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4" name="Google Shape;48504;p47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5" name="Google Shape;48505;p47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6" name="Google Shape;48506;p47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7" name="Google Shape;48507;p47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8" name="Google Shape;48508;p47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9" name="Google Shape;48509;p47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0" name="Google Shape;48510;p47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1" name="Google Shape;48511;p47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2" name="Google Shape;48512;p47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3" name="Google Shape;48513;p47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4" name="Google Shape;48514;p47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5" name="Google Shape;48515;p47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6" name="Google Shape;48516;p47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7" name="Google Shape;48517;p47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8" name="Google Shape;48518;p47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9" name="Google Shape;48519;p47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0" name="Google Shape;48520;p47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1" name="Google Shape;48521;p47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2" name="Google Shape;48522;p47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3" name="Google Shape;48523;p47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4" name="Google Shape;48524;p47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5" name="Google Shape;48525;p47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6" name="Google Shape;48526;p47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7" name="Google Shape;48527;p47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8" name="Google Shape;48528;p47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9" name="Google Shape;48529;p47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0" name="Google Shape;48530;p47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1" name="Google Shape;48531;p47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2" name="Google Shape;48532;p47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3" name="Google Shape;48533;p47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4" name="Google Shape;48534;p47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5" name="Google Shape;48535;p47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6" name="Google Shape;48536;p47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7" name="Google Shape;48537;p47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8" name="Google Shape;48538;p47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9" name="Google Shape;48539;p47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0" name="Google Shape;48540;p47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1" name="Google Shape;48541;p47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2" name="Google Shape;48542;p47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3" name="Google Shape;48543;p47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4" name="Google Shape;48544;p47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5" name="Google Shape;48545;p47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6" name="Google Shape;48546;p47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7" name="Google Shape;48547;p47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8" name="Google Shape;48548;p47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9" name="Google Shape;48549;p47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0" name="Google Shape;48550;p47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1" name="Google Shape;48551;p47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2" name="Google Shape;48552;p47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3" name="Google Shape;48553;p47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4" name="Google Shape;48554;p47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5" name="Google Shape;48555;p47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6" name="Google Shape;48556;p47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7" name="Google Shape;48557;p47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8" name="Google Shape;48558;p47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9" name="Google Shape;48559;p47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0" name="Google Shape;48560;p47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1" name="Google Shape;48561;p47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2" name="Google Shape;48562;p47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3" name="Google Shape;48563;p47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4" name="Google Shape;48564;p47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5" name="Google Shape;48565;p47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6" name="Google Shape;48566;p47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7" name="Google Shape;48567;p47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8" name="Google Shape;48568;p47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9" name="Google Shape;48569;p47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0" name="Google Shape;48570;p47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1" name="Google Shape;48571;p47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2" name="Google Shape;48572;p47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3" name="Google Shape;48573;p47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4" name="Google Shape;48574;p47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5" name="Google Shape;48575;p47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6" name="Google Shape;48576;p47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7" name="Google Shape;48577;p47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8" name="Google Shape;48578;p47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9" name="Google Shape;48579;p47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0" name="Google Shape;48580;p47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1" name="Google Shape;48581;p47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2" name="Google Shape;48582;p47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3" name="Google Shape;48583;p47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4" name="Google Shape;48584;p47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5" name="Google Shape;48585;p47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6" name="Google Shape;48586;p47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7" name="Google Shape;48587;p47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8" name="Google Shape;48588;p47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9" name="Google Shape;48589;p47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0" name="Google Shape;48590;p47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1" name="Google Shape;48591;p47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2" name="Google Shape;48592;p47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3" name="Google Shape;48593;p47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4" name="Google Shape;48594;p47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5" name="Google Shape;48595;p47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6" name="Google Shape;48596;p47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7" name="Google Shape;48597;p47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8" name="Google Shape;48598;p47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9" name="Google Shape;48599;p47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0" name="Google Shape;48600;p47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1" name="Google Shape;48601;p47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2" name="Google Shape;48602;p47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3" name="Google Shape;48603;p47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4" name="Google Shape;48604;p47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5" name="Google Shape;48605;p47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6" name="Google Shape;48606;p47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7" name="Google Shape;48607;p47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8" name="Google Shape;48608;p47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9" name="Google Shape;48609;p47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0" name="Google Shape;48610;p47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1" name="Google Shape;48611;p47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2" name="Google Shape;48612;p47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3" name="Google Shape;48613;p47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4" name="Google Shape;48614;p47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5" name="Google Shape;48615;p47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6" name="Google Shape;48616;p47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7" name="Google Shape;48617;p47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8" name="Google Shape;48618;p47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9" name="Google Shape;48619;p47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0" name="Google Shape;48620;p47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1" name="Google Shape;48621;p47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2" name="Google Shape;48622;p47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3" name="Google Shape;48623;p47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4" name="Google Shape;48624;p47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5" name="Google Shape;48625;p47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6" name="Google Shape;48626;p47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7" name="Google Shape;48627;p47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8" name="Google Shape;48628;p47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9" name="Google Shape;48629;p47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0" name="Google Shape;48630;p47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1" name="Google Shape;48631;p47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2" name="Google Shape;48632;p47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3" name="Google Shape;48633;p47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4" name="Google Shape;48634;p47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5" name="Google Shape;48635;p47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6" name="Google Shape;48636;p47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7" name="Google Shape;48637;p47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8" name="Google Shape;48638;p47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9" name="Google Shape;48639;p47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0" name="Google Shape;48640;p47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1" name="Google Shape;48641;p47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2" name="Google Shape;48642;p47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3" name="Google Shape;48643;p47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4" name="Google Shape;48644;p47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5" name="Google Shape;48645;p47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6" name="Google Shape;48646;p47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7" name="Google Shape;48647;p47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8" name="Google Shape;48648;p47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9" name="Google Shape;48649;p47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0" name="Google Shape;48650;p47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1" name="Google Shape;48651;p47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2" name="Google Shape;48652;p47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3" name="Google Shape;48653;p47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4" name="Google Shape;48654;p47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5" name="Google Shape;48655;p47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6" name="Google Shape;48656;p47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7" name="Google Shape;48657;p47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8" name="Google Shape;48658;p47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9" name="Google Shape;48659;p47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0" name="Google Shape;48660;p47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1" name="Google Shape;48661;p47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2" name="Google Shape;48662;p47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3" name="Google Shape;48663;p47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4" name="Google Shape;48664;p47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5" name="Google Shape;48665;p47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6" name="Google Shape;48666;p47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7" name="Google Shape;48667;p47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8" name="Google Shape;48668;p47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9" name="Google Shape;48669;p47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0" name="Google Shape;48670;p47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1" name="Google Shape;48671;p47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2" name="Google Shape;48672;p47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3" name="Google Shape;48673;p47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4" name="Google Shape;48674;p47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5" name="Google Shape;48675;p47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6" name="Google Shape;48676;p47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7" name="Google Shape;48677;p47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8" name="Google Shape;48678;p47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9" name="Google Shape;48679;p47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0" name="Google Shape;48680;p47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1" name="Google Shape;48681;p47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2" name="Google Shape;48682;p47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3" name="Google Shape;48683;p47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4" name="Google Shape;48684;p47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5" name="Google Shape;48685;p47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6" name="Google Shape;48686;p47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7" name="Google Shape;48687;p47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8" name="Google Shape;48688;p47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9" name="Google Shape;48689;p47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0" name="Google Shape;48690;p47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1" name="Google Shape;48691;p47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2" name="Google Shape;48692;p47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3" name="Google Shape;48693;p47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4" name="Google Shape;48694;p47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5" name="Google Shape;48695;p47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6" name="Google Shape;48696;p47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7" name="Google Shape;48697;p47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8" name="Google Shape;48698;p47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9" name="Google Shape;48699;p47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0" name="Google Shape;48700;p47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1" name="Google Shape;48701;p47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2" name="Google Shape;48702;p47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3" name="Google Shape;48703;p47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4" name="Google Shape;48704;p47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5" name="Google Shape;48705;p47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6" name="Google Shape;48706;p47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7" name="Google Shape;48707;p47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8" name="Google Shape;48708;p47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9" name="Google Shape;48709;p47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0" name="Google Shape;48710;p47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1" name="Google Shape;48711;p47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2" name="Google Shape;48712;p47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3" name="Google Shape;48713;p47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4" name="Google Shape;48714;p47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5" name="Google Shape;48715;p47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6" name="Google Shape;48716;p47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7" name="Google Shape;48717;p47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8" name="Google Shape;48718;p47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9" name="Google Shape;48719;p47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0" name="Google Shape;48720;p47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1" name="Google Shape;48721;p47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2" name="Google Shape;48722;p47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3" name="Google Shape;48723;p47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4" name="Google Shape;48724;p47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5" name="Google Shape;48725;p47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6" name="Google Shape;48726;p47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7" name="Google Shape;48727;p47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8" name="Google Shape;48728;p47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9" name="Google Shape;48729;p47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0" name="Google Shape;48730;p47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1" name="Google Shape;48731;p47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2" name="Google Shape;48732;p47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3" name="Google Shape;48733;p47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4" name="Google Shape;48734;p47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5" name="Google Shape;48735;p47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6" name="Google Shape;48736;p47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7" name="Google Shape;48737;p47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8" name="Google Shape;48738;p47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9" name="Google Shape;48739;p47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0" name="Google Shape;48740;p47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1" name="Google Shape;48741;p47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2" name="Google Shape;48742;p47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3" name="Google Shape;48743;p47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4" name="Google Shape;48744;p47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5" name="Google Shape;48745;p47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6" name="Google Shape;48746;p47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7" name="Google Shape;48747;p47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8" name="Google Shape;48748;p47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9" name="Google Shape;48749;p47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0" name="Google Shape;48750;p47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1" name="Google Shape;48751;p47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2" name="Google Shape;48752;p47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3" name="Google Shape;48753;p47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4" name="Google Shape;48754;p47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5" name="Google Shape;48755;p47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6" name="Google Shape;48756;p47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7" name="Google Shape;48757;p47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8" name="Google Shape;48758;p47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9" name="Google Shape;48759;p47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0" name="Google Shape;48760;p47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1" name="Google Shape;48761;p47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2" name="Google Shape;48762;p47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3" name="Google Shape;48763;p47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4" name="Google Shape;48764;p47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5" name="Google Shape;48765;p47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6" name="Google Shape;48766;p47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7" name="Google Shape;48767;p47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8" name="Google Shape;48768;p47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9" name="Google Shape;48769;p47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0" name="Google Shape;48770;p47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1" name="Google Shape;48771;p47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2" name="Google Shape;48772;p47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3" name="Google Shape;48773;p47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4" name="Google Shape;48774;p47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5" name="Google Shape;48775;p47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6" name="Google Shape;48776;p47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7" name="Google Shape;48777;p47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8" name="Google Shape;48778;p47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9" name="Google Shape;48779;p47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0" name="Google Shape;48780;p47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1" name="Google Shape;48781;p47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2" name="Google Shape;48782;p47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3" name="Google Shape;48783;p47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4" name="Google Shape;48784;p47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5" name="Google Shape;48785;p47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6" name="Google Shape;48786;p47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7" name="Google Shape;48787;p47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8" name="Google Shape;48788;p47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9" name="Google Shape;48789;p47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0" name="Google Shape;48790;p47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1" name="Google Shape;48791;p47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2" name="Google Shape;48792;p47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3" name="Google Shape;48793;p47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4" name="Google Shape;48794;p47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5" name="Google Shape;48795;p47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6" name="Google Shape;48796;p47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7" name="Google Shape;48797;p47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8" name="Google Shape;48798;p47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9" name="Google Shape;48799;p47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0" name="Google Shape;48800;p47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1" name="Google Shape;48801;p47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2" name="Google Shape;48802;p47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3" name="Google Shape;48803;p47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4" name="Google Shape;48804;p47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5" name="Google Shape;48805;p47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6" name="Google Shape;48806;p47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7" name="Google Shape;48807;p47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8" name="Google Shape;48808;p47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9" name="Google Shape;48809;p47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0" name="Google Shape;48810;p47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1" name="Google Shape;48811;p47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2" name="Google Shape;48812;p47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3" name="Google Shape;48813;p47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4" name="Google Shape;48814;p47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5" name="Google Shape;48815;p47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6" name="Google Shape;48816;p47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7" name="Google Shape;48817;p47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8" name="Google Shape;48818;p47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9" name="Google Shape;48819;p47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0" name="Google Shape;48820;p47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1" name="Google Shape;48821;p47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2" name="Google Shape;48822;p47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3" name="Google Shape;48823;p47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4" name="Google Shape;48824;p47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5" name="Google Shape;48825;p47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6" name="Google Shape;48826;p47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7" name="Google Shape;48827;p47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8" name="Google Shape;48828;p47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9" name="Google Shape;48829;p47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0" name="Google Shape;48830;p47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1" name="Google Shape;48831;p47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2" name="Google Shape;48832;p47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3" name="Google Shape;48833;p47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4" name="Google Shape;48834;p47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5" name="Google Shape;48835;p47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6" name="Google Shape;48836;p47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7" name="Google Shape;48837;p47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8" name="Google Shape;48838;p47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9" name="Google Shape;48839;p47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0" name="Google Shape;48840;p47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1" name="Google Shape;48841;p47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2" name="Google Shape;48842;p47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3" name="Google Shape;48843;p47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4" name="Google Shape;48844;p47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5" name="Google Shape;48845;p47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6" name="Google Shape;48846;p47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7" name="Google Shape;48847;p47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8" name="Google Shape;48848;p47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9" name="Google Shape;48849;p47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0" name="Google Shape;48850;p47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1" name="Google Shape;48851;p47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2" name="Google Shape;48852;p47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3" name="Google Shape;48853;p47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4" name="Google Shape;48854;p47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5" name="Google Shape;48855;p47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6" name="Google Shape;48856;p47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7" name="Google Shape;48857;p47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8" name="Google Shape;48858;p47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9" name="Google Shape;48859;p47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0" name="Google Shape;48860;p47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1" name="Google Shape;48861;p47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2" name="Google Shape;48862;p47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3" name="Google Shape;48863;p47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4" name="Google Shape;48864;p47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5" name="Google Shape;48865;p47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6" name="Google Shape;48866;p47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7" name="Google Shape;48867;p47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8" name="Google Shape;48868;p47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9" name="Google Shape;48869;p47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0" name="Google Shape;48870;p47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1" name="Google Shape;48871;p47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2" name="Google Shape;48872;p47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3" name="Google Shape;48873;p47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4" name="Google Shape;48874;p47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5" name="Google Shape;48875;p47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6" name="Google Shape;48876;p47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7" name="Google Shape;48877;p47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8" name="Google Shape;48878;p47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9" name="Google Shape;48879;p47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0" name="Google Shape;48880;p47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1" name="Google Shape;48881;p47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2" name="Google Shape;48882;p47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3" name="Google Shape;48883;p47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4" name="Google Shape;48884;p47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5" name="Google Shape;48885;p47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6" name="Google Shape;48886;p47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7" name="Google Shape;48887;p47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8" name="Google Shape;48888;p47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9" name="Google Shape;48889;p47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0" name="Google Shape;48890;p47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1" name="Google Shape;48891;p47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2" name="Google Shape;48892;p47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3" name="Google Shape;48893;p47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4" name="Google Shape;48894;p47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5" name="Google Shape;48895;p47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6" name="Google Shape;48896;p47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7" name="Google Shape;48897;p47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8" name="Google Shape;48898;p47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9" name="Google Shape;48899;p47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0" name="Google Shape;48900;p47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1" name="Google Shape;48901;p47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2" name="Google Shape;48902;p47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3" name="Google Shape;48903;p47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4" name="Google Shape;48904;p47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5" name="Google Shape;48905;p47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6" name="Google Shape;48906;p47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7" name="Google Shape;48907;p47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8" name="Google Shape;48908;p47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9" name="Google Shape;48909;p47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0" name="Google Shape;48910;p47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1" name="Google Shape;48911;p47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2" name="Google Shape;48912;p47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3" name="Google Shape;48913;p47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4" name="Google Shape;48914;p47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5" name="Google Shape;48915;p47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6" name="Google Shape;48916;p47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7" name="Google Shape;48917;p47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8" name="Google Shape;48918;p47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9" name="Google Shape;48919;p47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0" name="Google Shape;48920;p47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1" name="Google Shape;48921;p47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2" name="Google Shape;48922;p47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3" name="Google Shape;48923;p47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4" name="Google Shape;48924;p47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5" name="Google Shape;48925;p47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6" name="Google Shape;48926;p47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7" name="Google Shape;48927;p47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8" name="Google Shape;48928;p47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9" name="Google Shape;48929;p47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0" name="Google Shape;48930;p47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1" name="Google Shape;48931;p47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2" name="Google Shape;48932;p47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3" name="Google Shape;48933;p47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4" name="Google Shape;48934;p47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5" name="Google Shape;48935;p47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6" name="Google Shape;48936;p47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7" name="Google Shape;48937;p47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8" name="Google Shape;48938;p47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9" name="Google Shape;48939;p47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0" name="Google Shape;48940;p47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1" name="Google Shape;48941;p47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2" name="Google Shape;48942;p47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3" name="Google Shape;48943;p47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4" name="Google Shape;48944;p47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5" name="Google Shape;48945;p47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6" name="Google Shape;48946;p47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7" name="Google Shape;48947;p47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8" name="Google Shape;48948;p47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9" name="Google Shape;48949;p47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0" name="Google Shape;48950;p47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1" name="Google Shape;48951;p47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2" name="Google Shape;48952;p47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3" name="Google Shape;48953;p47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4" name="Google Shape;48954;p47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5" name="Google Shape;48955;p47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6" name="Google Shape;48956;p47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7" name="Google Shape;48957;p47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8" name="Google Shape;48958;p47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9" name="Google Shape;48959;p47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0" name="Google Shape;48960;p47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1" name="Google Shape;48961;p47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2" name="Google Shape;48962;p47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3" name="Google Shape;48963;p47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4" name="Google Shape;48964;p47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5" name="Google Shape;48965;p47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6" name="Google Shape;48966;p47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7" name="Google Shape;48967;p47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8" name="Google Shape;48968;p47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9" name="Google Shape;48969;p47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0" name="Google Shape;48970;p47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1" name="Google Shape;48971;p47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2" name="Google Shape;48972;p47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3" name="Google Shape;48973;p47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4" name="Google Shape;48974;p47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5" name="Google Shape;48975;p47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6" name="Google Shape;48976;p47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7" name="Google Shape;48977;p47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8" name="Google Shape;48978;p47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9" name="Google Shape;48979;p47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0" name="Google Shape;48980;p47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1" name="Google Shape;48981;p47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2" name="Google Shape;48982;p47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3" name="Google Shape;48983;p47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4" name="Google Shape;48984;p47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5" name="Google Shape;48985;p47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6" name="Google Shape;48986;p47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7" name="Google Shape;48987;p47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8" name="Google Shape;48988;p47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9" name="Google Shape;48989;p47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0" name="Google Shape;48990;p47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1" name="Google Shape;48991;p47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2" name="Google Shape;48992;p47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3" name="Google Shape;48993;p47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4" name="Google Shape;48994;p47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5" name="Google Shape;48995;p47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6" name="Google Shape;48996;p47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7" name="Google Shape;48997;p47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8" name="Google Shape;48998;p47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9" name="Google Shape;48999;p47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0" name="Google Shape;49000;p47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1" name="Google Shape;49001;p47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2" name="Google Shape;49002;p47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3" name="Google Shape;49003;p47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4" name="Google Shape;49004;p47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5" name="Google Shape;49005;p47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6" name="Google Shape;49006;p47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7" name="Google Shape;49007;p47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8" name="Google Shape;49008;p47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9" name="Google Shape;49009;p47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0" name="Google Shape;49010;p47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1" name="Google Shape;49011;p47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2" name="Google Shape;49012;p47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3" name="Google Shape;49013;p47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4" name="Google Shape;49014;p47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5" name="Google Shape;49015;p47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6" name="Google Shape;49016;p47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7" name="Google Shape;49017;p47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8" name="Google Shape;49018;p47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9" name="Google Shape;49019;p47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0" name="Google Shape;49020;p47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1" name="Google Shape;49021;p47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2" name="Google Shape;49022;p47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3" name="Google Shape;49023;p47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4" name="Google Shape;49024;p47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5" name="Google Shape;49025;p47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6" name="Google Shape;49026;p47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7" name="Google Shape;49027;p47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8" name="Google Shape;49028;p47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9" name="Google Shape;49029;p47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0" name="Google Shape;49030;p47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1" name="Google Shape;49031;p47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2" name="Google Shape;49032;p47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3" name="Google Shape;49033;p47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4" name="Google Shape;49034;p47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5" name="Google Shape;49035;p47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6" name="Google Shape;49036;p47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7" name="Google Shape;49037;p47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8" name="Google Shape;49038;p47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9" name="Google Shape;49039;p47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0" name="Google Shape;49040;p47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1" name="Google Shape;49041;p47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2" name="Google Shape;49042;p47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3" name="Google Shape;49043;p47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4" name="Google Shape;49044;p47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5" name="Google Shape;49045;p47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6" name="Google Shape;49046;p47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7" name="Google Shape;49047;p47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8" name="Google Shape;49048;p47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9" name="Google Shape;49049;p47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0" name="Google Shape;49050;p47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1" name="Google Shape;49051;p47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2" name="Google Shape;49052;p47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3" name="Google Shape;49053;p47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4" name="Google Shape;49054;p47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5" name="Google Shape;49055;p47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6" name="Google Shape;49056;p47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7" name="Google Shape;49057;p47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8" name="Google Shape;49058;p47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9" name="Google Shape;49059;p47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0" name="Google Shape;49060;p47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1" name="Google Shape;49061;p47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2" name="Google Shape;49062;p47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3" name="Google Shape;49063;p47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4" name="Google Shape;49064;p47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5" name="Google Shape;49065;p47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6" name="Google Shape;49066;p47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7" name="Google Shape;49067;p47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8" name="Google Shape;49068;p47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9" name="Google Shape;49069;p47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0" name="Google Shape;49070;p47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1" name="Google Shape;49071;p47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2" name="Google Shape;49072;p47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3" name="Google Shape;49073;p47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4" name="Google Shape;49074;p47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5" name="Google Shape;49075;p47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6" name="Google Shape;49076;p47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7" name="Google Shape;49077;p47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8" name="Google Shape;49078;p47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9" name="Google Shape;49079;p47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0" name="Google Shape;49080;p47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1" name="Google Shape;49081;p47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2" name="Google Shape;49082;p47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3" name="Google Shape;49083;p47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4" name="Google Shape;49084;p47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5" name="Google Shape;49085;p47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6" name="Google Shape;49086;p47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7" name="Google Shape;49087;p47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8" name="Google Shape;49088;p47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9" name="Google Shape;49089;p47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0" name="Google Shape;49090;p47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1" name="Google Shape;49091;p47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2" name="Google Shape;49092;p47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3" name="Google Shape;49093;p47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4" name="Google Shape;49094;p47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5" name="Google Shape;49095;p47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6" name="Google Shape;49096;p47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7" name="Google Shape;49097;p47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8" name="Google Shape;49098;p47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9" name="Google Shape;49099;p47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0" name="Google Shape;49100;p47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1" name="Google Shape;49101;p47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2" name="Google Shape;49102;p47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3" name="Google Shape;49103;p47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4" name="Google Shape;49104;p47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5" name="Google Shape;49105;p47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6" name="Google Shape;49106;p47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7" name="Google Shape;49107;p47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8" name="Google Shape;49108;p47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9" name="Google Shape;49109;p47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0" name="Google Shape;49110;p47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1" name="Google Shape;49111;p47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2" name="Google Shape;49112;p47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3" name="Google Shape;49113;p47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4" name="Google Shape;49114;p47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5" name="Google Shape;49115;p47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6" name="Google Shape;49116;p47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7" name="Google Shape;49117;p47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8" name="Google Shape;49118;p47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9" name="Google Shape;49119;p47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0" name="Google Shape;49120;p47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1" name="Google Shape;49121;p47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2" name="Google Shape;49122;p47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3" name="Google Shape;49123;p47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4" name="Google Shape;49124;p47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5" name="Google Shape;49125;p47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6" name="Google Shape;49126;p47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7" name="Google Shape;49127;p47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8" name="Google Shape;49128;p47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9" name="Google Shape;49129;p47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0" name="Google Shape;49130;p47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1" name="Google Shape;49131;p47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2" name="Google Shape;49132;p47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3" name="Google Shape;49133;p47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4" name="Google Shape;49134;p47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5" name="Google Shape;49135;p47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6" name="Google Shape;49136;p47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7" name="Google Shape;49137;p47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8" name="Google Shape;49138;p47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9" name="Google Shape;49139;p47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0" name="Google Shape;49140;p47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1" name="Google Shape;49141;p47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2" name="Google Shape;49142;p47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3" name="Google Shape;49143;p47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4" name="Google Shape;49144;p47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5" name="Google Shape;49145;p47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6" name="Google Shape;49146;p47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7" name="Google Shape;49147;p47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8" name="Google Shape;49148;p47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9" name="Google Shape;49149;p47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0" name="Google Shape;49150;p47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1" name="Google Shape;49151;p47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2" name="Google Shape;49152;p47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3" name="Google Shape;49153;p47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4" name="Google Shape;49154;p47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5" name="Google Shape;49155;p47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6" name="Google Shape;49156;p47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7" name="Google Shape;49157;p47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8" name="Google Shape;49158;p47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9" name="Google Shape;49159;p47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0" name="Google Shape;49160;p47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1" name="Google Shape;49161;p47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2" name="Google Shape;49162;p47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3" name="Google Shape;49163;p47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4" name="Google Shape;49164;p47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5" name="Google Shape;49165;p47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6" name="Google Shape;49166;p47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7" name="Google Shape;49167;p47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8" name="Google Shape;49168;p47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9" name="Google Shape;49169;p47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0" name="Google Shape;49170;p47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1" name="Google Shape;49171;p47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2" name="Google Shape;49172;p47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3" name="Google Shape;49173;p47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4" name="Google Shape;49174;p47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5" name="Google Shape;49175;p47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6" name="Google Shape;49176;p47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7" name="Google Shape;49177;p47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8" name="Google Shape;49178;p47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9" name="Google Shape;49179;p47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0" name="Google Shape;49180;p47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1" name="Google Shape;49181;p47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2" name="Google Shape;49182;p47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3" name="Google Shape;49183;p47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4" name="Google Shape;49184;p47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5" name="Google Shape;49185;p47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6" name="Google Shape;49186;p47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7" name="Google Shape;49187;p47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8" name="Google Shape;49188;p47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9" name="Google Shape;49189;p47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0" name="Google Shape;49190;p47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1" name="Google Shape;49191;p47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2" name="Google Shape;49192;p47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3" name="Google Shape;49193;p47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4" name="Google Shape;49194;p47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5" name="Google Shape;49195;p47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6" name="Google Shape;49196;p47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7" name="Google Shape;49197;p47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8" name="Google Shape;49198;p47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9" name="Google Shape;49199;p47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0" name="Google Shape;49200;p47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1" name="Google Shape;49201;p47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2" name="Google Shape;49202;p47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3" name="Google Shape;49203;p47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4" name="Google Shape;49204;p47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5" name="Google Shape;49205;p47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6" name="Google Shape;49206;p47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7" name="Google Shape;49207;p47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8" name="Google Shape;49208;p47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9" name="Google Shape;49209;p47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0" name="Google Shape;49210;p47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1" name="Google Shape;49211;p47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2" name="Google Shape;49212;p47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3" name="Google Shape;49213;p47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4" name="Google Shape;49214;p47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5" name="Google Shape;49215;p47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6" name="Google Shape;49216;p47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7" name="Google Shape;49217;p47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8" name="Google Shape;49218;p47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9" name="Google Shape;49219;p47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0" name="Google Shape;49220;p47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1" name="Google Shape;49221;p47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2" name="Google Shape;49222;p47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3" name="Google Shape;49223;p47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4" name="Google Shape;49224;p47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5" name="Google Shape;49225;p47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6" name="Google Shape;49226;p47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7" name="Google Shape;49227;p47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8" name="Google Shape;49228;p47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9" name="Google Shape;49229;p47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0" name="Google Shape;49230;p47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1" name="Google Shape;49231;p47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2" name="Google Shape;49232;p47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3" name="Google Shape;49233;p47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4" name="Google Shape;49234;p47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5" name="Google Shape;49235;p47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6" name="Google Shape;49236;p47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7" name="Google Shape;49237;p47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8" name="Google Shape;49238;p47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9" name="Google Shape;49239;p47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0" name="Google Shape;49240;p47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1" name="Google Shape;49241;p47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2" name="Google Shape;49242;p47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3" name="Google Shape;49243;p47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4" name="Google Shape;49244;p47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5" name="Google Shape;49245;p47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6" name="Google Shape;49246;p47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7" name="Google Shape;49247;p47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8" name="Google Shape;49248;p47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9" name="Google Shape;49249;p47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0" name="Google Shape;49250;p47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1" name="Google Shape;49251;p47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2" name="Google Shape;49252;p47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3" name="Google Shape;49253;p47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4" name="Google Shape;49254;p47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5" name="Google Shape;49255;p47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6" name="Google Shape;49256;p47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257" name="Google Shape;49257;p47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58" name="Google Shape;49258;p47"/>
          <p:cNvSpPr txBox="1">
            <a:spLocks noGrp="1"/>
          </p:cNvSpPr>
          <p:nvPr>
            <p:ph type="title"/>
          </p:nvPr>
        </p:nvSpPr>
        <p:spPr>
          <a:xfrm>
            <a:off x="2325950" y="395775"/>
            <a:ext cx="4492800" cy="104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81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81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81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81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81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81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81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81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8100"/>
            </a:lvl9pPr>
          </a:lstStyle>
          <a:p>
            <a:endParaRPr/>
          </a:p>
        </p:txBody>
      </p:sp>
      <p:sp>
        <p:nvSpPr>
          <p:cNvPr id="49259" name="Google Shape;49259;p47"/>
          <p:cNvSpPr txBox="1">
            <a:spLocks noGrp="1"/>
          </p:cNvSpPr>
          <p:nvPr>
            <p:ph type="subTitle" idx="1"/>
          </p:nvPr>
        </p:nvSpPr>
        <p:spPr>
          <a:xfrm>
            <a:off x="2327041" y="1556401"/>
            <a:ext cx="4492800" cy="146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49260" name="Google Shape;49260;p47"/>
          <p:cNvSpPr txBox="1"/>
          <p:nvPr/>
        </p:nvSpPr>
        <p:spPr>
          <a:xfrm>
            <a:off x="2561025" y="3548300"/>
            <a:ext cx="4024500" cy="66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accent1"/>
                </a:solidFill>
                <a:latin typeface="Blinker"/>
                <a:ea typeface="Blinker"/>
                <a:cs typeface="Blinker"/>
                <a:sym typeface="Blinker"/>
              </a:rPr>
              <a:t>CREDITS:</a:t>
            </a:r>
            <a:r>
              <a:rPr lang="en" sz="1200">
                <a:latin typeface="Blinker"/>
                <a:ea typeface="Blinker"/>
                <a:cs typeface="Blinker"/>
                <a:sym typeface="Blinker"/>
              </a:rPr>
              <a:t> This presentation template was created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Blinker"/>
                <a:ea typeface="Blinker"/>
                <a:cs typeface="Blinker"/>
                <a:sym typeface="Blinker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latin typeface="Blinker"/>
                <a:ea typeface="Blinker"/>
                <a:cs typeface="Blinker"/>
                <a:sym typeface="Blinker"/>
              </a:rPr>
              <a:t>, including icon by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Blinker"/>
                <a:ea typeface="Blinker"/>
                <a:cs typeface="Blinker"/>
                <a:sym typeface="Blinker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latin typeface="Blinker"/>
                <a:ea typeface="Blinker"/>
                <a:cs typeface="Blinker"/>
                <a:sym typeface="Blinker"/>
              </a:rPr>
              <a:t>, and infographics &amp; images from </a:t>
            </a:r>
            <a:r>
              <a:rPr lang="en" sz="1200" b="1">
                <a:solidFill>
                  <a:schemeClr val="accent1"/>
                </a:solidFill>
                <a:uFill>
                  <a:noFill/>
                </a:uFill>
                <a:latin typeface="Blinker"/>
                <a:ea typeface="Blinker"/>
                <a:cs typeface="Blinker"/>
                <a:sym typeface="Blinker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>
              <a:solidFill>
                <a:schemeClr val="accent1"/>
              </a:solidFill>
              <a:latin typeface="Blinker"/>
              <a:ea typeface="Blinker"/>
              <a:cs typeface="Blinker"/>
              <a:sym typeface="Blinker"/>
            </a:endParaRPr>
          </a:p>
        </p:txBody>
      </p:sp>
      <p:grpSp>
        <p:nvGrpSpPr>
          <p:cNvPr id="49261" name="Google Shape;49261;p47"/>
          <p:cNvGrpSpPr/>
          <p:nvPr/>
        </p:nvGrpSpPr>
        <p:grpSpPr>
          <a:xfrm>
            <a:off x="986407" y="708675"/>
            <a:ext cx="443090" cy="415211"/>
            <a:chOff x="2987700" y="3560325"/>
            <a:chExt cx="386708" cy="362377"/>
          </a:xfrm>
        </p:grpSpPr>
        <p:sp>
          <p:nvSpPr>
            <p:cNvPr id="49262" name="Google Shape;49262;p47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3" name="Google Shape;49263;p47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4" name="Google Shape;49264;p47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5" name="Google Shape;49265;p47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6" name="Google Shape;49266;p47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7" name="Google Shape;49267;p47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8" name="Google Shape;49268;p47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9" name="Google Shape;49269;p47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0" name="Google Shape;49270;p47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1" name="Google Shape;49271;p47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2" name="Google Shape;49272;p47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3" name="Google Shape;49273;p47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4" name="Google Shape;49274;p47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5" name="Google Shape;49275;p47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6" name="Google Shape;49276;p47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7" name="Google Shape;49277;p47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8" name="Google Shape;49278;p47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9" name="Google Shape;49279;p47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0" name="Google Shape;49280;p47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1" name="Google Shape;49281;p47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2" name="Google Shape;49282;p47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3" name="Google Shape;49283;p47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4" name="Google Shape;49284;p47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85" name="Google Shape;49285;p47"/>
          <p:cNvGrpSpPr/>
          <p:nvPr/>
        </p:nvGrpSpPr>
        <p:grpSpPr>
          <a:xfrm>
            <a:off x="1790062" y="4079776"/>
            <a:ext cx="295252" cy="276675"/>
            <a:chOff x="2987700" y="3560325"/>
            <a:chExt cx="386708" cy="362377"/>
          </a:xfrm>
        </p:grpSpPr>
        <p:sp>
          <p:nvSpPr>
            <p:cNvPr id="49286" name="Google Shape;49286;p47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7" name="Google Shape;49287;p47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8" name="Google Shape;49288;p47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9" name="Google Shape;49289;p47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0" name="Google Shape;49290;p47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1" name="Google Shape;49291;p47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2" name="Google Shape;49292;p47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3" name="Google Shape;49293;p47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4" name="Google Shape;49294;p47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5" name="Google Shape;49295;p47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6" name="Google Shape;49296;p47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7" name="Google Shape;49297;p47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8" name="Google Shape;49298;p47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9" name="Google Shape;49299;p47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0" name="Google Shape;49300;p47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1" name="Google Shape;49301;p47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2" name="Google Shape;49302;p47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3" name="Google Shape;49303;p47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4" name="Google Shape;49304;p47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5" name="Google Shape;49305;p47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6" name="Google Shape;49306;p47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7" name="Google Shape;49307;p47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8" name="Google Shape;49308;p47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09" name="Google Shape;49309;p47"/>
          <p:cNvGrpSpPr/>
          <p:nvPr/>
        </p:nvGrpSpPr>
        <p:grpSpPr>
          <a:xfrm>
            <a:off x="7742987" y="1327751"/>
            <a:ext cx="295252" cy="276675"/>
            <a:chOff x="2987700" y="3560325"/>
            <a:chExt cx="386708" cy="362377"/>
          </a:xfrm>
        </p:grpSpPr>
        <p:sp>
          <p:nvSpPr>
            <p:cNvPr id="49310" name="Google Shape;49310;p47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1" name="Google Shape;49311;p47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2" name="Google Shape;49312;p47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3" name="Google Shape;49313;p47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4" name="Google Shape;49314;p47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5" name="Google Shape;49315;p47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6" name="Google Shape;49316;p47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7" name="Google Shape;49317;p47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8" name="Google Shape;49318;p47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9" name="Google Shape;49319;p47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0" name="Google Shape;49320;p47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1" name="Google Shape;49321;p47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2" name="Google Shape;49322;p47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3" name="Google Shape;49323;p47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4" name="Google Shape;49324;p47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5" name="Google Shape;49325;p47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6" name="Google Shape;49326;p47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7" name="Google Shape;49327;p47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8" name="Google Shape;49328;p47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9" name="Google Shape;49329;p47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0" name="Google Shape;49330;p47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1" name="Google Shape;49331;p47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2" name="Google Shape;49332;p47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33" name="Google Shape;49333;p47"/>
          <p:cNvGrpSpPr/>
          <p:nvPr/>
        </p:nvGrpSpPr>
        <p:grpSpPr>
          <a:xfrm>
            <a:off x="7336682" y="639900"/>
            <a:ext cx="443090" cy="415211"/>
            <a:chOff x="2987700" y="3560325"/>
            <a:chExt cx="386708" cy="362377"/>
          </a:xfrm>
        </p:grpSpPr>
        <p:sp>
          <p:nvSpPr>
            <p:cNvPr id="49334" name="Google Shape;49334;p47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5" name="Google Shape;49335;p47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6" name="Google Shape;49336;p47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7" name="Google Shape;49337;p47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8" name="Google Shape;49338;p47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9" name="Google Shape;49339;p47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0" name="Google Shape;49340;p47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1" name="Google Shape;49341;p47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2" name="Google Shape;49342;p47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3" name="Google Shape;49343;p47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4" name="Google Shape;49344;p47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5" name="Google Shape;49345;p47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6" name="Google Shape;49346;p47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7" name="Google Shape;49347;p47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8" name="Google Shape;49348;p47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9" name="Google Shape;49349;p47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0" name="Google Shape;49350;p47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1" name="Google Shape;49351;p47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2" name="Google Shape;49352;p47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3" name="Google Shape;49353;p47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4" name="Google Shape;49354;p47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5" name="Google Shape;49355;p47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6" name="Google Shape;49356;p47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57" name="Google Shape;49357;p47"/>
          <p:cNvGrpSpPr/>
          <p:nvPr/>
        </p:nvGrpSpPr>
        <p:grpSpPr>
          <a:xfrm>
            <a:off x="-3431" y="1055110"/>
            <a:ext cx="1562566" cy="3259365"/>
            <a:chOff x="4174400" y="1241475"/>
            <a:chExt cx="1638425" cy="3417600"/>
          </a:xfrm>
        </p:grpSpPr>
        <p:sp>
          <p:nvSpPr>
            <p:cNvPr id="49358" name="Google Shape;49358;p47"/>
            <p:cNvSpPr/>
            <p:nvPr/>
          </p:nvSpPr>
          <p:spPr>
            <a:xfrm>
              <a:off x="5032825" y="2093975"/>
              <a:ext cx="402525" cy="519650"/>
            </a:xfrm>
            <a:custGeom>
              <a:avLst/>
              <a:gdLst/>
              <a:ahLst/>
              <a:cxnLst/>
              <a:rect l="l" t="t" r="r" b="b"/>
              <a:pathLst>
                <a:path w="16101" h="20786" extrusionOk="0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20785"/>
                  </a:lnTo>
                  <a:lnTo>
                    <a:pt x="16100" y="20785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9" name="Google Shape;49359;p47"/>
            <p:cNvSpPr/>
            <p:nvPr/>
          </p:nvSpPr>
          <p:spPr>
            <a:xfrm>
              <a:off x="5032825" y="2093975"/>
              <a:ext cx="402525" cy="161475"/>
            </a:xfrm>
            <a:custGeom>
              <a:avLst/>
              <a:gdLst/>
              <a:ahLst/>
              <a:cxnLst/>
              <a:rect l="l" t="t" r="r" b="b"/>
              <a:pathLst>
                <a:path w="16101" h="6459" extrusionOk="0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6459"/>
                  </a:lnTo>
                  <a:lnTo>
                    <a:pt x="16100" y="6459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0" name="Google Shape;49360;p47"/>
            <p:cNvSpPr/>
            <p:nvPr/>
          </p:nvSpPr>
          <p:spPr>
            <a:xfrm>
              <a:off x="4174400" y="3103625"/>
              <a:ext cx="1638425" cy="211525"/>
            </a:xfrm>
            <a:custGeom>
              <a:avLst/>
              <a:gdLst/>
              <a:ahLst/>
              <a:cxnLst/>
              <a:rect l="l" t="t" r="r" b="b"/>
              <a:pathLst>
                <a:path w="65537" h="8461" extrusionOk="0">
                  <a:moveTo>
                    <a:pt x="0" y="1"/>
                  </a:moveTo>
                  <a:lnTo>
                    <a:pt x="0" y="8460"/>
                  </a:lnTo>
                  <a:lnTo>
                    <a:pt x="57896" y="8460"/>
                  </a:lnTo>
                  <a:cubicBezTo>
                    <a:pt x="60716" y="8460"/>
                    <a:pt x="63399" y="7505"/>
                    <a:pt x="65537" y="5731"/>
                  </a:cubicBezTo>
                  <a:lnTo>
                    <a:pt x="65082" y="5731"/>
                  </a:lnTo>
                  <a:cubicBezTo>
                    <a:pt x="62535" y="5731"/>
                    <a:pt x="60079" y="4958"/>
                    <a:pt x="58033" y="3503"/>
                  </a:cubicBezTo>
                  <a:lnTo>
                    <a:pt x="530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1" name="Google Shape;49361;p47"/>
            <p:cNvSpPr/>
            <p:nvPr/>
          </p:nvSpPr>
          <p:spPr>
            <a:xfrm>
              <a:off x="4174400" y="3103625"/>
              <a:ext cx="1030150" cy="211525"/>
            </a:xfrm>
            <a:custGeom>
              <a:avLst/>
              <a:gdLst/>
              <a:ahLst/>
              <a:cxnLst/>
              <a:rect l="l" t="t" r="r" b="b"/>
              <a:pathLst>
                <a:path w="41206" h="8461" extrusionOk="0">
                  <a:moveTo>
                    <a:pt x="0" y="1"/>
                  </a:moveTo>
                  <a:lnTo>
                    <a:pt x="0" y="8460"/>
                  </a:lnTo>
                  <a:lnTo>
                    <a:pt x="41205" y="8460"/>
                  </a:lnTo>
                  <a:cubicBezTo>
                    <a:pt x="39068" y="8142"/>
                    <a:pt x="37021" y="7050"/>
                    <a:pt x="35293" y="5186"/>
                  </a:cubicBezTo>
                  <a:lnTo>
                    <a:pt x="30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2" name="Google Shape;49362;p47"/>
            <p:cNvSpPr/>
            <p:nvPr/>
          </p:nvSpPr>
          <p:spPr>
            <a:xfrm>
              <a:off x="4174400" y="2350950"/>
              <a:ext cx="927800" cy="377500"/>
            </a:xfrm>
            <a:custGeom>
              <a:avLst/>
              <a:gdLst/>
              <a:ahLst/>
              <a:cxnLst/>
              <a:rect l="l" t="t" r="r" b="b"/>
              <a:pathLst>
                <a:path w="37112" h="15100" extrusionOk="0">
                  <a:moveTo>
                    <a:pt x="0" y="0"/>
                  </a:moveTo>
                  <a:lnTo>
                    <a:pt x="0" y="15100"/>
                  </a:lnTo>
                  <a:lnTo>
                    <a:pt x="36111" y="15100"/>
                  </a:lnTo>
                  <a:cubicBezTo>
                    <a:pt x="36475" y="15100"/>
                    <a:pt x="36794" y="15100"/>
                    <a:pt x="37112" y="15054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3" name="Google Shape;49363;p47"/>
            <p:cNvSpPr/>
            <p:nvPr/>
          </p:nvSpPr>
          <p:spPr>
            <a:xfrm>
              <a:off x="4174400" y="2613600"/>
              <a:ext cx="1638425" cy="329750"/>
            </a:xfrm>
            <a:custGeom>
              <a:avLst/>
              <a:gdLst/>
              <a:ahLst/>
              <a:cxnLst/>
              <a:rect l="l" t="t" r="r" b="b"/>
              <a:pathLst>
                <a:path w="65537" h="13190" extrusionOk="0">
                  <a:moveTo>
                    <a:pt x="0" y="0"/>
                  </a:moveTo>
                  <a:lnTo>
                    <a:pt x="0" y="13189"/>
                  </a:lnTo>
                  <a:lnTo>
                    <a:pt x="55713" y="13189"/>
                  </a:lnTo>
                  <a:cubicBezTo>
                    <a:pt x="59306" y="13189"/>
                    <a:pt x="62763" y="11779"/>
                    <a:pt x="65309" y="9232"/>
                  </a:cubicBezTo>
                  <a:lnTo>
                    <a:pt x="65537" y="8960"/>
                  </a:lnTo>
                  <a:cubicBezTo>
                    <a:pt x="62171" y="8960"/>
                    <a:pt x="58897" y="7686"/>
                    <a:pt x="56395" y="5412"/>
                  </a:cubicBezTo>
                  <a:lnTo>
                    <a:pt x="50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4" name="Google Shape;49364;p47"/>
            <p:cNvSpPr/>
            <p:nvPr/>
          </p:nvSpPr>
          <p:spPr>
            <a:xfrm>
              <a:off x="4174400" y="2613600"/>
              <a:ext cx="946000" cy="329750"/>
            </a:xfrm>
            <a:custGeom>
              <a:avLst/>
              <a:gdLst/>
              <a:ahLst/>
              <a:cxnLst/>
              <a:rect l="l" t="t" r="r" b="b"/>
              <a:pathLst>
                <a:path w="37840" h="13190" extrusionOk="0">
                  <a:moveTo>
                    <a:pt x="0" y="0"/>
                  </a:moveTo>
                  <a:lnTo>
                    <a:pt x="0" y="13189"/>
                  </a:lnTo>
                  <a:lnTo>
                    <a:pt x="37840" y="13189"/>
                  </a:lnTo>
                  <a:cubicBezTo>
                    <a:pt x="35611" y="12416"/>
                    <a:pt x="33519" y="10733"/>
                    <a:pt x="31791" y="8277"/>
                  </a:cubicBezTo>
                  <a:lnTo>
                    <a:pt x="260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5" name="Google Shape;49365;p47"/>
            <p:cNvSpPr/>
            <p:nvPr/>
          </p:nvSpPr>
          <p:spPr>
            <a:xfrm>
              <a:off x="4174400" y="2817100"/>
              <a:ext cx="1545200" cy="76225"/>
            </a:xfrm>
            <a:custGeom>
              <a:avLst/>
              <a:gdLst/>
              <a:ahLst/>
              <a:cxnLst/>
              <a:rect l="l" t="t" r="r" b="b"/>
              <a:pathLst>
                <a:path w="61808" h="3049" extrusionOk="0">
                  <a:moveTo>
                    <a:pt x="60943" y="1"/>
                  </a:moveTo>
                  <a:cubicBezTo>
                    <a:pt x="58897" y="1502"/>
                    <a:pt x="56532" y="2320"/>
                    <a:pt x="54076" y="2320"/>
                  </a:cubicBezTo>
                  <a:lnTo>
                    <a:pt x="0" y="2320"/>
                  </a:lnTo>
                  <a:lnTo>
                    <a:pt x="0" y="3048"/>
                  </a:lnTo>
                  <a:lnTo>
                    <a:pt x="54076" y="3048"/>
                  </a:lnTo>
                  <a:cubicBezTo>
                    <a:pt x="56850" y="3048"/>
                    <a:pt x="59533" y="2093"/>
                    <a:pt x="61807" y="319"/>
                  </a:cubicBezTo>
                  <a:cubicBezTo>
                    <a:pt x="61535" y="228"/>
                    <a:pt x="61262" y="137"/>
                    <a:pt x="609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6" name="Google Shape;49366;p47"/>
            <p:cNvSpPr/>
            <p:nvPr/>
          </p:nvSpPr>
          <p:spPr>
            <a:xfrm>
              <a:off x="4174400" y="3315125"/>
              <a:ext cx="1331450" cy="278575"/>
            </a:xfrm>
            <a:custGeom>
              <a:avLst/>
              <a:gdLst/>
              <a:ahLst/>
              <a:cxnLst/>
              <a:rect l="l" t="t" r="r" b="b"/>
              <a:pathLst>
                <a:path w="53258" h="11143" extrusionOk="0">
                  <a:moveTo>
                    <a:pt x="0" y="0"/>
                  </a:moveTo>
                  <a:lnTo>
                    <a:pt x="0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7" name="Google Shape;49367;p47"/>
            <p:cNvSpPr/>
            <p:nvPr/>
          </p:nvSpPr>
          <p:spPr>
            <a:xfrm>
              <a:off x="4513225" y="3607325"/>
              <a:ext cx="1197275" cy="1036975"/>
            </a:xfrm>
            <a:custGeom>
              <a:avLst/>
              <a:gdLst/>
              <a:ahLst/>
              <a:cxnLst/>
              <a:rect l="l" t="t" r="r" b="b"/>
              <a:pathLst>
                <a:path w="47891" h="41479" extrusionOk="0">
                  <a:moveTo>
                    <a:pt x="25242" y="0"/>
                  </a:moveTo>
                  <a:lnTo>
                    <a:pt x="27561" y="2002"/>
                  </a:lnTo>
                  <a:lnTo>
                    <a:pt x="29744" y="3821"/>
                  </a:lnTo>
                  <a:lnTo>
                    <a:pt x="31245" y="2047"/>
                  </a:lnTo>
                  <a:lnTo>
                    <a:pt x="32973" y="0"/>
                  </a:lnTo>
                  <a:close/>
                  <a:moveTo>
                    <a:pt x="34474" y="0"/>
                  </a:moveTo>
                  <a:lnTo>
                    <a:pt x="32427" y="2411"/>
                  </a:lnTo>
                  <a:lnTo>
                    <a:pt x="30699" y="4457"/>
                  </a:lnTo>
                  <a:lnTo>
                    <a:pt x="31700" y="5003"/>
                  </a:lnTo>
                  <a:lnTo>
                    <a:pt x="36157" y="7414"/>
                  </a:lnTo>
                  <a:lnTo>
                    <a:pt x="39158" y="6277"/>
                  </a:lnTo>
                  <a:lnTo>
                    <a:pt x="40477" y="5776"/>
                  </a:lnTo>
                  <a:lnTo>
                    <a:pt x="39249" y="0"/>
                  </a:lnTo>
                  <a:close/>
                  <a:moveTo>
                    <a:pt x="23741" y="228"/>
                  </a:moveTo>
                  <a:lnTo>
                    <a:pt x="20648" y="3275"/>
                  </a:lnTo>
                  <a:lnTo>
                    <a:pt x="20648" y="9233"/>
                  </a:lnTo>
                  <a:lnTo>
                    <a:pt x="21467" y="9324"/>
                  </a:lnTo>
                  <a:lnTo>
                    <a:pt x="24468" y="9597"/>
                  </a:lnTo>
                  <a:lnTo>
                    <a:pt x="28152" y="5549"/>
                  </a:lnTo>
                  <a:lnTo>
                    <a:pt x="28971" y="4685"/>
                  </a:lnTo>
                  <a:lnTo>
                    <a:pt x="26561" y="2593"/>
                  </a:lnTo>
                  <a:lnTo>
                    <a:pt x="23741" y="228"/>
                  </a:lnTo>
                  <a:close/>
                  <a:moveTo>
                    <a:pt x="29926" y="5367"/>
                  </a:moveTo>
                  <a:lnTo>
                    <a:pt x="29881" y="5458"/>
                  </a:lnTo>
                  <a:lnTo>
                    <a:pt x="29835" y="5413"/>
                  </a:lnTo>
                  <a:lnTo>
                    <a:pt x="29426" y="5867"/>
                  </a:lnTo>
                  <a:lnTo>
                    <a:pt x="25424" y="10233"/>
                  </a:lnTo>
                  <a:lnTo>
                    <a:pt x="27925" y="13644"/>
                  </a:lnTo>
                  <a:lnTo>
                    <a:pt x="31245" y="13008"/>
                  </a:lnTo>
                  <a:lnTo>
                    <a:pt x="34338" y="12371"/>
                  </a:lnTo>
                  <a:lnTo>
                    <a:pt x="34974" y="10052"/>
                  </a:lnTo>
                  <a:lnTo>
                    <a:pt x="35429" y="8323"/>
                  </a:lnTo>
                  <a:lnTo>
                    <a:pt x="31154" y="6004"/>
                  </a:lnTo>
                  <a:lnTo>
                    <a:pt x="29926" y="5367"/>
                  </a:lnTo>
                  <a:close/>
                  <a:moveTo>
                    <a:pt x="40705" y="6913"/>
                  </a:moveTo>
                  <a:lnTo>
                    <a:pt x="36566" y="8460"/>
                  </a:lnTo>
                  <a:lnTo>
                    <a:pt x="36020" y="10597"/>
                  </a:lnTo>
                  <a:lnTo>
                    <a:pt x="35429" y="12780"/>
                  </a:lnTo>
                  <a:lnTo>
                    <a:pt x="39431" y="18920"/>
                  </a:lnTo>
                  <a:lnTo>
                    <a:pt x="43115" y="18511"/>
                  </a:lnTo>
                  <a:lnTo>
                    <a:pt x="40705" y="6913"/>
                  </a:lnTo>
                  <a:close/>
                  <a:moveTo>
                    <a:pt x="20648" y="10370"/>
                  </a:moveTo>
                  <a:lnTo>
                    <a:pt x="20648" y="14054"/>
                  </a:lnTo>
                  <a:lnTo>
                    <a:pt x="25787" y="19511"/>
                  </a:lnTo>
                  <a:lnTo>
                    <a:pt x="26879" y="15191"/>
                  </a:lnTo>
                  <a:lnTo>
                    <a:pt x="27061" y="14418"/>
                  </a:lnTo>
                  <a:lnTo>
                    <a:pt x="24514" y="10916"/>
                  </a:lnTo>
                  <a:lnTo>
                    <a:pt x="24378" y="10734"/>
                  </a:lnTo>
                  <a:lnTo>
                    <a:pt x="20648" y="10370"/>
                  </a:lnTo>
                  <a:close/>
                  <a:moveTo>
                    <a:pt x="20648" y="15691"/>
                  </a:moveTo>
                  <a:lnTo>
                    <a:pt x="20648" y="21876"/>
                  </a:lnTo>
                  <a:lnTo>
                    <a:pt x="21558" y="25287"/>
                  </a:lnTo>
                  <a:lnTo>
                    <a:pt x="25333" y="20694"/>
                  </a:lnTo>
                  <a:lnTo>
                    <a:pt x="20648" y="15691"/>
                  </a:lnTo>
                  <a:close/>
                  <a:moveTo>
                    <a:pt x="34565" y="13508"/>
                  </a:moveTo>
                  <a:lnTo>
                    <a:pt x="31427" y="14099"/>
                  </a:lnTo>
                  <a:lnTo>
                    <a:pt x="28152" y="14781"/>
                  </a:lnTo>
                  <a:lnTo>
                    <a:pt x="27970" y="15464"/>
                  </a:lnTo>
                  <a:lnTo>
                    <a:pt x="26742" y="20466"/>
                  </a:lnTo>
                  <a:lnTo>
                    <a:pt x="33110" y="26424"/>
                  </a:lnTo>
                  <a:lnTo>
                    <a:pt x="34610" y="27789"/>
                  </a:lnTo>
                  <a:lnTo>
                    <a:pt x="38522" y="19602"/>
                  </a:lnTo>
                  <a:lnTo>
                    <a:pt x="34565" y="13508"/>
                  </a:lnTo>
                  <a:close/>
                  <a:moveTo>
                    <a:pt x="9733" y="22513"/>
                  </a:moveTo>
                  <a:lnTo>
                    <a:pt x="11143" y="29153"/>
                  </a:lnTo>
                  <a:lnTo>
                    <a:pt x="19648" y="31609"/>
                  </a:lnTo>
                  <a:lnTo>
                    <a:pt x="20830" y="31927"/>
                  </a:lnTo>
                  <a:lnTo>
                    <a:pt x="20739" y="26561"/>
                  </a:lnTo>
                  <a:lnTo>
                    <a:pt x="19602" y="22513"/>
                  </a:lnTo>
                  <a:close/>
                  <a:moveTo>
                    <a:pt x="43206" y="19648"/>
                  </a:moveTo>
                  <a:lnTo>
                    <a:pt x="39522" y="20057"/>
                  </a:lnTo>
                  <a:lnTo>
                    <a:pt x="35566" y="28516"/>
                  </a:lnTo>
                  <a:lnTo>
                    <a:pt x="38931" y="30517"/>
                  </a:lnTo>
                  <a:lnTo>
                    <a:pt x="42388" y="32564"/>
                  </a:lnTo>
                  <a:lnTo>
                    <a:pt x="44480" y="32337"/>
                  </a:lnTo>
                  <a:lnTo>
                    <a:pt x="45980" y="32200"/>
                  </a:lnTo>
                  <a:lnTo>
                    <a:pt x="43343" y="19648"/>
                  </a:lnTo>
                  <a:close/>
                  <a:moveTo>
                    <a:pt x="26151" y="21512"/>
                  </a:moveTo>
                  <a:lnTo>
                    <a:pt x="21876" y="26697"/>
                  </a:lnTo>
                  <a:lnTo>
                    <a:pt x="21876" y="27334"/>
                  </a:lnTo>
                  <a:lnTo>
                    <a:pt x="21967" y="32200"/>
                  </a:lnTo>
                  <a:lnTo>
                    <a:pt x="27516" y="33110"/>
                  </a:lnTo>
                  <a:lnTo>
                    <a:pt x="33883" y="28698"/>
                  </a:lnTo>
                  <a:lnTo>
                    <a:pt x="32109" y="27016"/>
                  </a:lnTo>
                  <a:lnTo>
                    <a:pt x="26424" y="21740"/>
                  </a:lnTo>
                  <a:lnTo>
                    <a:pt x="26424" y="21785"/>
                  </a:lnTo>
                  <a:lnTo>
                    <a:pt x="26151" y="21512"/>
                  </a:lnTo>
                  <a:close/>
                  <a:moveTo>
                    <a:pt x="0" y="22513"/>
                  </a:moveTo>
                  <a:lnTo>
                    <a:pt x="0" y="32382"/>
                  </a:lnTo>
                  <a:lnTo>
                    <a:pt x="2502" y="33883"/>
                  </a:lnTo>
                  <a:lnTo>
                    <a:pt x="4093" y="34838"/>
                  </a:lnTo>
                  <a:lnTo>
                    <a:pt x="8778" y="30517"/>
                  </a:lnTo>
                  <a:lnTo>
                    <a:pt x="10006" y="29426"/>
                  </a:lnTo>
                  <a:lnTo>
                    <a:pt x="8596" y="22513"/>
                  </a:lnTo>
                  <a:close/>
                  <a:moveTo>
                    <a:pt x="10779" y="30245"/>
                  </a:moveTo>
                  <a:lnTo>
                    <a:pt x="9597" y="31336"/>
                  </a:lnTo>
                  <a:lnTo>
                    <a:pt x="5094" y="35475"/>
                  </a:lnTo>
                  <a:lnTo>
                    <a:pt x="14008" y="40887"/>
                  </a:lnTo>
                  <a:lnTo>
                    <a:pt x="14326" y="41114"/>
                  </a:lnTo>
                  <a:lnTo>
                    <a:pt x="20466" y="33019"/>
                  </a:lnTo>
                  <a:lnTo>
                    <a:pt x="20193" y="32928"/>
                  </a:lnTo>
                  <a:lnTo>
                    <a:pt x="10779" y="30245"/>
                  </a:lnTo>
                  <a:close/>
                  <a:moveTo>
                    <a:pt x="21649" y="33337"/>
                  </a:moveTo>
                  <a:lnTo>
                    <a:pt x="21330" y="33747"/>
                  </a:lnTo>
                  <a:lnTo>
                    <a:pt x="15600" y="41296"/>
                  </a:lnTo>
                  <a:lnTo>
                    <a:pt x="28653" y="41296"/>
                  </a:lnTo>
                  <a:lnTo>
                    <a:pt x="27197" y="34201"/>
                  </a:lnTo>
                  <a:lnTo>
                    <a:pt x="22013" y="33383"/>
                  </a:lnTo>
                  <a:lnTo>
                    <a:pt x="22013" y="33474"/>
                  </a:lnTo>
                  <a:lnTo>
                    <a:pt x="21649" y="33337"/>
                  </a:lnTo>
                  <a:close/>
                  <a:moveTo>
                    <a:pt x="34747" y="29471"/>
                  </a:moveTo>
                  <a:lnTo>
                    <a:pt x="28289" y="33974"/>
                  </a:lnTo>
                  <a:lnTo>
                    <a:pt x="29835" y="41296"/>
                  </a:lnTo>
                  <a:lnTo>
                    <a:pt x="36975" y="41296"/>
                  </a:lnTo>
                  <a:lnTo>
                    <a:pt x="40614" y="34884"/>
                  </a:lnTo>
                  <a:lnTo>
                    <a:pt x="41523" y="33383"/>
                  </a:lnTo>
                  <a:lnTo>
                    <a:pt x="38294" y="31473"/>
                  </a:lnTo>
                  <a:lnTo>
                    <a:pt x="35065" y="29562"/>
                  </a:lnTo>
                  <a:lnTo>
                    <a:pt x="34974" y="29699"/>
                  </a:lnTo>
                  <a:lnTo>
                    <a:pt x="34747" y="29471"/>
                  </a:lnTo>
                  <a:close/>
                  <a:moveTo>
                    <a:pt x="46208" y="33337"/>
                  </a:moveTo>
                  <a:lnTo>
                    <a:pt x="44843" y="33474"/>
                  </a:lnTo>
                  <a:lnTo>
                    <a:pt x="42615" y="33701"/>
                  </a:lnTo>
                  <a:lnTo>
                    <a:pt x="41842" y="35065"/>
                  </a:lnTo>
                  <a:lnTo>
                    <a:pt x="38294" y="41296"/>
                  </a:lnTo>
                  <a:lnTo>
                    <a:pt x="47891" y="41296"/>
                  </a:lnTo>
                  <a:lnTo>
                    <a:pt x="46208" y="33337"/>
                  </a:lnTo>
                  <a:close/>
                  <a:moveTo>
                    <a:pt x="0" y="33701"/>
                  </a:moveTo>
                  <a:lnTo>
                    <a:pt x="0" y="41478"/>
                  </a:lnTo>
                  <a:lnTo>
                    <a:pt x="12507" y="41342"/>
                  </a:lnTo>
                  <a:lnTo>
                    <a:pt x="0" y="3370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8" name="Google Shape;49368;p47"/>
            <p:cNvSpPr/>
            <p:nvPr/>
          </p:nvSpPr>
          <p:spPr>
            <a:xfrm>
              <a:off x="4174400" y="2555600"/>
              <a:ext cx="134175" cy="122825"/>
            </a:xfrm>
            <a:custGeom>
              <a:avLst/>
              <a:gdLst/>
              <a:ahLst/>
              <a:cxnLst/>
              <a:rect l="l" t="t" r="r" b="b"/>
              <a:pathLst>
                <a:path w="5367" h="4913" extrusionOk="0">
                  <a:moveTo>
                    <a:pt x="0" y="1"/>
                  </a:moveTo>
                  <a:lnTo>
                    <a:pt x="0" y="728"/>
                  </a:lnTo>
                  <a:lnTo>
                    <a:pt x="819" y="728"/>
                  </a:lnTo>
                  <a:cubicBezTo>
                    <a:pt x="2775" y="728"/>
                    <a:pt x="4412" y="2229"/>
                    <a:pt x="4594" y="4139"/>
                  </a:cubicBezTo>
                  <a:lnTo>
                    <a:pt x="0" y="4139"/>
                  </a:lnTo>
                  <a:lnTo>
                    <a:pt x="0" y="4912"/>
                  </a:lnTo>
                  <a:lnTo>
                    <a:pt x="5367" y="4912"/>
                  </a:lnTo>
                  <a:lnTo>
                    <a:pt x="5367" y="4503"/>
                  </a:lnTo>
                  <a:cubicBezTo>
                    <a:pt x="5367" y="2002"/>
                    <a:pt x="3320" y="1"/>
                    <a:pt x="8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9" name="Google Shape;49369;p47"/>
            <p:cNvSpPr/>
            <p:nvPr/>
          </p:nvSpPr>
          <p:spPr>
            <a:xfrm>
              <a:off x="4174400" y="1756300"/>
              <a:ext cx="703825" cy="262675"/>
            </a:xfrm>
            <a:custGeom>
              <a:avLst/>
              <a:gdLst/>
              <a:ahLst/>
              <a:cxnLst/>
              <a:rect l="l" t="t" r="r" b="b"/>
              <a:pathLst>
                <a:path w="28153" h="10507" extrusionOk="0">
                  <a:moveTo>
                    <a:pt x="0" y="0"/>
                  </a:moveTo>
                  <a:lnTo>
                    <a:pt x="0" y="10506"/>
                  </a:lnTo>
                  <a:lnTo>
                    <a:pt x="28152" y="1050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0" name="Google Shape;49370;p47"/>
            <p:cNvSpPr/>
            <p:nvPr/>
          </p:nvSpPr>
          <p:spPr>
            <a:xfrm>
              <a:off x="4174400" y="1756300"/>
              <a:ext cx="703825" cy="36400"/>
            </a:xfrm>
            <a:custGeom>
              <a:avLst/>
              <a:gdLst/>
              <a:ahLst/>
              <a:cxnLst/>
              <a:rect l="l" t="t" r="r" b="b"/>
              <a:pathLst>
                <a:path w="28153" h="1456" extrusionOk="0">
                  <a:moveTo>
                    <a:pt x="0" y="0"/>
                  </a:moveTo>
                  <a:lnTo>
                    <a:pt x="0" y="1456"/>
                  </a:lnTo>
                  <a:lnTo>
                    <a:pt x="28152" y="145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1" name="Google Shape;49371;p47"/>
            <p:cNvSpPr/>
            <p:nvPr/>
          </p:nvSpPr>
          <p:spPr>
            <a:xfrm>
              <a:off x="4174400" y="1241475"/>
              <a:ext cx="685625" cy="183975"/>
            </a:xfrm>
            <a:custGeom>
              <a:avLst/>
              <a:gdLst/>
              <a:ahLst/>
              <a:cxnLst/>
              <a:rect l="l" t="t" r="r" b="b"/>
              <a:pathLst>
                <a:path w="27425" h="7359" extrusionOk="0">
                  <a:moveTo>
                    <a:pt x="24027" y="1"/>
                  </a:moveTo>
                  <a:cubicBezTo>
                    <a:pt x="23337" y="1"/>
                    <a:pt x="22647" y="240"/>
                    <a:pt x="22104" y="719"/>
                  </a:cubicBezTo>
                  <a:cubicBezTo>
                    <a:pt x="21649" y="1082"/>
                    <a:pt x="21467" y="1719"/>
                    <a:pt x="21785" y="2219"/>
                  </a:cubicBezTo>
                  <a:cubicBezTo>
                    <a:pt x="22015" y="2552"/>
                    <a:pt x="22375" y="2726"/>
                    <a:pt x="22734" y="2726"/>
                  </a:cubicBezTo>
                  <a:cubicBezTo>
                    <a:pt x="23014" y="2726"/>
                    <a:pt x="23294" y="2620"/>
                    <a:pt x="23513" y="2401"/>
                  </a:cubicBezTo>
                  <a:lnTo>
                    <a:pt x="23650" y="2265"/>
                  </a:lnTo>
                  <a:lnTo>
                    <a:pt x="23650" y="3902"/>
                  </a:lnTo>
                  <a:lnTo>
                    <a:pt x="23013" y="3902"/>
                  </a:lnTo>
                  <a:cubicBezTo>
                    <a:pt x="22149" y="3902"/>
                    <a:pt x="21467" y="4630"/>
                    <a:pt x="21467" y="5448"/>
                  </a:cubicBezTo>
                  <a:lnTo>
                    <a:pt x="0" y="5448"/>
                  </a:lnTo>
                  <a:lnTo>
                    <a:pt x="0" y="7359"/>
                  </a:lnTo>
                  <a:lnTo>
                    <a:pt x="23331" y="7359"/>
                  </a:lnTo>
                  <a:cubicBezTo>
                    <a:pt x="23968" y="7359"/>
                    <a:pt x="24514" y="7086"/>
                    <a:pt x="24969" y="6676"/>
                  </a:cubicBezTo>
                  <a:lnTo>
                    <a:pt x="26242" y="5403"/>
                  </a:lnTo>
                  <a:cubicBezTo>
                    <a:pt x="27425" y="4175"/>
                    <a:pt x="27425" y="2219"/>
                    <a:pt x="26242" y="991"/>
                  </a:cubicBezTo>
                  <a:lnTo>
                    <a:pt x="26106" y="855"/>
                  </a:lnTo>
                  <a:cubicBezTo>
                    <a:pt x="25536" y="286"/>
                    <a:pt x="24781" y="1"/>
                    <a:pt x="240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2" name="Google Shape;49372;p47"/>
            <p:cNvSpPr/>
            <p:nvPr/>
          </p:nvSpPr>
          <p:spPr>
            <a:xfrm>
              <a:off x="4174400" y="1425425"/>
              <a:ext cx="822075" cy="330900"/>
            </a:xfrm>
            <a:custGeom>
              <a:avLst/>
              <a:gdLst/>
              <a:ahLst/>
              <a:cxnLst/>
              <a:rect l="l" t="t" r="r" b="b"/>
              <a:pathLst>
                <a:path w="32883" h="13236" extrusionOk="0">
                  <a:moveTo>
                    <a:pt x="0" y="1"/>
                  </a:moveTo>
                  <a:lnTo>
                    <a:pt x="0" y="13235"/>
                  </a:lnTo>
                  <a:lnTo>
                    <a:pt x="28152" y="13235"/>
                  </a:lnTo>
                  <a:cubicBezTo>
                    <a:pt x="28152" y="13235"/>
                    <a:pt x="31290" y="12462"/>
                    <a:pt x="32246" y="11189"/>
                  </a:cubicBezTo>
                  <a:lnTo>
                    <a:pt x="32882" y="10325"/>
                  </a:lnTo>
                  <a:cubicBezTo>
                    <a:pt x="29835" y="9460"/>
                    <a:pt x="27243" y="7459"/>
                    <a:pt x="25651" y="4685"/>
                  </a:cubicBezTo>
                  <a:lnTo>
                    <a:pt x="229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3" name="Google Shape;49373;p47"/>
            <p:cNvSpPr/>
            <p:nvPr/>
          </p:nvSpPr>
          <p:spPr>
            <a:xfrm>
              <a:off x="4174400" y="1424300"/>
              <a:ext cx="510525" cy="332025"/>
            </a:xfrm>
            <a:custGeom>
              <a:avLst/>
              <a:gdLst/>
              <a:ahLst/>
              <a:cxnLst/>
              <a:rect l="l" t="t" r="r" b="b"/>
              <a:pathLst>
                <a:path w="20421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20421" y="13280"/>
                  </a:lnTo>
                  <a:cubicBezTo>
                    <a:pt x="17965" y="11779"/>
                    <a:pt x="15964" y="9505"/>
                    <a:pt x="14599" y="6595"/>
                  </a:cubicBezTo>
                  <a:lnTo>
                    <a:pt x="114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4" name="Google Shape;49374;p47"/>
            <p:cNvSpPr/>
            <p:nvPr/>
          </p:nvSpPr>
          <p:spPr>
            <a:xfrm>
              <a:off x="4174400" y="2350950"/>
              <a:ext cx="927800" cy="36400"/>
            </a:xfrm>
            <a:custGeom>
              <a:avLst/>
              <a:gdLst/>
              <a:ahLst/>
              <a:cxnLst/>
              <a:rect l="l" t="t" r="r" b="b"/>
              <a:pathLst>
                <a:path w="37112" h="1456" extrusionOk="0">
                  <a:moveTo>
                    <a:pt x="0" y="0"/>
                  </a:moveTo>
                  <a:lnTo>
                    <a:pt x="0" y="1456"/>
                  </a:lnTo>
                  <a:lnTo>
                    <a:pt x="36111" y="1456"/>
                  </a:lnTo>
                  <a:cubicBezTo>
                    <a:pt x="36475" y="1456"/>
                    <a:pt x="36794" y="1410"/>
                    <a:pt x="37112" y="1410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5" name="Google Shape;49375;p47"/>
            <p:cNvSpPr/>
            <p:nvPr/>
          </p:nvSpPr>
          <p:spPr>
            <a:xfrm>
              <a:off x="417440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6" name="Google Shape;49376;p47"/>
            <p:cNvSpPr/>
            <p:nvPr/>
          </p:nvSpPr>
          <p:spPr>
            <a:xfrm>
              <a:off x="4174400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7" name="Google Shape;49377;p47"/>
            <p:cNvSpPr/>
            <p:nvPr/>
          </p:nvSpPr>
          <p:spPr>
            <a:xfrm>
              <a:off x="41744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8" name="Google Shape;49378;p47"/>
            <p:cNvSpPr/>
            <p:nvPr/>
          </p:nvSpPr>
          <p:spPr>
            <a:xfrm>
              <a:off x="4174400" y="2018950"/>
              <a:ext cx="885750" cy="485525"/>
            </a:xfrm>
            <a:custGeom>
              <a:avLst/>
              <a:gdLst/>
              <a:ahLst/>
              <a:cxnLst/>
              <a:rect l="l" t="t" r="r" b="b"/>
              <a:pathLst>
                <a:path w="35430" h="19421" extrusionOk="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9" name="Google Shape;49379;p47"/>
            <p:cNvSpPr/>
            <p:nvPr/>
          </p:nvSpPr>
          <p:spPr>
            <a:xfrm>
              <a:off x="41744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0" name="Google Shape;49380;p47"/>
            <p:cNvSpPr/>
            <p:nvPr/>
          </p:nvSpPr>
          <p:spPr>
            <a:xfrm>
              <a:off x="417440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1" name="Google Shape;49381;p47"/>
            <p:cNvSpPr/>
            <p:nvPr/>
          </p:nvSpPr>
          <p:spPr>
            <a:xfrm>
              <a:off x="417440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2" name="Google Shape;49382;p47"/>
            <p:cNvSpPr/>
            <p:nvPr/>
          </p:nvSpPr>
          <p:spPr>
            <a:xfrm>
              <a:off x="4174400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3" name="Google Shape;49383;p47"/>
            <p:cNvSpPr/>
            <p:nvPr/>
          </p:nvSpPr>
          <p:spPr>
            <a:xfrm>
              <a:off x="41744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4" name="Google Shape;49384;p47"/>
            <p:cNvSpPr/>
            <p:nvPr/>
          </p:nvSpPr>
          <p:spPr>
            <a:xfrm>
              <a:off x="4174400" y="2018950"/>
              <a:ext cx="885750" cy="485525"/>
            </a:xfrm>
            <a:custGeom>
              <a:avLst/>
              <a:gdLst/>
              <a:ahLst/>
              <a:cxnLst/>
              <a:rect l="l" t="t" r="r" b="b"/>
              <a:pathLst>
                <a:path w="35430" h="19421" extrusionOk="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5" name="Google Shape;49385;p47"/>
            <p:cNvSpPr/>
            <p:nvPr/>
          </p:nvSpPr>
          <p:spPr>
            <a:xfrm>
              <a:off x="41744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6" name="Google Shape;49386;p47"/>
            <p:cNvSpPr/>
            <p:nvPr/>
          </p:nvSpPr>
          <p:spPr>
            <a:xfrm>
              <a:off x="417440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7" name="Google Shape;49387;p47"/>
            <p:cNvSpPr/>
            <p:nvPr/>
          </p:nvSpPr>
          <p:spPr>
            <a:xfrm>
              <a:off x="4174400" y="3590275"/>
              <a:ext cx="948275" cy="93250"/>
            </a:xfrm>
            <a:custGeom>
              <a:avLst/>
              <a:gdLst/>
              <a:ahLst/>
              <a:cxnLst/>
              <a:rect l="l" t="t" r="r" b="b"/>
              <a:pathLst>
                <a:path w="37931" h="3730" extrusionOk="0">
                  <a:moveTo>
                    <a:pt x="0" y="0"/>
                  </a:moveTo>
                  <a:lnTo>
                    <a:pt x="0" y="3730"/>
                  </a:lnTo>
                  <a:lnTo>
                    <a:pt x="37931" y="3730"/>
                  </a:lnTo>
                  <a:lnTo>
                    <a:pt x="37931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8" name="Google Shape;49388;p47"/>
            <p:cNvSpPr/>
            <p:nvPr/>
          </p:nvSpPr>
          <p:spPr>
            <a:xfrm>
              <a:off x="4174400" y="2943325"/>
              <a:ext cx="1326900" cy="160325"/>
            </a:xfrm>
            <a:custGeom>
              <a:avLst/>
              <a:gdLst/>
              <a:ahLst/>
              <a:cxnLst/>
              <a:rect l="l" t="t" r="r" b="b"/>
              <a:pathLst>
                <a:path w="53076" h="6413" extrusionOk="0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9" name="Google Shape;49389;p47"/>
            <p:cNvSpPr/>
            <p:nvPr/>
          </p:nvSpPr>
          <p:spPr>
            <a:xfrm>
              <a:off x="4174400" y="2943325"/>
              <a:ext cx="1326900" cy="34125"/>
            </a:xfrm>
            <a:custGeom>
              <a:avLst/>
              <a:gdLst/>
              <a:ahLst/>
              <a:cxnLst/>
              <a:rect l="l" t="t" r="r" b="b"/>
              <a:pathLst>
                <a:path w="53076" h="1365" extrusionOk="0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0" name="Google Shape;49390;p47"/>
            <p:cNvSpPr/>
            <p:nvPr/>
          </p:nvSpPr>
          <p:spPr>
            <a:xfrm>
              <a:off x="4174400" y="3315125"/>
              <a:ext cx="1331450" cy="33000"/>
            </a:xfrm>
            <a:custGeom>
              <a:avLst/>
              <a:gdLst/>
              <a:ahLst/>
              <a:cxnLst/>
              <a:rect l="l" t="t" r="r" b="b"/>
              <a:pathLst>
                <a:path w="53258" h="1320" extrusionOk="0">
                  <a:moveTo>
                    <a:pt x="0" y="0"/>
                  </a:moveTo>
                  <a:lnTo>
                    <a:pt x="0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1" name="Google Shape;49391;p47"/>
            <p:cNvSpPr/>
            <p:nvPr/>
          </p:nvSpPr>
          <p:spPr>
            <a:xfrm>
              <a:off x="4174400" y="3224150"/>
              <a:ext cx="1534975" cy="43225"/>
            </a:xfrm>
            <a:custGeom>
              <a:avLst/>
              <a:gdLst/>
              <a:ahLst/>
              <a:cxnLst/>
              <a:rect l="l" t="t" r="r" b="b"/>
              <a:pathLst>
                <a:path w="61399" h="1729" extrusionOk="0">
                  <a:moveTo>
                    <a:pt x="60443" y="1"/>
                  </a:moveTo>
                  <a:cubicBezTo>
                    <a:pt x="59261" y="637"/>
                    <a:pt x="57987" y="956"/>
                    <a:pt x="56714" y="956"/>
                  </a:cubicBezTo>
                  <a:lnTo>
                    <a:pt x="0" y="956"/>
                  </a:lnTo>
                  <a:lnTo>
                    <a:pt x="0" y="1729"/>
                  </a:lnTo>
                  <a:lnTo>
                    <a:pt x="56714" y="1729"/>
                  </a:lnTo>
                  <a:cubicBezTo>
                    <a:pt x="58351" y="1729"/>
                    <a:pt x="59897" y="1274"/>
                    <a:pt x="61398" y="365"/>
                  </a:cubicBezTo>
                  <a:cubicBezTo>
                    <a:pt x="61080" y="228"/>
                    <a:pt x="60761" y="137"/>
                    <a:pt x="60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2" name="Google Shape;49392;p47"/>
            <p:cNvSpPr/>
            <p:nvPr/>
          </p:nvSpPr>
          <p:spPr>
            <a:xfrm>
              <a:off x="4174400" y="2564700"/>
              <a:ext cx="125100" cy="103500"/>
            </a:xfrm>
            <a:custGeom>
              <a:avLst/>
              <a:gdLst/>
              <a:ahLst/>
              <a:cxnLst/>
              <a:rect l="l" t="t" r="r" b="b"/>
              <a:pathLst>
                <a:path w="5004" h="4140" extrusionOk="0">
                  <a:moveTo>
                    <a:pt x="0" y="0"/>
                  </a:moveTo>
                  <a:lnTo>
                    <a:pt x="0" y="4139"/>
                  </a:lnTo>
                  <a:lnTo>
                    <a:pt x="5003" y="4139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3" name="Google Shape;49393;p47"/>
            <p:cNvSpPr/>
            <p:nvPr/>
          </p:nvSpPr>
          <p:spPr>
            <a:xfrm>
              <a:off x="4651925" y="2564700"/>
              <a:ext cx="104625" cy="103500"/>
            </a:xfrm>
            <a:custGeom>
              <a:avLst/>
              <a:gdLst/>
              <a:ahLst/>
              <a:cxnLst/>
              <a:rect l="l" t="t" r="r" b="b"/>
              <a:pathLst>
                <a:path w="4185" h="4140" extrusionOk="0">
                  <a:moveTo>
                    <a:pt x="1" y="0"/>
                  </a:moveTo>
                  <a:lnTo>
                    <a:pt x="1" y="4139"/>
                  </a:lnTo>
                  <a:lnTo>
                    <a:pt x="4185" y="4139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4" name="Google Shape;49394;p47"/>
            <p:cNvSpPr/>
            <p:nvPr/>
          </p:nvSpPr>
          <p:spPr>
            <a:xfrm>
              <a:off x="4174400" y="1848400"/>
              <a:ext cx="93250" cy="78475"/>
            </a:xfrm>
            <a:custGeom>
              <a:avLst/>
              <a:gdLst/>
              <a:ahLst/>
              <a:cxnLst/>
              <a:rect l="l" t="t" r="r" b="b"/>
              <a:pathLst>
                <a:path w="3730" h="3139" extrusionOk="0">
                  <a:moveTo>
                    <a:pt x="0" y="0"/>
                  </a:moveTo>
                  <a:lnTo>
                    <a:pt x="0" y="3138"/>
                  </a:lnTo>
                  <a:lnTo>
                    <a:pt x="3730" y="3138"/>
                  </a:lnTo>
                  <a:cubicBezTo>
                    <a:pt x="3730" y="1410"/>
                    <a:pt x="2365" y="0"/>
                    <a:pt x="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5" name="Google Shape;49395;p47"/>
            <p:cNvSpPr/>
            <p:nvPr/>
          </p:nvSpPr>
          <p:spPr>
            <a:xfrm>
              <a:off x="4531400" y="1848400"/>
              <a:ext cx="77350" cy="78475"/>
            </a:xfrm>
            <a:custGeom>
              <a:avLst/>
              <a:gdLst/>
              <a:ahLst/>
              <a:cxnLst/>
              <a:rect l="l" t="t" r="r" b="b"/>
              <a:pathLst>
                <a:path w="3094" h="3139" extrusionOk="0">
                  <a:moveTo>
                    <a:pt x="1" y="0"/>
                  </a:moveTo>
                  <a:lnTo>
                    <a:pt x="1" y="3138"/>
                  </a:lnTo>
                  <a:lnTo>
                    <a:pt x="3094" y="3138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6" name="Google Shape;49396;p47"/>
            <p:cNvSpPr/>
            <p:nvPr/>
          </p:nvSpPr>
          <p:spPr>
            <a:xfrm>
              <a:off x="4174400" y="4155350"/>
              <a:ext cx="353625" cy="503725"/>
            </a:xfrm>
            <a:custGeom>
              <a:avLst/>
              <a:gdLst/>
              <a:ahLst/>
              <a:cxnLst/>
              <a:rect l="l" t="t" r="r" b="b"/>
              <a:pathLst>
                <a:path w="14145" h="20149" extrusionOk="0">
                  <a:moveTo>
                    <a:pt x="0" y="1"/>
                  </a:moveTo>
                  <a:lnTo>
                    <a:pt x="0" y="20148"/>
                  </a:lnTo>
                  <a:lnTo>
                    <a:pt x="14145" y="20148"/>
                  </a:lnTo>
                  <a:lnTo>
                    <a:pt x="141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7" name="Google Shape;49397;p47"/>
            <p:cNvSpPr/>
            <p:nvPr/>
          </p:nvSpPr>
          <p:spPr>
            <a:xfrm>
              <a:off x="4174400" y="4283825"/>
              <a:ext cx="145550" cy="375250"/>
            </a:xfrm>
            <a:custGeom>
              <a:avLst/>
              <a:gdLst/>
              <a:ahLst/>
              <a:cxnLst/>
              <a:rect l="l" t="t" r="r" b="b"/>
              <a:pathLst>
                <a:path w="5822" h="15010" extrusionOk="0">
                  <a:moveTo>
                    <a:pt x="0" y="1"/>
                  </a:moveTo>
                  <a:lnTo>
                    <a:pt x="0" y="15009"/>
                  </a:lnTo>
                  <a:lnTo>
                    <a:pt x="5822" y="15009"/>
                  </a:lnTo>
                  <a:lnTo>
                    <a:pt x="58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8" name="Google Shape;49398;p47"/>
            <p:cNvSpPr/>
            <p:nvPr/>
          </p:nvSpPr>
          <p:spPr>
            <a:xfrm>
              <a:off x="4174400" y="2993350"/>
              <a:ext cx="1092675" cy="600350"/>
            </a:xfrm>
            <a:custGeom>
              <a:avLst/>
              <a:gdLst/>
              <a:ahLst/>
              <a:cxnLst/>
              <a:rect l="l" t="t" r="r" b="b"/>
              <a:pathLst>
                <a:path w="43707" h="24014" extrusionOk="0">
                  <a:moveTo>
                    <a:pt x="0" y="0"/>
                  </a:moveTo>
                  <a:lnTo>
                    <a:pt x="0" y="24014"/>
                  </a:lnTo>
                  <a:lnTo>
                    <a:pt x="38431" y="24014"/>
                  </a:lnTo>
                  <a:cubicBezTo>
                    <a:pt x="40159" y="24014"/>
                    <a:pt x="41842" y="23332"/>
                    <a:pt x="43070" y="22058"/>
                  </a:cubicBezTo>
                  <a:lnTo>
                    <a:pt x="43706" y="21421"/>
                  </a:lnTo>
                  <a:cubicBezTo>
                    <a:pt x="39932" y="21012"/>
                    <a:pt x="36293" y="19875"/>
                    <a:pt x="32928" y="180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9" name="Google Shape;49399;p47"/>
            <p:cNvSpPr/>
            <p:nvPr/>
          </p:nvSpPr>
          <p:spPr>
            <a:xfrm>
              <a:off x="4174400" y="3100225"/>
              <a:ext cx="554875" cy="303600"/>
            </a:xfrm>
            <a:custGeom>
              <a:avLst/>
              <a:gdLst/>
              <a:ahLst/>
              <a:cxnLst/>
              <a:rect l="l" t="t" r="r" b="b"/>
              <a:pathLst>
                <a:path w="22195" h="12144" extrusionOk="0">
                  <a:moveTo>
                    <a:pt x="0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0" name="Google Shape;49400;p47"/>
            <p:cNvSpPr/>
            <p:nvPr/>
          </p:nvSpPr>
          <p:spPr>
            <a:xfrm>
              <a:off x="4174400" y="3683500"/>
              <a:ext cx="859600" cy="482125"/>
            </a:xfrm>
            <a:custGeom>
              <a:avLst/>
              <a:gdLst/>
              <a:ahLst/>
              <a:cxnLst/>
              <a:rect l="l" t="t" r="r" b="b"/>
              <a:pathLst>
                <a:path w="34384" h="19285" extrusionOk="0">
                  <a:moveTo>
                    <a:pt x="0" y="1"/>
                  </a:moveTo>
                  <a:lnTo>
                    <a:pt x="0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1" name="Google Shape;49401;p47"/>
            <p:cNvSpPr/>
            <p:nvPr/>
          </p:nvSpPr>
          <p:spPr>
            <a:xfrm>
              <a:off x="4174400" y="4165600"/>
              <a:ext cx="866400" cy="44350"/>
            </a:xfrm>
            <a:custGeom>
              <a:avLst/>
              <a:gdLst/>
              <a:ahLst/>
              <a:cxnLst/>
              <a:rect l="l" t="t" r="r" b="b"/>
              <a:pathLst>
                <a:path w="34656" h="1774" extrusionOk="0">
                  <a:moveTo>
                    <a:pt x="0" y="0"/>
                  </a:moveTo>
                  <a:lnTo>
                    <a:pt x="0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2" name="Google Shape;49402;p47"/>
            <p:cNvSpPr/>
            <p:nvPr/>
          </p:nvSpPr>
          <p:spPr>
            <a:xfrm>
              <a:off x="4174400" y="3872250"/>
              <a:ext cx="125100" cy="104625"/>
            </a:xfrm>
            <a:custGeom>
              <a:avLst/>
              <a:gdLst/>
              <a:ahLst/>
              <a:cxnLst/>
              <a:rect l="l" t="t" r="r" b="b"/>
              <a:pathLst>
                <a:path w="5004" h="4185" extrusionOk="0">
                  <a:moveTo>
                    <a:pt x="0" y="0"/>
                  </a:moveTo>
                  <a:lnTo>
                    <a:pt x="0" y="4184"/>
                  </a:lnTo>
                  <a:lnTo>
                    <a:pt x="5003" y="4184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3" name="Google Shape;49403;p47"/>
            <p:cNvSpPr/>
            <p:nvPr/>
          </p:nvSpPr>
          <p:spPr>
            <a:xfrm>
              <a:off x="4651925" y="3872250"/>
              <a:ext cx="104625" cy="104625"/>
            </a:xfrm>
            <a:custGeom>
              <a:avLst/>
              <a:gdLst/>
              <a:ahLst/>
              <a:cxnLst/>
              <a:rect l="l" t="t" r="r" b="b"/>
              <a:pathLst>
                <a:path w="4185" h="4185" extrusionOk="0">
                  <a:moveTo>
                    <a:pt x="1" y="0"/>
                  </a:moveTo>
                  <a:lnTo>
                    <a:pt x="1" y="4184"/>
                  </a:lnTo>
                  <a:lnTo>
                    <a:pt x="4185" y="4184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4" name="Google Shape;49404;p47"/>
            <p:cNvSpPr/>
            <p:nvPr/>
          </p:nvSpPr>
          <p:spPr>
            <a:xfrm>
              <a:off x="4174400" y="4595375"/>
              <a:ext cx="1135875" cy="63700"/>
            </a:xfrm>
            <a:custGeom>
              <a:avLst/>
              <a:gdLst/>
              <a:ahLst/>
              <a:cxnLst/>
              <a:rect l="l" t="t" r="r" b="b"/>
              <a:pathLst>
                <a:path w="45435" h="2548" extrusionOk="0">
                  <a:moveTo>
                    <a:pt x="0" y="0"/>
                  </a:moveTo>
                  <a:lnTo>
                    <a:pt x="0" y="2547"/>
                  </a:lnTo>
                  <a:lnTo>
                    <a:pt x="45435" y="2547"/>
                  </a:lnTo>
                  <a:lnTo>
                    <a:pt x="4543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05" name="Google Shape;49405;p47"/>
          <p:cNvGrpSpPr/>
          <p:nvPr/>
        </p:nvGrpSpPr>
        <p:grpSpPr>
          <a:xfrm>
            <a:off x="7581422" y="1055158"/>
            <a:ext cx="1562566" cy="3259317"/>
            <a:chOff x="1565000" y="1241525"/>
            <a:chExt cx="1638425" cy="3417550"/>
          </a:xfrm>
        </p:grpSpPr>
        <p:sp>
          <p:nvSpPr>
            <p:cNvPr id="49406" name="Google Shape;49406;p47"/>
            <p:cNvSpPr/>
            <p:nvPr/>
          </p:nvSpPr>
          <p:spPr>
            <a:xfrm>
              <a:off x="1942475" y="2093975"/>
              <a:ext cx="403650" cy="519650"/>
            </a:xfrm>
            <a:custGeom>
              <a:avLst/>
              <a:gdLst/>
              <a:ahLst/>
              <a:cxnLst/>
              <a:rect l="l" t="t" r="r" b="b"/>
              <a:pathLst>
                <a:path w="16146" h="20786" extrusionOk="0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20785"/>
                  </a:lnTo>
                  <a:lnTo>
                    <a:pt x="16146" y="20785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7" name="Google Shape;49407;p47"/>
            <p:cNvSpPr/>
            <p:nvPr/>
          </p:nvSpPr>
          <p:spPr>
            <a:xfrm>
              <a:off x="1942475" y="2093975"/>
              <a:ext cx="403650" cy="161475"/>
            </a:xfrm>
            <a:custGeom>
              <a:avLst/>
              <a:gdLst/>
              <a:ahLst/>
              <a:cxnLst/>
              <a:rect l="l" t="t" r="r" b="b"/>
              <a:pathLst>
                <a:path w="16146" h="6459" extrusionOk="0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6459"/>
                  </a:lnTo>
                  <a:lnTo>
                    <a:pt x="16146" y="6459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8" name="Google Shape;49408;p47"/>
            <p:cNvSpPr/>
            <p:nvPr/>
          </p:nvSpPr>
          <p:spPr>
            <a:xfrm>
              <a:off x="1565000" y="3103625"/>
              <a:ext cx="1638425" cy="211525"/>
            </a:xfrm>
            <a:custGeom>
              <a:avLst/>
              <a:gdLst/>
              <a:ahLst/>
              <a:cxnLst/>
              <a:rect l="l" t="t" r="r" b="b"/>
              <a:pathLst>
                <a:path w="65537" h="8461" extrusionOk="0">
                  <a:moveTo>
                    <a:pt x="12461" y="1"/>
                  </a:moveTo>
                  <a:lnTo>
                    <a:pt x="7504" y="3503"/>
                  </a:lnTo>
                  <a:cubicBezTo>
                    <a:pt x="5458" y="4958"/>
                    <a:pt x="3002" y="5731"/>
                    <a:pt x="500" y="5731"/>
                  </a:cubicBezTo>
                  <a:lnTo>
                    <a:pt x="0" y="5731"/>
                  </a:lnTo>
                  <a:cubicBezTo>
                    <a:pt x="2138" y="7505"/>
                    <a:pt x="4866" y="8460"/>
                    <a:pt x="7641" y="8460"/>
                  </a:cubicBezTo>
                  <a:lnTo>
                    <a:pt x="65536" y="8460"/>
                  </a:lnTo>
                  <a:lnTo>
                    <a:pt x="655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9" name="Google Shape;49409;p47"/>
            <p:cNvSpPr/>
            <p:nvPr/>
          </p:nvSpPr>
          <p:spPr>
            <a:xfrm>
              <a:off x="2173275" y="3103625"/>
              <a:ext cx="1030150" cy="211525"/>
            </a:xfrm>
            <a:custGeom>
              <a:avLst/>
              <a:gdLst/>
              <a:ahLst/>
              <a:cxnLst/>
              <a:rect l="l" t="t" r="r" b="b"/>
              <a:pathLst>
                <a:path w="41206" h="8461" extrusionOk="0">
                  <a:moveTo>
                    <a:pt x="10870" y="1"/>
                  </a:moveTo>
                  <a:lnTo>
                    <a:pt x="5913" y="5186"/>
                  </a:lnTo>
                  <a:cubicBezTo>
                    <a:pt x="4185" y="7050"/>
                    <a:pt x="2138" y="8142"/>
                    <a:pt x="1" y="8460"/>
                  </a:cubicBezTo>
                  <a:lnTo>
                    <a:pt x="41205" y="8460"/>
                  </a:lnTo>
                  <a:lnTo>
                    <a:pt x="412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0" name="Google Shape;49410;p47"/>
            <p:cNvSpPr/>
            <p:nvPr/>
          </p:nvSpPr>
          <p:spPr>
            <a:xfrm>
              <a:off x="2275600" y="2350950"/>
              <a:ext cx="927825" cy="377500"/>
            </a:xfrm>
            <a:custGeom>
              <a:avLst/>
              <a:gdLst/>
              <a:ahLst/>
              <a:cxnLst/>
              <a:rect l="l" t="t" r="r" b="b"/>
              <a:pathLst>
                <a:path w="37113" h="15100" extrusionOk="0">
                  <a:moveTo>
                    <a:pt x="1" y="0"/>
                  </a:moveTo>
                  <a:lnTo>
                    <a:pt x="1" y="15054"/>
                  </a:lnTo>
                  <a:cubicBezTo>
                    <a:pt x="319" y="15100"/>
                    <a:pt x="683" y="15100"/>
                    <a:pt x="1001" y="15100"/>
                  </a:cubicBezTo>
                  <a:lnTo>
                    <a:pt x="37112" y="15100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1" name="Google Shape;49411;p47"/>
            <p:cNvSpPr/>
            <p:nvPr/>
          </p:nvSpPr>
          <p:spPr>
            <a:xfrm>
              <a:off x="1565000" y="2613600"/>
              <a:ext cx="1638425" cy="329750"/>
            </a:xfrm>
            <a:custGeom>
              <a:avLst/>
              <a:gdLst/>
              <a:ahLst/>
              <a:cxnLst/>
              <a:rect l="l" t="t" r="r" b="b"/>
              <a:pathLst>
                <a:path w="65537" h="13190" extrusionOk="0">
                  <a:moveTo>
                    <a:pt x="15099" y="0"/>
                  </a:moveTo>
                  <a:lnTo>
                    <a:pt x="9141" y="5412"/>
                  </a:lnTo>
                  <a:cubicBezTo>
                    <a:pt x="6640" y="7686"/>
                    <a:pt x="3366" y="8960"/>
                    <a:pt x="0" y="8960"/>
                  </a:cubicBezTo>
                  <a:lnTo>
                    <a:pt x="227" y="9232"/>
                  </a:lnTo>
                  <a:cubicBezTo>
                    <a:pt x="2774" y="11779"/>
                    <a:pt x="6231" y="13189"/>
                    <a:pt x="9869" y="13189"/>
                  </a:cubicBezTo>
                  <a:lnTo>
                    <a:pt x="65536" y="13189"/>
                  </a:lnTo>
                  <a:lnTo>
                    <a:pt x="655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2" name="Google Shape;49412;p47"/>
            <p:cNvSpPr/>
            <p:nvPr/>
          </p:nvSpPr>
          <p:spPr>
            <a:xfrm>
              <a:off x="2258550" y="2613600"/>
              <a:ext cx="944875" cy="329750"/>
            </a:xfrm>
            <a:custGeom>
              <a:avLst/>
              <a:gdLst/>
              <a:ahLst/>
              <a:cxnLst/>
              <a:rect l="l" t="t" r="r" b="b"/>
              <a:pathLst>
                <a:path w="37795" h="13190" extrusionOk="0">
                  <a:moveTo>
                    <a:pt x="11780" y="0"/>
                  </a:moveTo>
                  <a:lnTo>
                    <a:pt x="6004" y="8277"/>
                  </a:lnTo>
                  <a:cubicBezTo>
                    <a:pt x="4276" y="10733"/>
                    <a:pt x="2229" y="12416"/>
                    <a:pt x="1" y="13189"/>
                  </a:cubicBezTo>
                  <a:lnTo>
                    <a:pt x="37794" y="13189"/>
                  </a:lnTo>
                  <a:lnTo>
                    <a:pt x="377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3" name="Google Shape;49413;p47"/>
            <p:cNvSpPr/>
            <p:nvPr/>
          </p:nvSpPr>
          <p:spPr>
            <a:xfrm>
              <a:off x="1658225" y="2817100"/>
              <a:ext cx="1545200" cy="76225"/>
            </a:xfrm>
            <a:custGeom>
              <a:avLst/>
              <a:gdLst/>
              <a:ahLst/>
              <a:cxnLst/>
              <a:rect l="l" t="t" r="r" b="b"/>
              <a:pathLst>
                <a:path w="61808" h="3049" extrusionOk="0">
                  <a:moveTo>
                    <a:pt x="864" y="1"/>
                  </a:moveTo>
                  <a:cubicBezTo>
                    <a:pt x="592" y="137"/>
                    <a:pt x="273" y="228"/>
                    <a:pt x="0" y="319"/>
                  </a:cubicBezTo>
                  <a:cubicBezTo>
                    <a:pt x="2274" y="2093"/>
                    <a:pt x="4958" y="3048"/>
                    <a:pt x="7732" y="3048"/>
                  </a:cubicBezTo>
                  <a:lnTo>
                    <a:pt x="61807" y="3048"/>
                  </a:lnTo>
                  <a:lnTo>
                    <a:pt x="61807" y="2320"/>
                  </a:lnTo>
                  <a:lnTo>
                    <a:pt x="7732" y="2320"/>
                  </a:lnTo>
                  <a:cubicBezTo>
                    <a:pt x="5276" y="2320"/>
                    <a:pt x="2911" y="1502"/>
                    <a:pt x="8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4" name="Google Shape;49414;p47"/>
            <p:cNvSpPr/>
            <p:nvPr/>
          </p:nvSpPr>
          <p:spPr>
            <a:xfrm>
              <a:off x="1871975" y="3315125"/>
              <a:ext cx="1331450" cy="278575"/>
            </a:xfrm>
            <a:custGeom>
              <a:avLst/>
              <a:gdLst/>
              <a:ahLst/>
              <a:cxnLst/>
              <a:rect l="l" t="t" r="r" b="b"/>
              <a:pathLst>
                <a:path w="53258" h="11143" extrusionOk="0">
                  <a:moveTo>
                    <a:pt x="1" y="0"/>
                  </a:moveTo>
                  <a:lnTo>
                    <a:pt x="1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5" name="Google Shape;49415;p47"/>
            <p:cNvSpPr/>
            <p:nvPr/>
          </p:nvSpPr>
          <p:spPr>
            <a:xfrm>
              <a:off x="2017500" y="4145125"/>
              <a:ext cx="301350" cy="289950"/>
            </a:xfrm>
            <a:custGeom>
              <a:avLst/>
              <a:gdLst/>
              <a:ahLst/>
              <a:cxnLst/>
              <a:rect l="l" t="t" r="r" b="b"/>
              <a:pathLst>
                <a:path w="12054" h="11598" extrusionOk="0">
                  <a:moveTo>
                    <a:pt x="7778" y="0"/>
                  </a:moveTo>
                  <a:lnTo>
                    <a:pt x="7505" y="273"/>
                  </a:lnTo>
                  <a:lnTo>
                    <a:pt x="7460" y="228"/>
                  </a:lnTo>
                  <a:lnTo>
                    <a:pt x="1775" y="5504"/>
                  </a:lnTo>
                  <a:lnTo>
                    <a:pt x="1" y="7186"/>
                  </a:lnTo>
                  <a:lnTo>
                    <a:pt x="6368" y="11598"/>
                  </a:lnTo>
                  <a:lnTo>
                    <a:pt x="11917" y="10688"/>
                  </a:lnTo>
                  <a:lnTo>
                    <a:pt x="12008" y="5822"/>
                  </a:lnTo>
                  <a:lnTo>
                    <a:pt x="12053" y="5185"/>
                  </a:lnTo>
                  <a:lnTo>
                    <a:pt x="777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6" name="Google Shape;49416;p47"/>
            <p:cNvSpPr/>
            <p:nvPr/>
          </p:nvSpPr>
          <p:spPr>
            <a:xfrm>
              <a:off x="2140300" y="3613000"/>
              <a:ext cx="209250" cy="234250"/>
            </a:xfrm>
            <a:custGeom>
              <a:avLst/>
              <a:gdLst/>
              <a:ahLst/>
              <a:cxnLst/>
              <a:rect l="l" t="t" r="r" b="b"/>
              <a:pathLst>
                <a:path w="8370" h="9370" extrusionOk="0">
                  <a:moveTo>
                    <a:pt x="5231" y="1"/>
                  </a:moveTo>
                  <a:lnTo>
                    <a:pt x="2457" y="2366"/>
                  </a:lnTo>
                  <a:lnTo>
                    <a:pt x="1" y="4458"/>
                  </a:lnTo>
                  <a:lnTo>
                    <a:pt x="819" y="5322"/>
                  </a:lnTo>
                  <a:lnTo>
                    <a:pt x="4503" y="9370"/>
                  </a:lnTo>
                  <a:lnTo>
                    <a:pt x="7505" y="9097"/>
                  </a:lnTo>
                  <a:lnTo>
                    <a:pt x="8369" y="9006"/>
                  </a:lnTo>
                  <a:lnTo>
                    <a:pt x="8369" y="3048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7" name="Google Shape;49417;p47"/>
            <p:cNvSpPr/>
            <p:nvPr/>
          </p:nvSpPr>
          <p:spPr>
            <a:xfrm>
              <a:off x="2231275" y="3999600"/>
              <a:ext cx="118275" cy="239925"/>
            </a:xfrm>
            <a:custGeom>
              <a:avLst/>
              <a:gdLst/>
              <a:ahLst/>
              <a:cxnLst/>
              <a:rect l="l" t="t" r="r" b="b"/>
              <a:pathLst>
                <a:path w="4731" h="9597" extrusionOk="0">
                  <a:moveTo>
                    <a:pt x="4730" y="0"/>
                  </a:moveTo>
                  <a:lnTo>
                    <a:pt x="0" y="5003"/>
                  </a:lnTo>
                  <a:lnTo>
                    <a:pt x="3821" y="9596"/>
                  </a:lnTo>
                  <a:lnTo>
                    <a:pt x="4730" y="6185"/>
                  </a:lnTo>
                  <a:lnTo>
                    <a:pt x="473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8" name="Google Shape;49418;p47"/>
            <p:cNvSpPr/>
            <p:nvPr/>
          </p:nvSpPr>
          <p:spPr>
            <a:xfrm>
              <a:off x="2040250" y="3607325"/>
              <a:ext cx="193325" cy="95525"/>
            </a:xfrm>
            <a:custGeom>
              <a:avLst/>
              <a:gdLst/>
              <a:ahLst/>
              <a:cxnLst/>
              <a:rect l="l" t="t" r="r" b="b"/>
              <a:pathLst>
                <a:path w="7733" h="3821" extrusionOk="0">
                  <a:moveTo>
                    <a:pt x="1" y="0"/>
                  </a:moveTo>
                  <a:lnTo>
                    <a:pt x="1774" y="2047"/>
                  </a:lnTo>
                  <a:lnTo>
                    <a:pt x="3275" y="3821"/>
                  </a:lnTo>
                  <a:lnTo>
                    <a:pt x="5413" y="2002"/>
                  </a:lnTo>
                  <a:lnTo>
                    <a:pt x="7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9" name="Google Shape;49419;p47"/>
            <p:cNvSpPr/>
            <p:nvPr/>
          </p:nvSpPr>
          <p:spPr>
            <a:xfrm>
              <a:off x="1902675" y="3945000"/>
              <a:ext cx="293375" cy="357050"/>
            </a:xfrm>
            <a:custGeom>
              <a:avLst/>
              <a:gdLst/>
              <a:ahLst/>
              <a:cxnLst/>
              <a:rect l="l" t="t" r="r" b="b"/>
              <a:pathLst>
                <a:path w="11735" h="14282" extrusionOk="0">
                  <a:moveTo>
                    <a:pt x="3957" y="1"/>
                  </a:moveTo>
                  <a:lnTo>
                    <a:pt x="1" y="6095"/>
                  </a:lnTo>
                  <a:lnTo>
                    <a:pt x="3866" y="14282"/>
                  </a:lnTo>
                  <a:lnTo>
                    <a:pt x="5367" y="12917"/>
                  </a:lnTo>
                  <a:lnTo>
                    <a:pt x="11734" y="6959"/>
                  </a:lnTo>
                  <a:lnTo>
                    <a:pt x="10552" y="1957"/>
                  </a:lnTo>
                  <a:lnTo>
                    <a:pt x="10370" y="1274"/>
                  </a:lnTo>
                  <a:lnTo>
                    <a:pt x="7050" y="592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0" name="Google Shape;49420;p47"/>
            <p:cNvSpPr/>
            <p:nvPr/>
          </p:nvSpPr>
          <p:spPr>
            <a:xfrm>
              <a:off x="2343825" y="4170125"/>
              <a:ext cx="277450" cy="235400"/>
            </a:xfrm>
            <a:custGeom>
              <a:avLst/>
              <a:gdLst/>
              <a:ahLst/>
              <a:cxnLst/>
              <a:rect l="l" t="t" r="r" b="b"/>
              <a:pathLst>
                <a:path w="11098" h="9416" extrusionOk="0">
                  <a:moveTo>
                    <a:pt x="1229" y="1"/>
                  </a:moveTo>
                  <a:lnTo>
                    <a:pt x="137" y="4049"/>
                  </a:lnTo>
                  <a:lnTo>
                    <a:pt x="1" y="9415"/>
                  </a:lnTo>
                  <a:lnTo>
                    <a:pt x="1183" y="9097"/>
                  </a:lnTo>
                  <a:lnTo>
                    <a:pt x="9733" y="6641"/>
                  </a:lnTo>
                  <a:lnTo>
                    <a:pt x="1109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1" name="Google Shape;49421;p47"/>
            <p:cNvSpPr/>
            <p:nvPr/>
          </p:nvSpPr>
          <p:spPr>
            <a:xfrm>
              <a:off x="2188050" y="3866550"/>
              <a:ext cx="161500" cy="228575"/>
            </a:xfrm>
            <a:custGeom>
              <a:avLst/>
              <a:gdLst/>
              <a:ahLst/>
              <a:cxnLst/>
              <a:rect l="l" t="t" r="r" b="b"/>
              <a:pathLst>
                <a:path w="6460" h="9143" extrusionOk="0">
                  <a:moveTo>
                    <a:pt x="6459" y="1"/>
                  </a:moveTo>
                  <a:lnTo>
                    <a:pt x="2684" y="365"/>
                  </a:lnTo>
                  <a:lnTo>
                    <a:pt x="2548" y="547"/>
                  </a:lnTo>
                  <a:lnTo>
                    <a:pt x="1" y="4049"/>
                  </a:lnTo>
                  <a:lnTo>
                    <a:pt x="228" y="4822"/>
                  </a:lnTo>
                  <a:lnTo>
                    <a:pt x="1274" y="9142"/>
                  </a:lnTo>
                  <a:lnTo>
                    <a:pt x="6459" y="3685"/>
                  </a:lnTo>
                  <a:lnTo>
                    <a:pt x="6459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2" name="Google Shape;49422;p47"/>
            <p:cNvSpPr/>
            <p:nvPr/>
          </p:nvSpPr>
          <p:spPr>
            <a:xfrm>
              <a:off x="1978850" y="3741500"/>
              <a:ext cx="250175" cy="206950"/>
            </a:xfrm>
            <a:custGeom>
              <a:avLst/>
              <a:gdLst/>
              <a:ahLst/>
              <a:cxnLst/>
              <a:rect l="l" t="t" r="r" b="b"/>
              <a:pathLst>
                <a:path w="10007" h="8278" extrusionOk="0">
                  <a:moveTo>
                    <a:pt x="5504" y="0"/>
                  </a:moveTo>
                  <a:lnTo>
                    <a:pt x="4276" y="637"/>
                  </a:lnTo>
                  <a:lnTo>
                    <a:pt x="1" y="2956"/>
                  </a:lnTo>
                  <a:lnTo>
                    <a:pt x="455" y="4685"/>
                  </a:lnTo>
                  <a:lnTo>
                    <a:pt x="1092" y="7004"/>
                  </a:lnTo>
                  <a:lnTo>
                    <a:pt x="4185" y="7641"/>
                  </a:lnTo>
                  <a:lnTo>
                    <a:pt x="7550" y="8277"/>
                  </a:lnTo>
                  <a:lnTo>
                    <a:pt x="10006" y="4866"/>
                  </a:lnTo>
                  <a:lnTo>
                    <a:pt x="6004" y="500"/>
                  </a:lnTo>
                  <a:lnTo>
                    <a:pt x="5595" y="46"/>
                  </a:lnTo>
                  <a:lnTo>
                    <a:pt x="5595" y="91"/>
                  </a:lnTo>
                  <a:lnTo>
                    <a:pt x="55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3" name="Google Shape;49423;p47"/>
            <p:cNvSpPr/>
            <p:nvPr/>
          </p:nvSpPr>
          <p:spPr>
            <a:xfrm>
              <a:off x="2148275" y="4440750"/>
              <a:ext cx="326325" cy="199000"/>
            </a:xfrm>
            <a:custGeom>
              <a:avLst/>
              <a:gdLst/>
              <a:ahLst/>
              <a:cxnLst/>
              <a:rect l="l" t="t" r="r" b="b"/>
              <a:pathLst>
                <a:path w="13053" h="7960" extrusionOk="0">
                  <a:moveTo>
                    <a:pt x="7004" y="0"/>
                  </a:moveTo>
                  <a:lnTo>
                    <a:pt x="6640" y="137"/>
                  </a:lnTo>
                  <a:lnTo>
                    <a:pt x="6640" y="46"/>
                  </a:lnTo>
                  <a:lnTo>
                    <a:pt x="1456" y="864"/>
                  </a:lnTo>
                  <a:lnTo>
                    <a:pt x="0" y="7959"/>
                  </a:lnTo>
                  <a:lnTo>
                    <a:pt x="13053" y="7959"/>
                  </a:lnTo>
                  <a:lnTo>
                    <a:pt x="7322" y="410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4" name="Google Shape;49424;p47"/>
            <p:cNvSpPr/>
            <p:nvPr/>
          </p:nvSpPr>
          <p:spPr>
            <a:xfrm>
              <a:off x="2553050" y="4449850"/>
              <a:ext cx="312675" cy="194450"/>
            </a:xfrm>
            <a:custGeom>
              <a:avLst/>
              <a:gdLst/>
              <a:ahLst/>
              <a:cxnLst/>
              <a:rect l="l" t="t" r="r" b="b"/>
              <a:pathLst>
                <a:path w="12507" h="7778" extrusionOk="0">
                  <a:moveTo>
                    <a:pt x="12507" y="0"/>
                  </a:moveTo>
                  <a:lnTo>
                    <a:pt x="0" y="7641"/>
                  </a:lnTo>
                  <a:lnTo>
                    <a:pt x="12507" y="7777"/>
                  </a:lnTo>
                  <a:lnTo>
                    <a:pt x="125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5" name="Google Shape;49425;p47"/>
            <p:cNvSpPr/>
            <p:nvPr/>
          </p:nvSpPr>
          <p:spPr>
            <a:xfrm>
              <a:off x="1853775" y="3607325"/>
              <a:ext cx="244500" cy="185350"/>
            </a:xfrm>
            <a:custGeom>
              <a:avLst/>
              <a:gdLst/>
              <a:ahLst/>
              <a:cxnLst/>
              <a:rect l="l" t="t" r="r" b="b"/>
              <a:pathLst>
                <a:path w="9780" h="7414" extrusionOk="0">
                  <a:moveTo>
                    <a:pt x="1183" y="0"/>
                  </a:moveTo>
                  <a:lnTo>
                    <a:pt x="1" y="5776"/>
                  </a:lnTo>
                  <a:lnTo>
                    <a:pt x="1274" y="6277"/>
                  </a:lnTo>
                  <a:lnTo>
                    <a:pt x="4321" y="7414"/>
                  </a:lnTo>
                  <a:lnTo>
                    <a:pt x="8779" y="5003"/>
                  </a:lnTo>
                  <a:lnTo>
                    <a:pt x="9779" y="4457"/>
                  </a:lnTo>
                  <a:lnTo>
                    <a:pt x="8005" y="2411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6" name="Google Shape;49426;p47"/>
            <p:cNvSpPr/>
            <p:nvPr/>
          </p:nvSpPr>
          <p:spPr>
            <a:xfrm>
              <a:off x="2352925" y="4363425"/>
              <a:ext cx="384325" cy="271775"/>
            </a:xfrm>
            <a:custGeom>
              <a:avLst/>
              <a:gdLst/>
              <a:ahLst/>
              <a:cxnLst/>
              <a:rect l="l" t="t" r="r" b="b"/>
              <a:pathLst>
                <a:path w="15373" h="10871" extrusionOk="0">
                  <a:moveTo>
                    <a:pt x="9688" y="1"/>
                  </a:moveTo>
                  <a:lnTo>
                    <a:pt x="273" y="2684"/>
                  </a:lnTo>
                  <a:lnTo>
                    <a:pt x="1" y="2775"/>
                  </a:lnTo>
                  <a:lnTo>
                    <a:pt x="6140" y="10870"/>
                  </a:lnTo>
                  <a:lnTo>
                    <a:pt x="6504" y="10643"/>
                  </a:lnTo>
                  <a:lnTo>
                    <a:pt x="15373" y="5231"/>
                  </a:lnTo>
                  <a:lnTo>
                    <a:pt x="10870" y="1092"/>
                  </a:lnTo>
                  <a:lnTo>
                    <a:pt x="968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7" name="Google Shape;49427;p47"/>
            <p:cNvSpPr/>
            <p:nvPr/>
          </p:nvSpPr>
          <p:spPr>
            <a:xfrm>
              <a:off x="2614425" y="4170125"/>
              <a:ext cx="251300" cy="308175"/>
            </a:xfrm>
            <a:custGeom>
              <a:avLst/>
              <a:gdLst/>
              <a:ahLst/>
              <a:cxnLst/>
              <a:rect l="l" t="t" r="r" b="b"/>
              <a:pathLst>
                <a:path w="10052" h="12327" extrusionOk="0">
                  <a:moveTo>
                    <a:pt x="1456" y="1"/>
                  </a:moveTo>
                  <a:lnTo>
                    <a:pt x="1" y="6914"/>
                  </a:lnTo>
                  <a:lnTo>
                    <a:pt x="1229" y="8005"/>
                  </a:lnTo>
                  <a:lnTo>
                    <a:pt x="5913" y="12326"/>
                  </a:lnTo>
                  <a:lnTo>
                    <a:pt x="7551" y="11371"/>
                  </a:lnTo>
                  <a:lnTo>
                    <a:pt x="10052" y="9870"/>
                  </a:lnTo>
                  <a:lnTo>
                    <a:pt x="10052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8" name="Google Shape;49428;p47"/>
            <p:cNvSpPr/>
            <p:nvPr/>
          </p:nvSpPr>
          <p:spPr>
            <a:xfrm>
              <a:off x="1827625" y="4344100"/>
              <a:ext cx="329775" cy="295650"/>
            </a:xfrm>
            <a:custGeom>
              <a:avLst/>
              <a:gdLst/>
              <a:ahLst/>
              <a:cxnLst/>
              <a:rect l="l" t="t" r="r" b="b"/>
              <a:pathLst>
                <a:path w="13191" h="11826" extrusionOk="0">
                  <a:moveTo>
                    <a:pt x="6732" y="0"/>
                  </a:moveTo>
                  <a:lnTo>
                    <a:pt x="6504" y="228"/>
                  </a:lnTo>
                  <a:lnTo>
                    <a:pt x="6414" y="91"/>
                  </a:lnTo>
                  <a:lnTo>
                    <a:pt x="3184" y="2002"/>
                  </a:lnTo>
                  <a:lnTo>
                    <a:pt x="1" y="3912"/>
                  </a:lnTo>
                  <a:lnTo>
                    <a:pt x="865" y="5413"/>
                  </a:lnTo>
                  <a:lnTo>
                    <a:pt x="4503" y="11825"/>
                  </a:lnTo>
                  <a:lnTo>
                    <a:pt x="11644" y="11825"/>
                  </a:lnTo>
                  <a:lnTo>
                    <a:pt x="13190" y="4503"/>
                  </a:lnTo>
                  <a:lnTo>
                    <a:pt x="6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9" name="Google Shape;49429;p47"/>
            <p:cNvSpPr/>
            <p:nvPr/>
          </p:nvSpPr>
          <p:spPr>
            <a:xfrm>
              <a:off x="1786700" y="3780150"/>
              <a:ext cx="192175" cy="300200"/>
            </a:xfrm>
            <a:custGeom>
              <a:avLst/>
              <a:gdLst/>
              <a:ahLst/>
              <a:cxnLst/>
              <a:rect l="l" t="t" r="r" b="b"/>
              <a:pathLst>
                <a:path w="7687" h="12008" extrusionOk="0">
                  <a:moveTo>
                    <a:pt x="2456" y="0"/>
                  </a:moveTo>
                  <a:lnTo>
                    <a:pt x="1" y="11598"/>
                  </a:lnTo>
                  <a:lnTo>
                    <a:pt x="3684" y="12007"/>
                  </a:lnTo>
                  <a:lnTo>
                    <a:pt x="7687" y="5867"/>
                  </a:lnTo>
                  <a:lnTo>
                    <a:pt x="7141" y="3684"/>
                  </a:lnTo>
                  <a:lnTo>
                    <a:pt x="6550" y="1547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0" name="Google Shape;49430;p47"/>
            <p:cNvSpPr/>
            <p:nvPr/>
          </p:nvSpPr>
          <p:spPr>
            <a:xfrm>
              <a:off x="1667325" y="4440750"/>
              <a:ext cx="239925" cy="199000"/>
            </a:xfrm>
            <a:custGeom>
              <a:avLst/>
              <a:gdLst/>
              <a:ahLst/>
              <a:cxnLst/>
              <a:rect l="l" t="t" r="r" b="b"/>
              <a:pathLst>
                <a:path w="9597" h="7960" extrusionOk="0">
                  <a:moveTo>
                    <a:pt x="1683" y="0"/>
                  </a:moveTo>
                  <a:lnTo>
                    <a:pt x="0" y="7959"/>
                  </a:lnTo>
                  <a:lnTo>
                    <a:pt x="9596" y="7959"/>
                  </a:lnTo>
                  <a:lnTo>
                    <a:pt x="6049" y="1728"/>
                  </a:lnTo>
                  <a:lnTo>
                    <a:pt x="5276" y="364"/>
                  </a:lnTo>
                  <a:lnTo>
                    <a:pt x="3047" y="137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1" name="Google Shape;49431;p47"/>
            <p:cNvSpPr/>
            <p:nvPr/>
          </p:nvSpPr>
          <p:spPr>
            <a:xfrm>
              <a:off x="1715075" y="4098500"/>
              <a:ext cx="261525" cy="322950"/>
            </a:xfrm>
            <a:custGeom>
              <a:avLst/>
              <a:gdLst/>
              <a:ahLst/>
              <a:cxnLst/>
              <a:rect l="l" t="t" r="r" b="b"/>
              <a:pathLst>
                <a:path w="10461" h="12918" extrusionOk="0">
                  <a:moveTo>
                    <a:pt x="2638" y="1"/>
                  </a:moveTo>
                  <a:lnTo>
                    <a:pt x="0" y="12553"/>
                  </a:lnTo>
                  <a:lnTo>
                    <a:pt x="1547" y="12690"/>
                  </a:lnTo>
                  <a:lnTo>
                    <a:pt x="3593" y="12917"/>
                  </a:lnTo>
                  <a:lnTo>
                    <a:pt x="7050" y="10870"/>
                  </a:lnTo>
                  <a:lnTo>
                    <a:pt x="10461" y="8869"/>
                  </a:lnTo>
                  <a:lnTo>
                    <a:pt x="6458" y="410"/>
                  </a:lnTo>
                  <a:lnTo>
                    <a:pt x="2820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2" name="Google Shape;49432;p47"/>
            <p:cNvSpPr/>
            <p:nvPr/>
          </p:nvSpPr>
          <p:spPr>
            <a:xfrm>
              <a:off x="2612150" y="2555600"/>
              <a:ext cx="122825" cy="122825"/>
            </a:xfrm>
            <a:custGeom>
              <a:avLst/>
              <a:gdLst/>
              <a:ahLst/>
              <a:cxnLst/>
              <a:rect l="l" t="t" r="r" b="b"/>
              <a:pathLst>
                <a:path w="4913" h="4913" extrusionOk="0">
                  <a:moveTo>
                    <a:pt x="4185" y="728"/>
                  </a:moveTo>
                  <a:lnTo>
                    <a:pt x="4185" y="4139"/>
                  </a:lnTo>
                  <a:lnTo>
                    <a:pt x="774" y="4139"/>
                  </a:lnTo>
                  <a:lnTo>
                    <a:pt x="774" y="728"/>
                  </a:lnTo>
                  <a:close/>
                  <a:moveTo>
                    <a:pt x="1" y="1"/>
                  </a:moveTo>
                  <a:lnTo>
                    <a:pt x="1" y="4912"/>
                  </a:lnTo>
                  <a:lnTo>
                    <a:pt x="4913" y="4912"/>
                  </a:lnTo>
                  <a:lnTo>
                    <a:pt x="49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3" name="Google Shape;49433;p47"/>
            <p:cNvSpPr/>
            <p:nvPr/>
          </p:nvSpPr>
          <p:spPr>
            <a:xfrm>
              <a:off x="2500725" y="1756300"/>
              <a:ext cx="702700" cy="262675"/>
            </a:xfrm>
            <a:custGeom>
              <a:avLst/>
              <a:gdLst/>
              <a:ahLst/>
              <a:cxnLst/>
              <a:rect l="l" t="t" r="r" b="b"/>
              <a:pathLst>
                <a:path w="28108" h="10507" extrusionOk="0">
                  <a:moveTo>
                    <a:pt x="1" y="0"/>
                  </a:moveTo>
                  <a:lnTo>
                    <a:pt x="1" y="10506"/>
                  </a:lnTo>
                  <a:lnTo>
                    <a:pt x="28107" y="1050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4" name="Google Shape;49434;p47"/>
            <p:cNvSpPr/>
            <p:nvPr/>
          </p:nvSpPr>
          <p:spPr>
            <a:xfrm>
              <a:off x="2500725" y="1756300"/>
              <a:ext cx="702700" cy="36400"/>
            </a:xfrm>
            <a:custGeom>
              <a:avLst/>
              <a:gdLst/>
              <a:ahLst/>
              <a:cxnLst/>
              <a:rect l="l" t="t" r="r" b="b"/>
              <a:pathLst>
                <a:path w="28108" h="1456" extrusionOk="0">
                  <a:moveTo>
                    <a:pt x="1" y="0"/>
                  </a:moveTo>
                  <a:lnTo>
                    <a:pt x="1" y="1456"/>
                  </a:lnTo>
                  <a:lnTo>
                    <a:pt x="28107" y="145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5" name="Google Shape;49435;p47"/>
            <p:cNvSpPr/>
            <p:nvPr/>
          </p:nvSpPr>
          <p:spPr>
            <a:xfrm>
              <a:off x="2517800" y="1241525"/>
              <a:ext cx="685625" cy="183925"/>
            </a:xfrm>
            <a:custGeom>
              <a:avLst/>
              <a:gdLst/>
              <a:ahLst/>
              <a:cxnLst/>
              <a:rect l="l" t="t" r="r" b="b"/>
              <a:pathLst>
                <a:path w="27425" h="7357" extrusionOk="0">
                  <a:moveTo>
                    <a:pt x="3434" y="0"/>
                  </a:moveTo>
                  <a:cubicBezTo>
                    <a:pt x="2683" y="0"/>
                    <a:pt x="1933" y="285"/>
                    <a:pt x="1365" y="853"/>
                  </a:cubicBezTo>
                  <a:lnTo>
                    <a:pt x="1228" y="989"/>
                  </a:lnTo>
                  <a:cubicBezTo>
                    <a:pt x="0" y="2217"/>
                    <a:pt x="0" y="4173"/>
                    <a:pt x="1228" y="5401"/>
                  </a:cubicBezTo>
                  <a:lnTo>
                    <a:pt x="2502" y="6674"/>
                  </a:lnTo>
                  <a:cubicBezTo>
                    <a:pt x="2911" y="7084"/>
                    <a:pt x="3502" y="7357"/>
                    <a:pt x="4093" y="7357"/>
                  </a:cubicBezTo>
                  <a:lnTo>
                    <a:pt x="27424" y="7357"/>
                  </a:lnTo>
                  <a:lnTo>
                    <a:pt x="27424" y="5446"/>
                  </a:lnTo>
                  <a:lnTo>
                    <a:pt x="6003" y="5446"/>
                  </a:lnTo>
                  <a:cubicBezTo>
                    <a:pt x="6003" y="4628"/>
                    <a:pt x="5276" y="3900"/>
                    <a:pt x="4457" y="3900"/>
                  </a:cubicBezTo>
                  <a:lnTo>
                    <a:pt x="3775" y="3900"/>
                  </a:lnTo>
                  <a:lnTo>
                    <a:pt x="3775" y="2263"/>
                  </a:lnTo>
                  <a:lnTo>
                    <a:pt x="3957" y="2399"/>
                  </a:lnTo>
                  <a:cubicBezTo>
                    <a:pt x="4162" y="2627"/>
                    <a:pt x="4434" y="2740"/>
                    <a:pt x="4713" y="2740"/>
                  </a:cubicBezTo>
                  <a:cubicBezTo>
                    <a:pt x="4992" y="2740"/>
                    <a:pt x="5276" y="2627"/>
                    <a:pt x="5503" y="2399"/>
                  </a:cubicBezTo>
                  <a:cubicBezTo>
                    <a:pt x="5913" y="1990"/>
                    <a:pt x="5913" y="1262"/>
                    <a:pt x="5503" y="853"/>
                  </a:cubicBezTo>
                  <a:cubicBezTo>
                    <a:pt x="4935" y="285"/>
                    <a:pt x="4184" y="0"/>
                    <a:pt x="34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6" name="Google Shape;49436;p47"/>
            <p:cNvSpPr/>
            <p:nvPr/>
          </p:nvSpPr>
          <p:spPr>
            <a:xfrm>
              <a:off x="2381350" y="1425425"/>
              <a:ext cx="822075" cy="330900"/>
            </a:xfrm>
            <a:custGeom>
              <a:avLst/>
              <a:gdLst/>
              <a:ahLst/>
              <a:cxnLst/>
              <a:rect l="l" t="t" r="r" b="b"/>
              <a:pathLst>
                <a:path w="32883" h="13236" extrusionOk="0">
                  <a:moveTo>
                    <a:pt x="9915" y="1"/>
                  </a:moveTo>
                  <a:lnTo>
                    <a:pt x="7232" y="4685"/>
                  </a:lnTo>
                  <a:cubicBezTo>
                    <a:pt x="5640" y="7459"/>
                    <a:pt x="3048" y="9460"/>
                    <a:pt x="1" y="10325"/>
                  </a:cubicBezTo>
                  <a:lnTo>
                    <a:pt x="637" y="11189"/>
                  </a:lnTo>
                  <a:cubicBezTo>
                    <a:pt x="1592" y="12462"/>
                    <a:pt x="4776" y="13235"/>
                    <a:pt x="4776" y="13235"/>
                  </a:cubicBezTo>
                  <a:lnTo>
                    <a:pt x="32882" y="13235"/>
                  </a:lnTo>
                  <a:lnTo>
                    <a:pt x="328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7" name="Google Shape;49437;p47"/>
            <p:cNvSpPr/>
            <p:nvPr/>
          </p:nvSpPr>
          <p:spPr>
            <a:xfrm>
              <a:off x="2694025" y="1424300"/>
              <a:ext cx="509400" cy="332025"/>
            </a:xfrm>
            <a:custGeom>
              <a:avLst/>
              <a:gdLst/>
              <a:ahLst/>
              <a:cxnLst/>
              <a:rect l="l" t="t" r="r" b="b"/>
              <a:pathLst>
                <a:path w="20376" h="13281" extrusionOk="0">
                  <a:moveTo>
                    <a:pt x="8960" y="0"/>
                  </a:moveTo>
                  <a:lnTo>
                    <a:pt x="5822" y="6595"/>
                  </a:lnTo>
                  <a:cubicBezTo>
                    <a:pt x="4458" y="9505"/>
                    <a:pt x="2411" y="11779"/>
                    <a:pt x="1" y="13280"/>
                  </a:cubicBezTo>
                  <a:lnTo>
                    <a:pt x="20375" y="13280"/>
                  </a:lnTo>
                  <a:lnTo>
                    <a:pt x="203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8" name="Google Shape;49438;p47"/>
            <p:cNvSpPr/>
            <p:nvPr/>
          </p:nvSpPr>
          <p:spPr>
            <a:xfrm>
              <a:off x="2275600" y="2350950"/>
              <a:ext cx="927825" cy="36400"/>
            </a:xfrm>
            <a:custGeom>
              <a:avLst/>
              <a:gdLst/>
              <a:ahLst/>
              <a:cxnLst/>
              <a:rect l="l" t="t" r="r" b="b"/>
              <a:pathLst>
                <a:path w="37113" h="1456" extrusionOk="0">
                  <a:moveTo>
                    <a:pt x="1" y="0"/>
                  </a:moveTo>
                  <a:lnTo>
                    <a:pt x="1" y="1410"/>
                  </a:lnTo>
                  <a:cubicBezTo>
                    <a:pt x="319" y="1410"/>
                    <a:pt x="683" y="1456"/>
                    <a:pt x="1001" y="1456"/>
                  </a:cubicBezTo>
                  <a:lnTo>
                    <a:pt x="37112" y="1456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9" name="Google Shape;49439;p47"/>
            <p:cNvSpPr/>
            <p:nvPr/>
          </p:nvSpPr>
          <p:spPr>
            <a:xfrm>
              <a:off x="208005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0" name="Google Shape;49440;p47"/>
            <p:cNvSpPr/>
            <p:nvPr/>
          </p:nvSpPr>
          <p:spPr>
            <a:xfrm>
              <a:off x="2458675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1" name="Google Shape;49441;p47"/>
            <p:cNvSpPr/>
            <p:nvPr/>
          </p:nvSpPr>
          <p:spPr>
            <a:xfrm>
              <a:off x="24257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2" name="Google Shape;49442;p47"/>
            <p:cNvSpPr/>
            <p:nvPr/>
          </p:nvSpPr>
          <p:spPr>
            <a:xfrm>
              <a:off x="2318825" y="2018950"/>
              <a:ext cx="884600" cy="485525"/>
            </a:xfrm>
            <a:custGeom>
              <a:avLst/>
              <a:gdLst/>
              <a:ahLst/>
              <a:cxnLst/>
              <a:rect l="l" t="t" r="r" b="b"/>
              <a:pathLst>
                <a:path w="35384" h="19421" extrusionOk="0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3" name="Google Shape;49443;p47"/>
            <p:cNvSpPr/>
            <p:nvPr/>
          </p:nvSpPr>
          <p:spPr>
            <a:xfrm>
              <a:off x="24257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4" name="Google Shape;49444;p47"/>
            <p:cNvSpPr/>
            <p:nvPr/>
          </p:nvSpPr>
          <p:spPr>
            <a:xfrm>
              <a:off x="282365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5" name="Google Shape;49445;p47"/>
            <p:cNvSpPr/>
            <p:nvPr/>
          </p:nvSpPr>
          <p:spPr>
            <a:xfrm>
              <a:off x="208005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6" name="Google Shape;49446;p47"/>
            <p:cNvSpPr/>
            <p:nvPr/>
          </p:nvSpPr>
          <p:spPr>
            <a:xfrm>
              <a:off x="2458675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7" name="Google Shape;49447;p47"/>
            <p:cNvSpPr/>
            <p:nvPr/>
          </p:nvSpPr>
          <p:spPr>
            <a:xfrm>
              <a:off x="24257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8" name="Google Shape;49448;p47"/>
            <p:cNvSpPr/>
            <p:nvPr/>
          </p:nvSpPr>
          <p:spPr>
            <a:xfrm>
              <a:off x="2318825" y="2018950"/>
              <a:ext cx="884600" cy="485525"/>
            </a:xfrm>
            <a:custGeom>
              <a:avLst/>
              <a:gdLst/>
              <a:ahLst/>
              <a:cxnLst/>
              <a:rect l="l" t="t" r="r" b="b"/>
              <a:pathLst>
                <a:path w="35384" h="19421" extrusionOk="0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9" name="Google Shape;49449;p47"/>
            <p:cNvSpPr/>
            <p:nvPr/>
          </p:nvSpPr>
          <p:spPr>
            <a:xfrm>
              <a:off x="24257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0" name="Google Shape;49450;p47"/>
            <p:cNvSpPr/>
            <p:nvPr/>
          </p:nvSpPr>
          <p:spPr>
            <a:xfrm>
              <a:off x="282365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1" name="Google Shape;49451;p47"/>
            <p:cNvSpPr/>
            <p:nvPr/>
          </p:nvSpPr>
          <p:spPr>
            <a:xfrm>
              <a:off x="2256275" y="3590275"/>
              <a:ext cx="947150" cy="93250"/>
            </a:xfrm>
            <a:custGeom>
              <a:avLst/>
              <a:gdLst/>
              <a:ahLst/>
              <a:cxnLst/>
              <a:rect l="l" t="t" r="r" b="b"/>
              <a:pathLst>
                <a:path w="37886" h="3730" extrusionOk="0">
                  <a:moveTo>
                    <a:pt x="1" y="0"/>
                  </a:moveTo>
                  <a:lnTo>
                    <a:pt x="1" y="3730"/>
                  </a:lnTo>
                  <a:lnTo>
                    <a:pt x="37885" y="3730"/>
                  </a:lnTo>
                  <a:lnTo>
                    <a:pt x="3788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2" name="Google Shape;49452;p47"/>
            <p:cNvSpPr/>
            <p:nvPr/>
          </p:nvSpPr>
          <p:spPr>
            <a:xfrm>
              <a:off x="1876525" y="2943325"/>
              <a:ext cx="1326900" cy="160325"/>
            </a:xfrm>
            <a:custGeom>
              <a:avLst/>
              <a:gdLst/>
              <a:ahLst/>
              <a:cxnLst/>
              <a:rect l="l" t="t" r="r" b="b"/>
              <a:pathLst>
                <a:path w="53076" h="6413" extrusionOk="0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3" name="Google Shape;49453;p47"/>
            <p:cNvSpPr/>
            <p:nvPr/>
          </p:nvSpPr>
          <p:spPr>
            <a:xfrm>
              <a:off x="1876525" y="2943325"/>
              <a:ext cx="1326900" cy="34125"/>
            </a:xfrm>
            <a:custGeom>
              <a:avLst/>
              <a:gdLst/>
              <a:ahLst/>
              <a:cxnLst/>
              <a:rect l="l" t="t" r="r" b="b"/>
              <a:pathLst>
                <a:path w="53076" h="1365" extrusionOk="0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4" name="Google Shape;49454;p47"/>
            <p:cNvSpPr/>
            <p:nvPr/>
          </p:nvSpPr>
          <p:spPr>
            <a:xfrm>
              <a:off x="1871975" y="3315125"/>
              <a:ext cx="1331450" cy="33000"/>
            </a:xfrm>
            <a:custGeom>
              <a:avLst/>
              <a:gdLst/>
              <a:ahLst/>
              <a:cxnLst/>
              <a:rect l="l" t="t" r="r" b="b"/>
              <a:pathLst>
                <a:path w="53258" h="1320" extrusionOk="0">
                  <a:moveTo>
                    <a:pt x="1" y="0"/>
                  </a:moveTo>
                  <a:lnTo>
                    <a:pt x="1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5" name="Google Shape;49455;p47"/>
            <p:cNvSpPr/>
            <p:nvPr/>
          </p:nvSpPr>
          <p:spPr>
            <a:xfrm>
              <a:off x="1669600" y="3224150"/>
              <a:ext cx="1533825" cy="43225"/>
            </a:xfrm>
            <a:custGeom>
              <a:avLst/>
              <a:gdLst/>
              <a:ahLst/>
              <a:cxnLst/>
              <a:rect l="l" t="t" r="r" b="b"/>
              <a:pathLst>
                <a:path w="61353" h="1729" extrusionOk="0">
                  <a:moveTo>
                    <a:pt x="910" y="1"/>
                  </a:moveTo>
                  <a:cubicBezTo>
                    <a:pt x="637" y="137"/>
                    <a:pt x="319" y="228"/>
                    <a:pt x="0" y="365"/>
                  </a:cubicBezTo>
                  <a:cubicBezTo>
                    <a:pt x="1456" y="1274"/>
                    <a:pt x="3047" y="1729"/>
                    <a:pt x="4639" y="1729"/>
                  </a:cubicBezTo>
                  <a:lnTo>
                    <a:pt x="61352" y="1729"/>
                  </a:lnTo>
                  <a:lnTo>
                    <a:pt x="61352" y="956"/>
                  </a:lnTo>
                  <a:lnTo>
                    <a:pt x="4639" y="956"/>
                  </a:lnTo>
                  <a:cubicBezTo>
                    <a:pt x="3366" y="956"/>
                    <a:pt x="2138" y="637"/>
                    <a:pt x="9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6" name="Google Shape;49456;p47"/>
            <p:cNvSpPr/>
            <p:nvPr/>
          </p:nvSpPr>
          <p:spPr>
            <a:xfrm>
              <a:off x="2622400" y="2564700"/>
              <a:ext cx="103475" cy="103500"/>
            </a:xfrm>
            <a:custGeom>
              <a:avLst/>
              <a:gdLst/>
              <a:ahLst/>
              <a:cxnLst/>
              <a:rect l="l" t="t" r="r" b="b"/>
              <a:pathLst>
                <a:path w="4139" h="4140" extrusionOk="0">
                  <a:moveTo>
                    <a:pt x="0" y="0"/>
                  </a:moveTo>
                  <a:lnTo>
                    <a:pt x="0" y="4139"/>
                  </a:lnTo>
                  <a:lnTo>
                    <a:pt x="4139" y="4139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7" name="Google Shape;49457;p47"/>
            <p:cNvSpPr/>
            <p:nvPr/>
          </p:nvSpPr>
          <p:spPr>
            <a:xfrm>
              <a:off x="2769075" y="1848400"/>
              <a:ext cx="77325" cy="78475"/>
            </a:xfrm>
            <a:custGeom>
              <a:avLst/>
              <a:gdLst/>
              <a:ahLst/>
              <a:cxnLst/>
              <a:rect l="l" t="t" r="r" b="b"/>
              <a:pathLst>
                <a:path w="3093" h="3139" extrusionOk="0">
                  <a:moveTo>
                    <a:pt x="0" y="0"/>
                  </a:moveTo>
                  <a:lnTo>
                    <a:pt x="0" y="3138"/>
                  </a:lnTo>
                  <a:lnTo>
                    <a:pt x="3093" y="3138"/>
                  </a:lnTo>
                  <a:lnTo>
                    <a:pt x="30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8" name="Google Shape;49458;p47"/>
            <p:cNvSpPr/>
            <p:nvPr/>
          </p:nvSpPr>
          <p:spPr>
            <a:xfrm>
              <a:off x="2850925" y="4155350"/>
              <a:ext cx="352500" cy="503725"/>
            </a:xfrm>
            <a:custGeom>
              <a:avLst/>
              <a:gdLst/>
              <a:ahLst/>
              <a:cxnLst/>
              <a:rect l="l" t="t" r="r" b="b"/>
              <a:pathLst>
                <a:path w="14100" h="20149" extrusionOk="0">
                  <a:moveTo>
                    <a:pt x="1" y="1"/>
                  </a:moveTo>
                  <a:lnTo>
                    <a:pt x="1" y="20148"/>
                  </a:lnTo>
                  <a:lnTo>
                    <a:pt x="14099" y="20148"/>
                  </a:lnTo>
                  <a:lnTo>
                    <a:pt x="140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9" name="Google Shape;49459;p47"/>
            <p:cNvSpPr/>
            <p:nvPr/>
          </p:nvSpPr>
          <p:spPr>
            <a:xfrm>
              <a:off x="2110750" y="2993350"/>
              <a:ext cx="1092675" cy="600350"/>
            </a:xfrm>
            <a:custGeom>
              <a:avLst/>
              <a:gdLst/>
              <a:ahLst/>
              <a:cxnLst/>
              <a:rect l="l" t="t" r="r" b="b"/>
              <a:pathLst>
                <a:path w="43707" h="24014" extrusionOk="0">
                  <a:moveTo>
                    <a:pt x="43706" y="0"/>
                  </a:moveTo>
                  <a:lnTo>
                    <a:pt x="10779" y="18056"/>
                  </a:lnTo>
                  <a:cubicBezTo>
                    <a:pt x="7459" y="19875"/>
                    <a:pt x="3775" y="21012"/>
                    <a:pt x="0" y="21421"/>
                  </a:cubicBezTo>
                  <a:lnTo>
                    <a:pt x="637" y="22058"/>
                  </a:lnTo>
                  <a:cubicBezTo>
                    <a:pt x="1865" y="23332"/>
                    <a:pt x="3548" y="24014"/>
                    <a:pt x="5321" y="24014"/>
                  </a:cubicBezTo>
                  <a:lnTo>
                    <a:pt x="43706" y="24014"/>
                  </a:lnTo>
                  <a:lnTo>
                    <a:pt x="437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0" name="Google Shape;49460;p47"/>
            <p:cNvSpPr/>
            <p:nvPr/>
          </p:nvSpPr>
          <p:spPr>
            <a:xfrm>
              <a:off x="2648550" y="3100225"/>
              <a:ext cx="554875" cy="303600"/>
            </a:xfrm>
            <a:custGeom>
              <a:avLst/>
              <a:gdLst/>
              <a:ahLst/>
              <a:cxnLst/>
              <a:rect l="l" t="t" r="r" b="b"/>
              <a:pathLst>
                <a:path w="22195" h="12144" extrusionOk="0">
                  <a:moveTo>
                    <a:pt x="22194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1" name="Google Shape;49461;p47"/>
            <p:cNvSpPr/>
            <p:nvPr/>
          </p:nvSpPr>
          <p:spPr>
            <a:xfrm>
              <a:off x="2343825" y="3683500"/>
              <a:ext cx="859600" cy="482125"/>
            </a:xfrm>
            <a:custGeom>
              <a:avLst/>
              <a:gdLst/>
              <a:ahLst/>
              <a:cxnLst/>
              <a:rect l="l" t="t" r="r" b="b"/>
              <a:pathLst>
                <a:path w="34384" h="19285" extrusionOk="0">
                  <a:moveTo>
                    <a:pt x="1" y="1"/>
                  </a:moveTo>
                  <a:lnTo>
                    <a:pt x="1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2" name="Google Shape;49462;p47"/>
            <p:cNvSpPr/>
            <p:nvPr/>
          </p:nvSpPr>
          <p:spPr>
            <a:xfrm>
              <a:off x="2337000" y="4165600"/>
              <a:ext cx="866425" cy="44350"/>
            </a:xfrm>
            <a:custGeom>
              <a:avLst/>
              <a:gdLst/>
              <a:ahLst/>
              <a:cxnLst/>
              <a:rect l="l" t="t" r="r" b="b"/>
              <a:pathLst>
                <a:path w="34657" h="1774" extrusionOk="0">
                  <a:moveTo>
                    <a:pt x="1" y="0"/>
                  </a:moveTo>
                  <a:lnTo>
                    <a:pt x="1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3" name="Google Shape;49463;p47"/>
            <p:cNvSpPr/>
            <p:nvPr/>
          </p:nvSpPr>
          <p:spPr>
            <a:xfrm>
              <a:off x="2622400" y="3872250"/>
              <a:ext cx="103475" cy="104625"/>
            </a:xfrm>
            <a:custGeom>
              <a:avLst/>
              <a:gdLst/>
              <a:ahLst/>
              <a:cxnLst/>
              <a:rect l="l" t="t" r="r" b="b"/>
              <a:pathLst>
                <a:path w="4139" h="4185" extrusionOk="0">
                  <a:moveTo>
                    <a:pt x="0" y="0"/>
                  </a:moveTo>
                  <a:lnTo>
                    <a:pt x="0" y="4184"/>
                  </a:lnTo>
                  <a:lnTo>
                    <a:pt x="4139" y="4184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4" name="Google Shape;49464;p47"/>
            <p:cNvSpPr/>
            <p:nvPr/>
          </p:nvSpPr>
          <p:spPr>
            <a:xfrm>
              <a:off x="2067550" y="4595375"/>
              <a:ext cx="1135875" cy="63700"/>
            </a:xfrm>
            <a:custGeom>
              <a:avLst/>
              <a:gdLst/>
              <a:ahLst/>
              <a:cxnLst/>
              <a:rect l="l" t="t" r="r" b="b"/>
              <a:pathLst>
                <a:path w="45435" h="2548" extrusionOk="0">
                  <a:moveTo>
                    <a:pt x="0" y="0"/>
                  </a:moveTo>
                  <a:lnTo>
                    <a:pt x="0" y="2547"/>
                  </a:lnTo>
                  <a:lnTo>
                    <a:pt x="45434" y="2547"/>
                  </a:lnTo>
                  <a:lnTo>
                    <a:pt x="4543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0_1_1_1">
    <p:spTree>
      <p:nvGrpSpPr>
        <p:cNvPr id="1" name="Shape 49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66" name="Google Shape;49466;p48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49467" name="Google Shape;49467;p48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8" name="Google Shape;49468;p48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9" name="Google Shape;49469;p48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0" name="Google Shape;49470;p48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1" name="Google Shape;49471;p48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2" name="Google Shape;49472;p48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3" name="Google Shape;49473;p48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4" name="Google Shape;49474;p48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5" name="Google Shape;49475;p48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6" name="Google Shape;49476;p48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7" name="Google Shape;49477;p48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8" name="Google Shape;49478;p48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9" name="Google Shape;49479;p48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0" name="Google Shape;49480;p48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1" name="Google Shape;49481;p48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2" name="Google Shape;49482;p48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3" name="Google Shape;49483;p48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4" name="Google Shape;49484;p48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5" name="Google Shape;49485;p48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6" name="Google Shape;49486;p48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7" name="Google Shape;49487;p48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8" name="Google Shape;49488;p48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9" name="Google Shape;49489;p48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0" name="Google Shape;49490;p48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1" name="Google Shape;49491;p48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2" name="Google Shape;49492;p48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3" name="Google Shape;49493;p48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4" name="Google Shape;49494;p48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5" name="Google Shape;49495;p48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6" name="Google Shape;49496;p48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7" name="Google Shape;49497;p48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8" name="Google Shape;49498;p48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9" name="Google Shape;49499;p48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0" name="Google Shape;49500;p48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1" name="Google Shape;49501;p48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2" name="Google Shape;49502;p48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3" name="Google Shape;49503;p48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4" name="Google Shape;49504;p48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5" name="Google Shape;49505;p48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6" name="Google Shape;49506;p48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7" name="Google Shape;49507;p48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8" name="Google Shape;49508;p48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9" name="Google Shape;49509;p48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0" name="Google Shape;49510;p48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1" name="Google Shape;49511;p48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2" name="Google Shape;49512;p48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3" name="Google Shape;49513;p48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4" name="Google Shape;49514;p48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5" name="Google Shape;49515;p48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6" name="Google Shape;49516;p48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7" name="Google Shape;49517;p48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8" name="Google Shape;49518;p48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9" name="Google Shape;49519;p48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0" name="Google Shape;49520;p48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1" name="Google Shape;49521;p48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2" name="Google Shape;49522;p48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3" name="Google Shape;49523;p48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4" name="Google Shape;49524;p48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5" name="Google Shape;49525;p48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6" name="Google Shape;49526;p48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7" name="Google Shape;49527;p48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8" name="Google Shape;49528;p48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9" name="Google Shape;49529;p48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0" name="Google Shape;49530;p48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1" name="Google Shape;49531;p48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2" name="Google Shape;49532;p48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3" name="Google Shape;49533;p48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4" name="Google Shape;49534;p48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5" name="Google Shape;49535;p48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6" name="Google Shape;49536;p48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7" name="Google Shape;49537;p48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8" name="Google Shape;49538;p48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9" name="Google Shape;49539;p48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0" name="Google Shape;49540;p48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1" name="Google Shape;49541;p48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2" name="Google Shape;49542;p48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3" name="Google Shape;49543;p48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4" name="Google Shape;49544;p48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5" name="Google Shape;49545;p48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6" name="Google Shape;49546;p48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7" name="Google Shape;49547;p48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8" name="Google Shape;49548;p48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9" name="Google Shape;49549;p48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0" name="Google Shape;49550;p48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1" name="Google Shape;49551;p48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2" name="Google Shape;49552;p48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3" name="Google Shape;49553;p48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4" name="Google Shape;49554;p48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5" name="Google Shape;49555;p48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6" name="Google Shape;49556;p48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7" name="Google Shape;49557;p48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8" name="Google Shape;49558;p48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9" name="Google Shape;49559;p48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0" name="Google Shape;49560;p48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1" name="Google Shape;49561;p48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2" name="Google Shape;49562;p48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3" name="Google Shape;49563;p48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4" name="Google Shape;49564;p48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5" name="Google Shape;49565;p48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6" name="Google Shape;49566;p48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7" name="Google Shape;49567;p48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8" name="Google Shape;49568;p48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9" name="Google Shape;49569;p48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0" name="Google Shape;49570;p48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1" name="Google Shape;49571;p48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2" name="Google Shape;49572;p48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3" name="Google Shape;49573;p48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4" name="Google Shape;49574;p48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5" name="Google Shape;49575;p48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6" name="Google Shape;49576;p48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7" name="Google Shape;49577;p48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8" name="Google Shape;49578;p48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9" name="Google Shape;49579;p48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0" name="Google Shape;49580;p48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1" name="Google Shape;49581;p48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2" name="Google Shape;49582;p48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3" name="Google Shape;49583;p48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4" name="Google Shape;49584;p48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5" name="Google Shape;49585;p48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6" name="Google Shape;49586;p48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7" name="Google Shape;49587;p48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8" name="Google Shape;49588;p48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9" name="Google Shape;49589;p48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0" name="Google Shape;49590;p48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1" name="Google Shape;49591;p48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2" name="Google Shape;49592;p48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3" name="Google Shape;49593;p48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4" name="Google Shape;49594;p48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5" name="Google Shape;49595;p48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6" name="Google Shape;49596;p48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7" name="Google Shape;49597;p48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8" name="Google Shape;49598;p48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9" name="Google Shape;49599;p48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0" name="Google Shape;49600;p48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1" name="Google Shape;49601;p48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2" name="Google Shape;49602;p48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3" name="Google Shape;49603;p48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4" name="Google Shape;49604;p48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5" name="Google Shape;49605;p48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6" name="Google Shape;49606;p48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7" name="Google Shape;49607;p48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8" name="Google Shape;49608;p48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9" name="Google Shape;49609;p48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0" name="Google Shape;49610;p48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1" name="Google Shape;49611;p48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2" name="Google Shape;49612;p48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3" name="Google Shape;49613;p48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4" name="Google Shape;49614;p48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5" name="Google Shape;49615;p48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6" name="Google Shape;49616;p48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7" name="Google Shape;49617;p48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8" name="Google Shape;49618;p48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9" name="Google Shape;49619;p48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0" name="Google Shape;49620;p48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1" name="Google Shape;49621;p48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2" name="Google Shape;49622;p48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3" name="Google Shape;49623;p48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4" name="Google Shape;49624;p48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5" name="Google Shape;49625;p48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6" name="Google Shape;49626;p48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7" name="Google Shape;49627;p48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8" name="Google Shape;49628;p48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9" name="Google Shape;49629;p48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0" name="Google Shape;49630;p48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1" name="Google Shape;49631;p48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2" name="Google Shape;49632;p48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3" name="Google Shape;49633;p48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4" name="Google Shape;49634;p48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5" name="Google Shape;49635;p48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6" name="Google Shape;49636;p48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7" name="Google Shape;49637;p48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8" name="Google Shape;49638;p48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9" name="Google Shape;49639;p48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0" name="Google Shape;49640;p48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1" name="Google Shape;49641;p48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2" name="Google Shape;49642;p48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3" name="Google Shape;49643;p48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4" name="Google Shape;49644;p48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5" name="Google Shape;49645;p48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6" name="Google Shape;49646;p48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7" name="Google Shape;49647;p48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8" name="Google Shape;49648;p48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9" name="Google Shape;49649;p48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0" name="Google Shape;49650;p48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1" name="Google Shape;49651;p48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2" name="Google Shape;49652;p48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3" name="Google Shape;49653;p48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4" name="Google Shape;49654;p48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5" name="Google Shape;49655;p48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6" name="Google Shape;49656;p48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7" name="Google Shape;49657;p48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8" name="Google Shape;49658;p48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9" name="Google Shape;49659;p48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0" name="Google Shape;49660;p48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1" name="Google Shape;49661;p48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2" name="Google Shape;49662;p48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3" name="Google Shape;49663;p48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4" name="Google Shape;49664;p48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5" name="Google Shape;49665;p48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6" name="Google Shape;49666;p48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7" name="Google Shape;49667;p48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8" name="Google Shape;49668;p48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9" name="Google Shape;49669;p48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0" name="Google Shape;49670;p48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1" name="Google Shape;49671;p48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2" name="Google Shape;49672;p48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3" name="Google Shape;49673;p48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4" name="Google Shape;49674;p48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5" name="Google Shape;49675;p48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6" name="Google Shape;49676;p48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7" name="Google Shape;49677;p48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8" name="Google Shape;49678;p48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9" name="Google Shape;49679;p48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0" name="Google Shape;49680;p48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1" name="Google Shape;49681;p48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2" name="Google Shape;49682;p48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3" name="Google Shape;49683;p48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4" name="Google Shape;49684;p48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5" name="Google Shape;49685;p48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6" name="Google Shape;49686;p48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7" name="Google Shape;49687;p48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8" name="Google Shape;49688;p48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9" name="Google Shape;49689;p48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0" name="Google Shape;49690;p48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1" name="Google Shape;49691;p48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2" name="Google Shape;49692;p48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3" name="Google Shape;49693;p48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4" name="Google Shape;49694;p48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5" name="Google Shape;49695;p48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6" name="Google Shape;49696;p48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7" name="Google Shape;49697;p48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8" name="Google Shape;49698;p48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9" name="Google Shape;49699;p48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0" name="Google Shape;49700;p48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1" name="Google Shape;49701;p48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2" name="Google Shape;49702;p48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3" name="Google Shape;49703;p48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4" name="Google Shape;49704;p48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5" name="Google Shape;49705;p48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6" name="Google Shape;49706;p48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7" name="Google Shape;49707;p48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8" name="Google Shape;49708;p48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9" name="Google Shape;49709;p48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0" name="Google Shape;49710;p48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1" name="Google Shape;49711;p48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2" name="Google Shape;49712;p48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3" name="Google Shape;49713;p48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4" name="Google Shape;49714;p48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5" name="Google Shape;49715;p48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6" name="Google Shape;49716;p48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7" name="Google Shape;49717;p48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8" name="Google Shape;49718;p48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9" name="Google Shape;49719;p48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0" name="Google Shape;49720;p48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1" name="Google Shape;49721;p48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2" name="Google Shape;49722;p48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3" name="Google Shape;49723;p48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4" name="Google Shape;49724;p48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5" name="Google Shape;49725;p48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6" name="Google Shape;49726;p48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7" name="Google Shape;49727;p48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8" name="Google Shape;49728;p48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9" name="Google Shape;49729;p48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0" name="Google Shape;49730;p48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1" name="Google Shape;49731;p48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2" name="Google Shape;49732;p48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3" name="Google Shape;49733;p48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4" name="Google Shape;49734;p48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5" name="Google Shape;49735;p48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6" name="Google Shape;49736;p48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7" name="Google Shape;49737;p48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8" name="Google Shape;49738;p48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9" name="Google Shape;49739;p48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0" name="Google Shape;49740;p48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1" name="Google Shape;49741;p48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2" name="Google Shape;49742;p48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3" name="Google Shape;49743;p48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4" name="Google Shape;49744;p48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5" name="Google Shape;49745;p48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6" name="Google Shape;49746;p48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7" name="Google Shape;49747;p48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8" name="Google Shape;49748;p48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9" name="Google Shape;49749;p48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0" name="Google Shape;49750;p48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1" name="Google Shape;49751;p48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2" name="Google Shape;49752;p48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3" name="Google Shape;49753;p48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4" name="Google Shape;49754;p48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5" name="Google Shape;49755;p48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6" name="Google Shape;49756;p48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7" name="Google Shape;49757;p48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8" name="Google Shape;49758;p48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9" name="Google Shape;49759;p48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0" name="Google Shape;49760;p48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1" name="Google Shape;49761;p48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2" name="Google Shape;49762;p48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3" name="Google Shape;49763;p48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4" name="Google Shape;49764;p48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5" name="Google Shape;49765;p48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6" name="Google Shape;49766;p48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7" name="Google Shape;49767;p48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8" name="Google Shape;49768;p48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9" name="Google Shape;49769;p48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0" name="Google Shape;49770;p48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1" name="Google Shape;49771;p48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2" name="Google Shape;49772;p48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3" name="Google Shape;49773;p48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4" name="Google Shape;49774;p48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5" name="Google Shape;49775;p48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6" name="Google Shape;49776;p48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7" name="Google Shape;49777;p48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8" name="Google Shape;49778;p48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9" name="Google Shape;49779;p48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0" name="Google Shape;49780;p48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1" name="Google Shape;49781;p48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2" name="Google Shape;49782;p48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3" name="Google Shape;49783;p48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4" name="Google Shape;49784;p48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5" name="Google Shape;49785;p48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6" name="Google Shape;49786;p48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7" name="Google Shape;49787;p48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8" name="Google Shape;49788;p48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9" name="Google Shape;49789;p48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0" name="Google Shape;49790;p48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1" name="Google Shape;49791;p48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2" name="Google Shape;49792;p48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3" name="Google Shape;49793;p48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4" name="Google Shape;49794;p48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5" name="Google Shape;49795;p48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6" name="Google Shape;49796;p48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7" name="Google Shape;49797;p48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8" name="Google Shape;49798;p48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9" name="Google Shape;49799;p48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0" name="Google Shape;49800;p48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1" name="Google Shape;49801;p48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2" name="Google Shape;49802;p48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3" name="Google Shape;49803;p48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4" name="Google Shape;49804;p48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5" name="Google Shape;49805;p48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6" name="Google Shape;49806;p48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7" name="Google Shape;49807;p48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8" name="Google Shape;49808;p48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9" name="Google Shape;49809;p48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0" name="Google Shape;49810;p48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1" name="Google Shape;49811;p48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2" name="Google Shape;49812;p48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3" name="Google Shape;49813;p48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4" name="Google Shape;49814;p48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5" name="Google Shape;49815;p48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6" name="Google Shape;49816;p48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7" name="Google Shape;49817;p48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8" name="Google Shape;49818;p48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9" name="Google Shape;49819;p48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0" name="Google Shape;49820;p48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1" name="Google Shape;49821;p48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2" name="Google Shape;49822;p48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3" name="Google Shape;49823;p48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4" name="Google Shape;49824;p48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5" name="Google Shape;49825;p48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6" name="Google Shape;49826;p48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7" name="Google Shape;49827;p48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8" name="Google Shape;49828;p48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9" name="Google Shape;49829;p48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0" name="Google Shape;49830;p48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1" name="Google Shape;49831;p48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2" name="Google Shape;49832;p48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3" name="Google Shape;49833;p48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4" name="Google Shape;49834;p48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5" name="Google Shape;49835;p48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6" name="Google Shape;49836;p48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7" name="Google Shape;49837;p48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8" name="Google Shape;49838;p48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9" name="Google Shape;49839;p48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0" name="Google Shape;49840;p48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1" name="Google Shape;49841;p48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2" name="Google Shape;49842;p48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3" name="Google Shape;49843;p48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4" name="Google Shape;49844;p48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5" name="Google Shape;49845;p48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6" name="Google Shape;49846;p48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7" name="Google Shape;49847;p48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8" name="Google Shape;49848;p48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9" name="Google Shape;49849;p48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0" name="Google Shape;49850;p48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1" name="Google Shape;49851;p48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2" name="Google Shape;49852;p48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3" name="Google Shape;49853;p48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4" name="Google Shape;49854;p48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5" name="Google Shape;49855;p48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6" name="Google Shape;49856;p48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7" name="Google Shape;49857;p48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8" name="Google Shape;49858;p48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9" name="Google Shape;49859;p48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0" name="Google Shape;49860;p48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1" name="Google Shape;49861;p48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2" name="Google Shape;49862;p48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3" name="Google Shape;49863;p48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4" name="Google Shape;49864;p48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5" name="Google Shape;49865;p48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6" name="Google Shape;49866;p48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7" name="Google Shape;49867;p48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8" name="Google Shape;49868;p48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9" name="Google Shape;49869;p48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0" name="Google Shape;49870;p48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1" name="Google Shape;49871;p48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2" name="Google Shape;49872;p48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3" name="Google Shape;49873;p48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4" name="Google Shape;49874;p48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5" name="Google Shape;49875;p48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6" name="Google Shape;49876;p48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7" name="Google Shape;49877;p48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8" name="Google Shape;49878;p48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9" name="Google Shape;49879;p48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0" name="Google Shape;49880;p48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1" name="Google Shape;49881;p48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2" name="Google Shape;49882;p48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3" name="Google Shape;49883;p48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4" name="Google Shape;49884;p48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5" name="Google Shape;49885;p48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6" name="Google Shape;49886;p48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7" name="Google Shape;49887;p48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8" name="Google Shape;49888;p48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9" name="Google Shape;49889;p48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0" name="Google Shape;49890;p48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1" name="Google Shape;49891;p48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2" name="Google Shape;49892;p48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3" name="Google Shape;49893;p48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4" name="Google Shape;49894;p48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5" name="Google Shape;49895;p48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6" name="Google Shape;49896;p48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7" name="Google Shape;49897;p48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8" name="Google Shape;49898;p48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9" name="Google Shape;49899;p48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0" name="Google Shape;49900;p48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1" name="Google Shape;49901;p48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2" name="Google Shape;49902;p48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3" name="Google Shape;49903;p48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4" name="Google Shape;49904;p48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5" name="Google Shape;49905;p48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6" name="Google Shape;49906;p48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7" name="Google Shape;49907;p48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8" name="Google Shape;49908;p48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9" name="Google Shape;49909;p48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0" name="Google Shape;49910;p48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1" name="Google Shape;49911;p48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2" name="Google Shape;49912;p48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3" name="Google Shape;49913;p48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4" name="Google Shape;49914;p48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5" name="Google Shape;49915;p48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6" name="Google Shape;49916;p48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7" name="Google Shape;49917;p48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8" name="Google Shape;49918;p48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9" name="Google Shape;49919;p48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0" name="Google Shape;49920;p48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1" name="Google Shape;49921;p48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2" name="Google Shape;49922;p48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3" name="Google Shape;49923;p48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4" name="Google Shape;49924;p48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5" name="Google Shape;49925;p48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6" name="Google Shape;49926;p48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7" name="Google Shape;49927;p48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8" name="Google Shape;49928;p48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9" name="Google Shape;49929;p48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0" name="Google Shape;49930;p48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1" name="Google Shape;49931;p48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2" name="Google Shape;49932;p48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3" name="Google Shape;49933;p48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4" name="Google Shape;49934;p48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5" name="Google Shape;49935;p48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6" name="Google Shape;49936;p48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7" name="Google Shape;49937;p48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8" name="Google Shape;49938;p48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9" name="Google Shape;49939;p48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0" name="Google Shape;49940;p48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1" name="Google Shape;49941;p48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2" name="Google Shape;49942;p48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3" name="Google Shape;49943;p48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4" name="Google Shape;49944;p48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5" name="Google Shape;49945;p48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6" name="Google Shape;49946;p48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7" name="Google Shape;49947;p48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8" name="Google Shape;49948;p48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9" name="Google Shape;49949;p48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0" name="Google Shape;49950;p48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1" name="Google Shape;49951;p48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2" name="Google Shape;49952;p48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3" name="Google Shape;49953;p48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4" name="Google Shape;49954;p48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5" name="Google Shape;49955;p48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6" name="Google Shape;49956;p48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7" name="Google Shape;49957;p48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8" name="Google Shape;49958;p48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9" name="Google Shape;49959;p48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0" name="Google Shape;49960;p48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1" name="Google Shape;49961;p48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2" name="Google Shape;49962;p48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3" name="Google Shape;49963;p48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4" name="Google Shape;49964;p48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5" name="Google Shape;49965;p48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6" name="Google Shape;49966;p48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7" name="Google Shape;49967;p48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8" name="Google Shape;49968;p48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9" name="Google Shape;49969;p48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0" name="Google Shape;49970;p48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1" name="Google Shape;49971;p48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2" name="Google Shape;49972;p48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3" name="Google Shape;49973;p48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4" name="Google Shape;49974;p48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5" name="Google Shape;49975;p48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6" name="Google Shape;49976;p48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7" name="Google Shape;49977;p48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8" name="Google Shape;49978;p48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9" name="Google Shape;49979;p48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0" name="Google Shape;49980;p48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1" name="Google Shape;49981;p48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2" name="Google Shape;49982;p48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3" name="Google Shape;49983;p48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4" name="Google Shape;49984;p48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5" name="Google Shape;49985;p48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6" name="Google Shape;49986;p48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7" name="Google Shape;49987;p48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8" name="Google Shape;49988;p48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9" name="Google Shape;49989;p48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0" name="Google Shape;49990;p48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1" name="Google Shape;49991;p48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2" name="Google Shape;49992;p48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3" name="Google Shape;49993;p48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4" name="Google Shape;49994;p48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5" name="Google Shape;49995;p48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6" name="Google Shape;49996;p48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7" name="Google Shape;49997;p48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8" name="Google Shape;49998;p48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9" name="Google Shape;49999;p48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0" name="Google Shape;50000;p48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1" name="Google Shape;50001;p48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2" name="Google Shape;50002;p48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3" name="Google Shape;50003;p48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4" name="Google Shape;50004;p48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5" name="Google Shape;50005;p48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6" name="Google Shape;50006;p48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7" name="Google Shape;50007;p48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8" name="Google Shape;50008;p48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9" name="Google Shape;50009;p48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0" name="Google Shape;50010;p48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1" name="Google Shape;50011;p48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2" name="Google Shape;50012;p48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3" name="Google Shape;50013;p48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4" name="Google Shape;50014;p48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5" name="Google Shape;50015;p48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6" name="Google Shape;50016;p48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7" name="Google Shape;50017;p48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8" name="Google Shape;50018;p48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9" name="Google Shape;50019;p48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0" name="Google Shape;50020;p48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1" name="Google Shape;50021;p48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2" name="Google Shape;50022;p48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3" name="Google Shape;50023;p48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4" name="Google Shape;50024;p48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5" name="Google Shape;50025;p48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6" name="Google Shape;50026;p48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7" name="Google Shape;50027;p48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8" name="Google Shape;50028;p48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9" name="Google Shape;50029;p48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0" name="Google Shape;50030;p48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1" name="Google Shape;50031;p48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2" name="Google Shape;50032;p48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3" name="Google Shape;50033;p48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4" name="Google Shape;50034;p48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5" name="Google Shape;50035;p48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6" name="Google Shape;50036;p48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7" name="Google Shape;50037;p48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8" name="Google Shape;50038;p48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9" name="Google Shape;50039;p48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0" name="Google Shape;50040;p48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1" name="Google Shape;50041;p48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2" name="Google Shape;50042;p48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3" name="Google Shape;50043;p48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4" name="Google Shape;50044;p48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5" name="Google Shape;50045;p48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6" name="Google Shape;50046;p48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7" name="Google Shape;50047;p48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8" name="Google Shape;50048;p48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9" name="Google Shape;50049;p48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0" name="Google Shape;50050;p48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1" name="Google Shape;50051;p48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2" name="Google Shape;50052;p48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3" name="Google Shape;50053;p48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4" name="Google Shape;50054;p48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5" name="Google Shape;50055;p48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6" name="Google Shape;50056;p48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7" name="Google Shape;50057;p48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8" name="Google Shape;50058;p48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9" name="Google Shape;50059;p48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0" name="Google Shape;50060;p48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1" name="Google Shape;50061;p48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2" name="Google Shape;50062;p48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3" name="Google Shape;50063;p48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4" name="Google Shape;50064;p48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5" name="Google Shape;50065;p48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6" name="Google Shape;50066;p48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7" name="Google Shape;50067;p48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8" name="Google Shape;50068;p48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9" name="Google Shape;50069;p48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0" name="Google Shape;50070;p48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1" name="Google Shape;50071;p48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2" name="Google Shape;50072;p48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3" name="Google Shape;50073;p48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4" name="Google Shape;50074;p48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5" name="Google Shape;50075;p48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6" name="Google Shape;50076;p48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7" name="Google Shape;50077;p48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8" name="Google Shape;50078;p48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9" name="Google Shape;50079;p48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0" name="Google Shape;50080;p48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1" name="Google Shape;50081;p48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2" name="Google Shape;50082;p48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3" name="Google Shape;50083;p48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4" name="Google Shape;50084;p48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5" name="Google Shape;50085;p48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6" name="Google Shape;50086;p48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7" name="Google Shape;50087;p48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8" name="Google Shape;50088;p48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9" name="Google Shape;50089;p48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0" name="Google Shape;50090;p48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1" name="Google Shape;50091;p48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2" name="Google Shape;50092;p48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3" name="Google Shape;50093;p48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4" name="Google Shape;50094;p48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5" name="Google Shape;50095;p48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6" name="Google Shape;50096;p48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7" name="Google Shape;50097;p48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8" name="Google Shape;50098;p48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9" name="Google Shape;50099;p48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0" name="Google Shape;50100;p48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1" name="Google Shape;50101;p48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2" name="Google Shape;50102;p48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3" name="Google Shape;50103;p48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4" name="Google Shape;50104;p48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5" name="Google Shape;50105;p48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6" name="Google Shape;50106;p48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7" name="Google Shape;50107;p48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8" name="Google Shape;50108;p48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9" name="Google Shape;50109;p48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0" name="Google Shape;50110;p48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1" name="Google Shape;50111;p48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2" name="Google Shape;50112;p48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3" name="Google Shape;50113;p48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4" name="Google Shape;50114;p48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5" name="Google Shape;50115;p48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6" name="Google Shape;50116;p48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7" name="Google Shape;50117;p48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8" name="Google Shape;50118;p48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9" name="Google Shape;50119;p48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0" name="Google Shape;50120;p48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1" name="Google Shape;50121;p48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2" name="Google Shape;50122;p48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3" name="Google Shape;50123;p48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4" name="Google Shape;50124;p48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5" name="Google Shape;50125;p48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6" name="Google Shape;50126;p48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7" name="Google Shape;50127;p48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8" name="Google Shape;50128;p48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9" name="Google Shape;50129;p48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0" name="Google Shape;50130;p48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1" name="Google Shape;50131;p48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2" name="Google Shape;50132;p48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3" name="Google Shape;50133;p48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4" name="Google Shape;50134;p48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5" name="Google Shape;50135;p48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6" name="Google Shape;50136;p48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7" name="Google Shape;50137;p48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8" name="Google Shape;50138;p48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9" name="Google Shape;50139;p48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0" name="Google Shape;50140;p48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1" name="Google Shape;50141;p48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2" name="Google Shape;50142;p48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3" name="Google Shape;50143;p48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4" name="Google Shape;50144;p48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5" name="Google Shape;50145;p48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6" name="Google Shape;50146;p48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7" name="Google Shape;50147;p48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8" name="Google Shape;50148;p48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9" name="Google Shape;50149;p48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0" name="Google Shape;50150;p48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1" name="Google Shape;50151;p48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2" name="Google Shape;50152;p48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3" name="Google Shape;50153;p48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4" name="Google Shape;50154;p48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5" name="Google Shape;50155;p48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6" name="Google Shape;50156;p48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7" name="Google Shape;50157;p48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8" name="Google Shape;50158;p48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9" name="Google Shape;50159;p48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0" name="Google Shape;50160;p48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1" name="Google Shape;50161;p48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2" name="Google Shape;50162;p48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3" name="Google Shape;50163;p48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4" name="Google Shape;50164;p48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5" name="Google Shape;50165;p48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6" name="Google Shape;50166;p48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7" name="Google Shape;50167;p48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8" name="Google Shape;50168;p48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9" name="Google Shape;50169;p48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0" name="Google Shape;50170;p48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1" name="Google Shape;50171;p48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2" name="Google Shape;50172;p48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3" name="Google Shape;50173;p48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4" name="Google Shape;50174;p48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5" name="Google Shape;50175;p48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6" name="Google Shape;50176;p48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7" name="Google Shape;50177;p48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8" name="Google Shape;50178;p48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9" name="Google Shape;50179;p48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0" name="Google Shape;50180;p48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1" name="Google Shape;50181;p48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2" name="Google Shape;50182;p48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3" name="Google Shape;50183;p48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4" name="Google Shape;50184;p48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5" name="Google Shape;50185;p48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6" name="Google Shape;50186;p48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7" name="Google Shape;50187;p48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8" name="Google Shape;50188;p48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9" name="Google Shape;50189;p48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0" name="Google Shape;50190;p48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1" name="Google Shape;50191;p48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2" name="Google Shape;50192;p48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3" name="Google Shape;50193;p48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4" name="Google Shape;50194;p48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5" name="Google Shape;50195;p48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6" name="Google Shape;50196;p48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7" name="Google Shape;50197;p48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8" name="Google Shape;50198;p48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9" name="Google Shape;50199;p48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0" name="Google Shape;50200;p48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1" name="Google Shape;50201;p48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2" name="Google Shape;50202;p48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3" name="Google Shape;50203;p48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4" name="Google Shape;50204;p48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5" name="Google Shape;50205;p48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6" name="Google Shape;50206;p48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7" name="Google Shape;50207;p48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8" name="Google Shape;50208;p48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9" name="Google Shape;50209;p48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0" name="Google Shape;50210;p48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1" name="Google Shape;50211;p48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2" name="Google Shape;50212;p48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3" name="Google Shape;50213;p48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4" name="Google Shape;50214;p48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5" name="Google Shape;50215;p48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6" name="Google Shape;50216;p48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7" name="Google Shape;50217;p48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8" name="Google Shape;50218;p48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9" name="Google Shape;50219;p48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0" name="Google Shape;50220;p48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1" name="Google Shape;50221;p48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2" name="Google Shape;50222;p48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3" name="Google Shape;50223;p48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4" name="Google Shape;50224;p48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5" name="Google Shape;50225;p48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6" name="Google Shape;50226;p48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7" name="Google Shape;50227;p48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8" name="Google Shape;50228;p48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9" name="Google Shape;50229;p48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0" name="Google Shape;50230;p48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1" name="Google Shape;50231;p48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2" name="Google Shape;50232;p48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3" name="Google Shape;50233;p48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4" name="Google Shape;50234;p48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5" name="Google Shape;50235;p48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6" name="Google Shape;50236;p48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7" name="Google Shape;50237;p48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8" name="Google Shape;50238;p48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9" name="Google Shape;50239;p48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0" name="Google Shape;50240;p48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1" name="Google Shape;50241;p48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2" name="Google Shape;50242;p48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3" name="Google Shape;50243;p48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4" name="Google Shape;50244;p48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5" name="Google Shape;50245;p48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6" name="Google Shape;50246;p48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7" name="Google Shape;50247;p48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8" name="Google Shape;50248;p48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9" name="Google Shape;50249;p48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0" name="Google Shape;50250;p48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1" name="Google Shape;50251;p48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2" name="Google Shape;50252;p48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3" name="Google Shape;50253;p48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4" name="Google Shape;50254;p48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5" name="Google Shape;50255;p48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6" name="Google Shape;50256;p48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7" name="Google Shape;50257;p48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8" name="Google Shape;50258;p48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9" name="Google Shape;50259;p48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0" name="Google Shape;50260;p48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1" name="Google Shape;50261;p48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2" name="Google Shape;50262;p48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3" name="Google Shape;50263;p48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4" name="Google Shape;50264;p48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5" name="Google Shape;50265;p48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6" name="Google Shape;50266;p48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7" name="Google Shape;50267;p48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8" name="Google Shape;50268;p48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9" name="Google Shape;50269;p48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0" name="Google Shape;50270;p48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1" name="Google Shape;50271;p48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2" name="Google Shape;50272;p48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3" name="Google Shape;50273;p48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4" name="Google Shape;50274;p48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5" name="Google Shape;50275;p48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6" name="Google Shape;50276;p48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7" name="Google Shape;50277;p48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8" name="Google Shape;50278;p48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9" name="Google Shape;50279;p48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0" name="Google Shape;50280;p48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1" name="Google Shape;50281;p48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2" name="Google Shape;50282;p48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3" name="Google Shape;50283;p48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4" name="Google Shape;50284;p48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5" name="Google Shape;50285;p48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6" name="Google Shape;50286;p48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7" name="Google Shape;50287;p48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8" name="Google Shape;50288;p48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9" name="Google Shape;50289;p48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0" name="Google Shape;50290;p48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1" name="Google Shape;50291;p48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2" name="Google Shape;50292;p48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3" name="Google Shape;50293;p48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4" name="Google Shape;50294;p48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5" name="Google Shape;50295;p48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6" name="Google Shape;50296;p48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7" name="Google Shape;50297;p48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8" name="Google Shape;50298;p48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9" name="Google Shape;50299;p48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0" name="Google Shape;50300;p48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1" name="Google Shape;50301;p48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2" name="Google Shape;50302;p48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3" name="Google Shape;50303;p48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4" name="Google Shape;50304;p48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5" name="Google Shape;50305;p48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6" name="Google Shape;50306;p48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7" name="Google Shape;50307;p48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8" name="Google Shape;50308;p48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9" name="Google Shape;50309;p48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0" name="Google Shape;50310;p48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1" name="Google Shape;50311;p48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2" name="Google Shape;50312;p48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3" name="Google Shape;50313;p48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4" name="Google Shape;50314;p48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5" name="Google Shape;50315;p48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6" name="Google Shape;50316;p48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7" name="Google Shape;50317;p48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8" name="Google Shape;50318;p48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9" name="Google Shape;50319;p48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0" name="Google Shape;50320;p48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1" name="Google Shape;50321;p48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2" name="Google Shape;50322;p48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3" name="Google Shape;50323;p48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4" name="Google Shape;50324;p48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5" name="Google Shape;50325;p48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6" name="Google Shape;50326;p48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7" name="Google Shape;50327;p48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8" name="Google Shape;50328;p48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9" name="Google Shape;50329;p48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0" name="Google Shape;50330;p48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1" name="Google Shape;50331;p48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2" name="Google Shape;50332;p48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3" name="Google Shape;50333;p48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4" name="Google Shape;50334;p48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5" name="Google Shape;50335;p48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6" name="Google Shape;50336;p48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7" name="Google Shape;50337;p48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8" name="Google Shape;50338;p48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9" name="Google Shape;50339;p48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0" name="Google Shape;50340;p48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1" name="Google Shape;50341;p48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2" name="Google Shape;50342;p48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3" name="Google Shape;50343;p48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4" name="Google Shape;50344;p48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5" name="Google Shape;50345;p48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6" name="Google Shape;50346;p48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7" name="Google Shape;50347;p48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8" name="Google Shape;50348;p48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9" name="Google Shape;50349;p48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0" name="Google Shape;50350;p48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1" name="Google Shape;50351;p48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2" name="Google Shape;50352;p48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3" name="Google Shape;50353;p48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4" name="Google Shape;50354;p48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5" name="Google Shape;50355;p48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6" name="Google Shape;50356;p48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7" name="Google Shape;50357;p48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8" name="Google Shape;50358;p48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9" name="Google Shape;50359;p48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0" name="Google Shape;50360;p48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1" name="Google Shape;50361;p48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2" name="Google Shape;50362;p48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3" name="Google Shape;50363;p48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4" name="Google Shape;50364;p48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5" name="Google Shape;50365;p48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6" name="Google Shape;50366;p48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7" name="Google Shape;50367;p48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8" name="Google Shape;50368;p48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9" name="Google Shape;50369;p48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0" name="Google Shape;50370;p48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1" name="Google Shape;50371;p48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2" name="Google Shape;50372;p48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3" name="Google Shape;50373;p48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4" name="Google Shape;50374;p48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5" name="Google Shape;50375;p48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6" name="Google Shape;50376;p48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7" name="Google Shape;50377;p48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8" name="Google Shape;50378;p48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9" name="Google Shape;50379;p48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0" name="Google Shape;50380;p48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1" name="Google Shape;50381;p48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2" name="Google Shape;50382;p48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3" name="Google Shape;50383;p48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4" name="Google Shape;50384;p48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5" name="Google Shape;50385;p48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6" name="Google Shape;50386;p48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7" name="Google Shape;50387;p48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8" name="Google Shape;50388;p48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9" name="Google Shape;50389;p48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0" name="Google Shape;50390;p48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1" name="Google Shape;50391;p48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2" name="Google Shape;50392;p48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3" name="Google Shape;50393;p48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4" name="Google Shape;50394;p48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5" name="Google Shape;50395;p48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6" name="Google Shape;50396;p48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7" name="Google Shape;50397;p48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8" name="Google Shape;50398;p48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9" name="Google Shape;50399;p48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0" name="Google Shape;50400;p48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1" name="Google Shape;50401;p48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2" name="Google Shape;50402;p48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3" name="Google Shape;50403;p48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4" name="Google Shape;50404;p48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5" name="Google Shape;50405;p48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6" name="Google Shape;50406;p48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7" name="Google Shape;50407;p48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8" name="Google Shape;50408;p48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9" name="Google Shape;50409;p48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0" name="Google Shape;50410;p48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1" name="Google Shape;50411;p48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2" name="Google Shape;50412;p48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3" name="Google Shape;50413;p48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4" name="Google Shape;50414;p48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5" name="Google Shape;50415;p48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6" name="Google Shape;50416;p48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7" name="Google Shape;50417;p48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8" name="Google Shape;50418;p48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9" name="Google Shape;50419;p48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0" name="Google Shape;50420;p48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1" name="Google Shape;50421;p48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2" name="Google Shape;50422;p48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3" name="Google Shape;50423;p48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4" name="Google Shape;50424;p48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5" name="Google Shape;50425;p48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6" name="Google Shape;50426;p48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7" name="Google Shape;50427;p48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8" name="Google Shape;50428;p48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9" name="Google Shape;50429;p48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0" name="Google Shape;50430;p48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1" name="Google Shape;50431;p48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2" name="Google Shape;50432;p48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3" name="Google Shape;50433;p48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4" name="Google Shape;50434;p48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5" name="Google Shape;50435;p48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6" name="Google Shape;50436;p48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7" name="Google Shape;50437;p48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8" name="Google Shape;50438;p48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9" name="Google Shape;50439;p48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0" name="Google Shape;50440;p48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1" name="Google Shape;50441;p48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2" name="Google Shape;50442;p48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3" name="Google Shape;50443;p48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4" name="Google Shape;50444;p48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5" name="Google Shape;50445;p48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6" name="Google Shape;50446;p48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7" name="Google Shape;50447;p48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8" name="Google Shape;50448;p48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9" name="Google Shape;50449;p48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0" name="Google Shape;50450;p48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1" name="Google Shape;50451;p48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2" name="Google Shape;50452;p48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3" name="Google Shape;50453;p48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4" name="Google Shape;50454;p48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5" name="Google Shape;50455;p48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6" name="Google Shape;50456;p48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7" name="Google Shape;50457;p48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8" name="Google Shape;50458;p48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9" name="Google Shape;50459;p48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0" name="Google Shape;50460;p48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1" name="Google Shape;50461;p48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2" name="Google Shape;50462;p48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3" name="Google Shape;50463;p48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4" name="Google Shape;50464;p48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5" name="Google Shape;50465;p48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6" name="Google Shape;50466;p48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7" name="Google Shape;50467;p48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8" name="Google Shape;50468;p48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9" name="Google Shape;50469;p48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0" name="Google Shape;50470;p48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1" name="Google Shape;50471;p48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2" name="Google Shape;50472;p48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3" name="Google Shape;50473;p48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4" name="Google Shape;50474;p48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5" name="Google Shape;50475;p48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6" name="Google Shape;50476;p48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7" name="Google Shape;50477;p48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8" name="Google Shape;50478;p48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9" name="Google Shape;50479;p48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0" name="Google Shape;50480;p48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1" name="Google Shape;50481;p48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2" name="Google Shape;50482;p48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3" name="Google Shape;50483;p48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4" name="Google Shape;50484;p48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5" name="Google Shape;50485;p48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6" name="Google Shape;50486;p48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7" name="Google Shape;50487;p48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8" name="Google Shape;50488;p48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489" name="Google Shape;50489;p48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490" name="Google Shape;50490;p48"/>
          <p:cNvGrpSpPr/>
          <p:nvPr/>
        </p:nvGrpSpPr>
        <p:grpSpPr>
          <a:xfrm>
            <a:off x="-32865" y="1055110"/>
            <a:ext cx="1562566" cy="3259365"/>
            <a:chOff x="4174400" y="1241475"/>
            <a:chExt cx="1638425" cy="3417600"/>
          </a:xfrm>
        </p:grpSpPr>
        <p:sp>
          <p:nvSpPr>
            <p:cNvPr id="50491" name="Google Shape;50491;p48"/>
            <p:cNvSpPr/>
            <p:nvPr/>
          </p:nvSpPr>
          <p:spPr>
            <a:xfrm>
              <a:off x="5032825" y="2093975"/>
              <a:ext cx="402525" cy="519650"/>
            </a:xfrm>
            <a:custGeom>
              <a:avLst/>
              <a:gdLst/>
              <a:ahLst/>
              <a:cxnLst/>
              <a:rect l="l" t="t" r="r" b="b"/>
              <a:pathLst>
                <a:path w="16101" h="20786" extrusionOk="0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20785"/>
                  </a:lnTo>
                  <a:lnTo>
                    <a:pt x="16100" y="20785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2" name="Google Shape;50492;p48"/>
            <p:cNvSpPr/>
            <p:nvPr/>
          </p:nvSpPr>
          <p:spPr>
            <a:xfrm>
              <a:off x="5032825" y="2093975"/>
              <a:ext cx="402525" cy="161475"/>
            </a:xfrm>
            <a:custGeom>
              <a:avLst/>
              <a:gdLst/>
              <a:ahLst/>
              <a:cxnLst/>
              <a:rect l="l" t="t" r="r" b="b"/>
              <a:pathLst>
                <a:path w="16101" h="6459" extrusionOk="0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6459"/>
                  </a:lnTo>
                  <a:lnTo>
                    <a:pt x="16100" y="6459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3" name="Google Shape;50493;p48"/>
            <p:cNvSpPr/>
            <p:nvPr/>
          </p:nvSpPr>
          <p:spPr>
            <a:xfrm>
              <a:off x="4174400" y="3103625"/>
              <a:ext cx="1638425" cy="211525"/>
            </a:xfrm>
            <a:custGeom>
              <a:avLst/>
              <a:gdLst/>
              <a:ahLst/>
              <a:cxnLst/>
              <a:rect l="l" t="t" r="r" b="b"/>
              <a:pathLst>
                <a:path w="65537" h="8461" extrusionOk="0">
                  <a:moveTo>
                    <a:pt x="0" y="1"/>
                  </a:moveTo>
                  <a:lnTo>
                    <a:pt x="0" y="8460"/>
                  </a:lnTo>
                  <a:lnTo>
                    <a:pt x="57896" y="8460"/>
                  </a:lnTo>
                  <a:cubicBezTo>
                    <a:pt x="60716" y="8460"/>
                    <a:pt x="63399" y="7505"/>
                    <a:pt x="65537" y="5731"/>
                  </a:cubicBezTo>
                  <a:lnTo>
                    <a:pt x="65082" y="5731"/>
                  </a:lnTo>
                  <a:cubicBezTo>
                    <a:pt x="62535" y="5731"/>
                    <a:pt x="60079" y="4958"/>
                    <a:pt x="58033" y="3503"/>
                  </a:cubicBezTo>
                  <a:lnTo>
                    <a:pt x="530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4" name="Google Shape;50494;p48"/>
            <p:cNvSpPr/>
            <p:nvPr/>
          </p:nvSpPr>
          <p:spPr>
            <a:xfrm>
              <a:off x="4174400" y="3103625"/>
              <a:ext cx="1030150" cy="211525"/>
            </a:xfrm>
            <a:custGeom>
              <a:avLst/>
              <a:gdLst/>
              <a:ahLst/>
              <a:cxnLst/>
              <a:rect l="l" t="t" r="r" b="b"/>
              <a:pathLst>
                <a:path w="41206" h="8461" extrusionOk="0">
                  <a:moveTo>
                    <a:pt x="0" y="1"/>
                  </a:moveTo>
                  <a:lnTo>
                    <a:pt x="0" y="8460"/>
                  </a:lnTo>
                  <a:lnTo>
                    <a:pt x="41205" y="8460"/>
                  </a:lnTo>
                  <a:cubicBezTo>
                    <a:pt x="39068" y="8142"/>
                    <a:pt x="37021" y="7050"/>
                    <a:pt x="35293" y="5186"/>
                  </a:cubicBezTo>
                  <a:lnTo>
                    <a:pt x="30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5" name="Google Shape;50495;p48"/>
            <p:cNvSpPr/>
            <p:nvPr/>
          </p:nvSpPr>
          <p:spPr>
            <a:xfrm>
              <a:off x="4174400" y="2350950"/>
              <a:ext cx="927800" cy="377500"/>
            </a:xfrm>
            <a:custGeom>
              <a:avLst/>
              <a:gdLst/>
              <a:ahLst/>
              <a:cxnLst/>
              <a:rect l="l" t="t" r="r" b="b"/>
              <a:pathLst>
                <a:path w="37112" h="15100" extrusionOk="0">
                  <a:moveTo>
                    <a:pt x="0" y="0"/>
                  </a:moveTo>
                  <a:lnTo>
                    <a:pt x="0" y="15100"/>
                  </a:lnTo>
                  <a:lnTo>
                    <a:pt x="36111" y="15100"/>
                  </a:lnTo>
                  <a:cubicBezTo>
                    <a:pt x="36475" y="15100"/>
                    <a:pt x="36794" y="15100"/>
                    <a:pt x="37112" y="15054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6" name="Google Shape;50496;p48"/>
            <p:cNvSpPr/>
            <p:nvPr/>
          </p:nvSpPr>
          <p:spPr>
            <a:xfrm>
              <a:off x="4174400" y="2613600"/>
              <a:ext cx="1638425" cy="329750"/>
            </a:xfrm>
            <a:custGeom>
              <a:avLst/>
              <a:gdLst/>
              <a:ahLst/>
              <a:cxnLst/>
              <a:rect l="l" t="t" r="r" b="b"/>
              <a:pathLst>
                <a:path w="65537" h="13190" extrusionOk="0">
                  <a:moveTo>
                    <a:pt x="0" y="0"/>
                  </a:moveTo>
                  <a:lnTo>
                    <a:pt x="0" y="13189"/>
                  </a:lnTo>
                  <a:lnTo>
                    <a:pt x="55713" y="13189"/>
                  </a:lnTo>
                  <a:cubicBezTo>
                    <a:pt x="59306" y="13189"/>
                    <a:pt x="62763" y="11779"/>
                    <a:pt x="65309" y="9232"/>
                  </a:cubicBezTo>
                  <a:lnTo>
                    <a:pt x="65537" y="8960"/>
                  </a:lnTo>
                  <a:cubicBezTo>
                    <a:pt x="62171" y="8960"/>
                    <a:pt x="58897" y="7686"/>
                    <a:pt x="56395" y="5412"/>
                  </a:cubicBezTo>
                  <a:lnTo>
                    <a:pt x="50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7" name="Google Shape;50497;p48"/>
            <p:cNvSpPr/>
            <p:nvPr/>
          </p:nvSpPr>
          <p:spPr>
            <a:xfrm>
              <a:off x="4174400" y="2613600"/>
              <a:ext cx="946000" cy="329750"/>
            </a:xfrm>
            <a:custGeom>
              <a:avLst/>
              <a:gdLst/>
              <a:ahLst/>
              <a:cxnLst/>
              <a:rect l="l" t="t" r="r" b="b"/>
              <a:pathLst>
                <a:path w="37840" h="13190" extrusionOk="0">
                  <a:moveTo>
                    <a:pt x="0" y="0"/>
                  </a:moveTo>
                  <a:lnTo>
                    <a:pt x="0" y="13189"/>
                  </a:lnTo>
                  <a:lnTo>
                    <a:pt x="37840" y="13189"/>
                  </a:lnTo>
                  <a:cubicBezTo>
                    <a:pt x="35611" y="12416"/>
                    <a:pt x="33519" y="10733"/>
                    <a:pt x="31791" y="8277"/>
                  </a:cubicBezTo>
                  <a:lnTo>
                    <a:pt x="260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8" name="Google Shape;50498;p48"/>
            <p:cNvSpPr/>
            <p:nvPr/>
          </p:nvSpPr>
          <p:spPr>
            <a:xfrm>
              <a:off x="4174400" y="2817100"/>
              <a:ext cx="1545200" cy="76225"/>
            </a:xfrm>
            <a:custGeom>
              <a:avLst/>
              <a:gdLst/>
              <a:ahLst/>
              <a:cxnLst/>
              <a:rect l="l" t="t" r="r" b="b"/>
              <a:pathLst>
                <a:path w="61808" h="3049" extrusionOk="0">
                  <a:moveTo>
                    <a:pt x="60943" y="1"/>
                  </a:moveTo>
                  <a:cubicBezTo>
                    <a:pt x="58897" y="1502"/>
                    <a:pt x="56532" y="2320"/>
                    <a:pt x="54076" y="2320"/>
                  </a:cubicBezTo>
                  <a:lnTo>
                    <a:pt x="0" y="2320"/>
                  </a:lnTo>
                  <a:lnTo>
                    <a:pt x="0" y="3048"/>
                  </a:lnTo>
                  <a:lnTo>
                    <a:pt x="54076" y="3048"/>
                  </a:lnTo>
                  <a:cubicBezTo>
                    <a:pt x="56850" y="3048"/>
                    <a:pt x="59533" y="2093"/>
                    <a:pt x="61807" y="319"/>
                  </a:cubicBezTo>
                  <a:cubicBezTo>
                    <a:pt x="61535" y="228"/>
                    <a:pt x="61262" y="137"/>
                    <a:pt x="609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9" name="Google Shape;50499;p48"/>
            <p:cNvSpPr/>
            <p:nvPr/>
          </p:nvSpPr>
          <p:spPr>
            <a:xfrm>
              <a:off x="4174400" y="3315125"/>
              <a:ext cx="1331450" cy="278575"/>
            </a:xfrm>
            <a:custGeom>
              <a:avLst/>
              <a:gdLst/>
              <a:ahLst/>
              <a:cxnLst/>
              <a:rect l="l" t="t" r="r" b="b"/>
              <a:pathLst>
                <a:path w="53258" h="11143" extrusionOk="0">
                  <a:moveTo>
                    <a:pt x="0" y="0"/>
                  </a:moveTo>
                  <a:lnTo>
                    <a:pt x="0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0" name="Google Shape;50500;p48"/>
            <p:cNvSpPr/>
            <p:nvPr/>
          </p:nvSpPr>
          <p:spPr>
            <a:xfrm>
              <a:off x="4513225" y="3607325"/>
              <a:ext cx="1197275" cy="1036975"/>
            </a:xfrm>
            <a:custGeom>
              <a:avLst/>
              <a:gdLst/>
              <a:ahLst/>
              <a:cxnLst/>
              <a:rect l="l" t="t" r="r" b="b"/>
              <a:pathLst>
                <a:path w="47891" h="41479" extrusionOk="0">
                  <a:moveTo>
                    <a:pt x="25242" y="0"/>
                  </a:moveTo>
                  <a:lnTo>
                    <a:pt x="27561" y="2002"/>
                  </a:lnTo>
                  <a:lnTo>
                    <a:pt x="29744" y="3821"/>
                  </a:lnTo>
                  <a:lnTo>
                    <a:pt x="31245" y="2047"/>
                  </a:lnTo>
                  <a:lnTo>
                    <a:pt x="32973" y="0"/>
                  </a:lnTo>
                  <a:close/>
                  <a:moveTo>
                    <a:pt x="34474" y="0"/>
                  </a:moveTo>
                  <a:lnTo>
                    <a:pt x="32427" y="2411"/>
                  </a:lnTo>
                  <a:lnTo>
                    <a:pt x="30699" y="4457"/>
                  </a:lnTo>
                  <a:lnTo>
                    <a:pt x="31700" y="5003"/>
                  </a:lnTo>
                  <a:lnTo>
                    <a:pt x="36157" y="7414"/>
                  </a:lnTo>
                  <a:lnTo>
                    <a:pt x="39158" y="6277"/>
                  </a:lnTo>
                  <a:lnTo>
                    <a:pt x="40477" y="5776"/>
                  </a:lnTo>
                  <a:lnTo>
                    <a:pt x="39249" y="0"/>
                  </a:lnTo>
                  <a:close/>
                  <a:moveTo>
                    <a:pt x="23741" y="228"/>
                  </a:moveTo>
                  <a:lnTo>
                    <a:pt x="20648" y="3275"/>
                  </a:lnTo>
                  <a:lnTo>
                    <a:pt x="20648" y="9233"/>
                  </a:lnTo>
                  <a:lnTo>
                    <a:pt x="21467" y="9324"/>
                  </a:lnTo>
                  <a:lnTo>
                    <a:pt x="24468" y="9597"/>
                  </a:lnTo>
                  <a:lnTo>
                    <a:pt x="28152" y="5549"/>
                  </a:lnTo>
                  <a:lnTo>
                    <a:pt x="28971" y="4685"/>
                  </a:lnTo>
                  <a:lnTo>
                    <a:pt x="26561" y="2593"/>
                  </a:lnTo>
                  <a:lnTo>
                    <a:pt x="23741" y="228"/>
                  </a:lnTo>
                  <a:close/>
                  <a:moveTo>
                    <a:pt x="29926" y="5367"/>
                  </a:moveTo>
                  <a:lnTo>
                    <a:pt x="29881" y="5458"/>
                  </a:lnTo>
                  <a:lnTo>
                    <a:pt x="29835" y="5413"/>
                  </a:lnTo>
                  <a:lnTo>
                    <a:pt x="29426" y="5867"/>
                  </a:lnTo>
                  <a:lnTo>
                    <a:pt x="25424" y="10233"/>
                  </a:lnTo>
                  <a:lnTo>
                    <a:pt x="27925" y="13644"/>
                  </a:lnTo>
                  <a:lnTo>
                    <a:pt x="31245" y="13008"/>
                  </a:lnTo>
                  <a:lnTo>
                    <a:pt x="34338" y="12371"/>
                  </a:lnTo>
                  <a:lnTo>
                    <a:pt x="34974" y="10052"/>
                  </a:lnTo>
                  <a:lnTo>
                    <a:pt x="35429" y="8323"/>
                  </a:lnTo>
                  <a:lnTo>
                    <a:pt x="31154" y="6004"/>
                  </a:lnTo>
                  <a:lnTo>
                    <a:pt x="29926" y="5367"/>
                  </a:lnTo>
                  <a:close/>
                  <a:moveTo>
                    <a:pt x="40705" y="6913"/>
                  </a:moveTo>
                  <a:lnTo>
                    <a:pt x="36566" y="8460"/>
                  </a:lnTo>
                  <a:lnTo>
                    <a:pt x="36020" y="10597"/>
                  </a:lnTo>
                  <a:lnTo>
                    <a:pt x="35429" y="12780"/>
                  </a:lnTo>
                  <a:lnTo>
                    <a:pt x="39431" y="18920"/>
                  </a:lnTo>
                  <a:lnTo>
                    <a:pt x="43115" y="18511"/>
                  </a:lnTo>
                  <a:lnTo>
                    <a:pt x="40705" y="6913"/>
                  </a:lnTo>
                  <a:close/>
                  <a:moveTo>
                    <a:pt x="20648" y="10370"/>
                  </a:moveTo>
                  <a:lnTo>
                    <a:pt x="20648" y="14054"/>
                  </a:lnTo>
                  <a:lnTo>
                    <a:pt x="25787" y="19511"/>
                  </a:lnTo>
                  <a:lnTo>
                    <a:pt x="26879" y="15191"/>
                  </a:lnTo>
                  <a:lnTo>
                    <a:pt x="27061" y="14418"/>
                  </a:lnTo>
                  <a:lnTo>
                    <a:pt x="24514" y="10916"/>
                  </a:lnTo>
                  <a:lnTo>
                    <a:pt x="24378" y="10734"/>
                  </a:lnTo>
                  <a:lnTo>
                    <a:pt x="20648" y="10370"/>
                  </a:lnTo>
                  <a:close/>
                  <a:moveTo>
                    <a:pt x="20648" y="15691"/>
                  </a:moveTo>
                  <a:lnTo>
                    <a:pt x="20648" y="21876"/>
                  </a:lnTo>
                  <a:lnTo>
                    <a:pt x="21558" y="25287"/>
                  </a:lnTo>
                  <a:lnTo>
                    <a:pt x="25333" y="20694"/>
                  </a:lnTo>
                  <a:lnTo>
                    <a:pt x="20648" y="15691"/>
                  </a:lnTo>
                  <a:close/>
                  <a:moveTo>
                    <a:pt x="34565" y="13508"/>
                  </a:moveTo>
                  <a:lnTo>
                    <a:pt x="31427" y="14099"/>
                  </a:lnTo>
                  <a:lnTo>
                    <a:pt x="28152" y="14781"/>
                  </a:lnTo>
                  <a:lnTo>
                    <a:pt x="27970" y="15464"/>
                  </a:lnTo>
                  <a:lnTo>
                    <a:pt x="26742" y="20466"/>
                  </a:lnTo>
                  <a:lnTo>
                    <a:pt x="33110" y="26424"/>
                  </a:lnTo>
                  <a:lnTo>
                    <a:pt x="34610" y="27789"/>
                  </a:lnTo>
                  <a:lnTo>
                    <a:pt x="38522" y="19602"/>
                  </a:lnTo>
                  <a:lnTo>
                    <a:pt x="34565" y="13508"/>
                  </a:lnTo>
                  <a:close/>
                  <a:moveTo>
                    <a:pt x="9733" y="22513"/>
                  </a:moveTo>
                  <a:lnTo>
                    <a:pt x="11143" y="29153"/>
                  </a:lnTo>
                  <a:lnTo>
                    <a:pt x="19648" y="31609"/>
                  </a:lnTo>
                  <a:lnTo>
                    <a:pt x="20830" y="31927"/>
                  </a:lnTo>
                  <a:lnTo>
                    <a:pt x="20739" y="26561"/>
                  </a:lnTo>
                  <a:lnTo>
                    <a:pt x="19602" y="22513"/>
                  </a:lnTo>
                  <a:close/>
                  <a:moveTo>
                    <a:pt x="43206" y="19648"/>
                  </a:moveTo>
                  <a:lnTo>
                    <a:pt x="39522" y="20057"/>
                  </a:lnTo>
                  <a:lnTo>
                    <a:pt x="35566" y="28516"/>
                  </a:lnTo>
                  <a:lnTo>
                    <a:pt x="38931" y="30517"/>
                  </a:lnTo>
                  <a:lnTo>
                    <a:pt x="42388" y="32564"/>
                  </a:lnTo>
                  <a:lnTo>
                    <a:pt x="44480" y="32337"/>
                  </a:lnTo>
                  <a:lnTo>
                    <a:pt x="45980" y="32200"/>
                  </a:lnTo>
                  <a:lnTo>
                    <a:pt x="43343" y="19648"/>
                  </a:lnTo>
                  <a:close/>
                  <a:moveTo>
                    <a:pt x="26151" y="21512"/>
                  </a:moveTo>
                  <a:lnTo>
                    <a:pt x="21876" y="26697"/>
                  </a:lnTo>
                  <a:lnTo>
                    <a:pt x="21876" y="27334"/>
                  </a:lnTo>
                  <a:lnTo>
                    <a:pt x="21967" y="32200"/>
                  </a:lnTo>
                  <a:lnTo>
                    <a:pt x="27516" y="33110"/>
                  </a:lnTo>
                  <a:lnTo>
                    <a:pt x="33883" y="28698"/>
                  </a:lnTo>
                  <a:lnTo>
                    <a:pt x="32109" y="27016"/>
                  </a:lnTo>
                  <a:lnTo>
                    <a:pt x="26424" y="21740"/>
                  </a:lnTo>
                  <a:lnTo>
                    <a:pt x="26424" y="21785"/>
                  </a:lnTo>
                  <a:lnTo>
                    <a:pt x="26151" y="21512"/>
                  </a:lnTo>
                  <a:close/>
                  <a:moveTo>
                    <a:pt x="0" y="22513"/>
                  </a:moveTo>
                  <a:lnTo>
                    <a:pt x="0" y="32382"/>
                  </a:lnTo>
                  <a:lnTo>
                    <a:pt x="2502" y="33883"/>
                  </a:lnTo>
                  <a:lnTo>
                    <a:pt x="4093" y="34838"/>
                  </a:lnTo>
                  <a:lnTo>
                    <a:pt x="8778" y="30517"/>
                  </a:lnTo>
                  <a:lnTo>
                    <a:pt x="10006" y="29426"/>
                  </a:lnTo>
                  <a:lnTo>
                    <a:pt x="8596" y="22513"/>
                  </a:lnTo>
                  <a:close/>
                  <a:moveTo>
                    <a:pt x="10779" y="30245"/>
                  </a:moveTo>
                  <a:lnTo>
                    <a:pt x="9597" y="31336"/>
                  </a:lnTo>
                  <a:lnTo>
                    <a:pt x="5094" y="35475"/>
                  </a:lnTo>
                  <a:lnTo>
                    <a:pt x="14008" y="40887"/>
                  </a:lnTo>
                  <a:lnTo>
                    <a:pt x="14326" y="41114"/>
                  </a:lnTo>
                  <a:lnTo>
                    <a:pt x="20466" y="33019"/>
                  </a:lnTo>
                  <a:lnTo>
                    <a:pt x="20193" y="32928"/>
                  </a:lnTo>
                  <a:lnTo>
                    <a:pt x="10779" y="30245"/>
                  </a:lnTo>
                  <a:close/>
                  <a:moveTo>
                    <a:pt x="21649" y="33337"/>
                  </a:moveTo>
                  <a:lnTo>
                    <a:pt x="21330" y="33747"/>
                  </a:lnTo>
                  <a:lnTo>
                    <a:pt x="15600" y="41296"/>
                  </a:lnTo>
                  <a:lnTo>
                    <a:pt x="28653" y="41296"/>
                  </a:lnTo>
                  <a:lnTo>
                    <a:pt x="27197" y="34201"/>
                  </a:lnTo>
                  <a:lnTo>
                    <a:pt x="22013" y="33383"/>
                  </a:lnTo>
                  <a:lnTo>
                    <a:pt x="22013" y="33474"/>
                  </a:lnTo>
                  <a:lnTo>
                    <a:pt x="21649" y="33337"/>
                  </a:lnTo>
                  <a:close/>
                  <a:moveTo>
                    <a:pt x="34747" y="29471"/>
                  </a:moveTo>
                  <a:lnTo>
                    <a:pt x="28289" y="33974"/>
                  </a:lnTo>
                  <a:lnTo>
                    <a:pt x="29835" y="41296"/>
                  </a:lnTo>
                  <a:lnTo>
                    <a:pt x="36975" y="41296"/>
                  </a:lnTo>
                  <a:lnTo>
                    <a:pt x="40614" y="34884"/>
                  </a:lnTo>
                  <a:lnTo>
                    <a:pt x="41523" y="33383"/>
                  </a:lnTo>
                  <a:lnTo>
                    <a:pt x="38294" y="31473"/>
                  </a:lnTo>
                  <a:lnTo>
                    <a:pt x="35065" y="29562"/>
                  </a:lnTo>
                  <a:lnTo>
                    <a:pt x="34974" y="29699"/>
                  </a:lnTo>
                  <a:lnTo>
                    <a:pt x="34747" y="29471"/>
                  </a:lnTo>
                  <a:close/>
                  <a:moveTo>
                    <a:pt x="46208" y="33337"/>
                  </a:moveTo>
                  <a:lnTo>
                    <a:pt x="44843" y="33474"/>
                  </a:lnTo>
                  <a:lnTo>
                    <a:pt x="42615" y="33701"/>
                  </a:lnTo>
                  <a:lnTo>
                    <a:pt x="41842" y="35065"/>
                  </a:lnTo>
                  <a:lnTo>
                    <a:pt x="38294" y="41296"/>
                  </a:lnTo>
                  <a:lnTo>
                    <a:pt x="47891" y="41296"/>
                  </a:lnTo>
                  <a:lnTo>
                    <a:pt x="46208" y="33337"/>
                  </a:lnTo>
                  <a:close/>
                  <a:moveTo>
                    <a:pt x="0" y="33701"/>
                  </a:moveTo>
                  <a:lnTo>
                    <a:pt x="0" y="41478"/>
                  </a:lnTo>
                  <a:lnTo>
                    <a:pt x="12507" y="41342"/>
                  </a:lnTo>
                  <a:lnTo>
                    <a:pt x="0" y="3370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1" name="Google Shape;50501;p48"/>
            <p:cNvSpPr/>
            <p:nvPr/>
          </p:nvSpPr>
          <p:spPr>
            <a:xfrm>
              <a:off x="4174400" y="2555600"/>
              <a:ext cx="134175" cy="122825"/>
            </a:xfrm>
            <a:custGeom>
              <a:avLst/>
              <a:gdLst/>
              <a:ahLst/>
              <a:cxnLst/>
              <a:rect l="l" t="t" r="r" b="b"/>
              <a:pathLst>
                <a:path w="5367" h="4913" extrusionOk="0">
                  <a:moveTo>
                    <a:pt x="0" y="1"/>
                  </a:moveTo>
                  <a:lnTo>
                    <a:pt x="0" y="728"/>
                  </a:lnTo>
                  <a:lnTo>
                    <a:pt x="819" y="728"/>
                  </a:lnTo>
                  <a:cubicBezTo>
                    <a:pt x="2775" y="728"/>
                    <a:pt x="4412" y="2229"/>
                    <a:pt x="4594" y="4139"/>
                  </a:cubicBezTo>
                  <a:lnTo>
                    <a:pt x="0" y="4139"/>
                  </a:lnTo>
                  <a:lnTo>
                    <a:pt x="0" y="4912"/>
                  </a:lnTo>
                  <a:lnTo>
                    <a:pt x="5367" y="4912"/>
                  </a:lnTo>
                  <a:lnTo>
                    <a:pt x="5367" y="4503"/>
                  </a:lnTo>
                  <a:cubicBezTo>
                    <a:pt x="5367" y="2002"/>
                    <a:pt x="3320" y="1"/>
                    <a:pt x="8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2" name="Google Shape;50502;p48"/>
            <p:cNvSpPr/>
            <p:nvPr/>
          </p:nvSpPr>
          <p:spPr>
            <a:xfrm>
              <a:off x="4174400" y="1756300"/>
              <a:ext cx="703825" cy="262675"/>
            </a:xfrm>
            <a:custGeom>
              <a:avLst/>
              <a:gdLst/>
              <a:ahLst/>
              <a:cxnLst/>
              <a:rect l="l" t="t" r="r" b="b"/>
              <a:pathLst>
                <a:path w="28153" h="10507" extrusionOk="0">
                  <a:moveTo>
                    <a:pt x="0" y="0"/>
                  </a:moveTo>
                  <a:lnTo>
                    <a:pt x="0" y="10506"/>
                  </a:lnTo>
                  <a:lnTo>
                    <a:pt x="28152" y="1050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3" name="Google Shape;50503;p48"/>
            <p:cNvSpPr/>
            <p:nvPr/>
          </p:nvSpPr>
          <p:spPr>
            <a:xfrm>
              <a:off x="4174400" y="1756300"/>
              <a:ext cx="703825" cy="36400"/>
            </a:xfrm>
            <a:custGeom>
              <a:avLst/>
              <a:gdLst/>
              <a:ahLst/>
              <a:cxnLst/>
              <a:rect l="l" t="t" r="r" b="b"/>
              <a:pathLst>
                <a:path w="28153" h="1456" extrusionOk="0">
                  <a:moveTo>
                    <a:pt x="0" y="0"/>
                  </a:moveTo>
                  <a:lnTo>
                    <a:pt x="0" y="1456"/>
                  </a:lnTo>
                  <a:lnTo>
                    <a:pt x="28152" y="145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4" name="Google Shape;50504;p48"/>
            <p:cNvSpPr/>
            <p:nvPr/>
          </p:nvSpPr>
          <p:spPr>
            <a:xfrm>
              <a:off x="4174400" y="1241475"/>
              <a:ext cx="685625" cy="183975"/>
            </a:xfrm>
            <a:custGeom>
              <a:avLst/>
              <a:gdLst/>
              <a:ahLst/>
              <a:cxnLst/>
              <a:rect l="l" t="t" r="r" b="b"/>
              <a:pathLst>
                <a:path w="27425" h="7359" extrusionOk="0">
                  <a:moveTo>
                    <a:pt x="24027" y="1"/>
                  </a:moveTo>
                  <a:cubicBezTo>
                    <a:pt x="23337" y="1"/>
                    <a:pt x="22647" y="240"/>
                    <a:pt x="22104" y="719"/>
                  </a:cubicBezTo>
                  <a:cubicBezTo>
                    <a:pt x="21649" y="1082"/>
                    <a:pt x="21467" y="1719"/>
                    <a:pt x="21785" y="2219"/>
                  </a:cubicBezTo>
                  <a:cubicBezTo>
                    <a:pt x="22015" y="2552"/>
                    <a:pt x="22375" y="2726"/>
                    <a:pt x="22734" y="2726"/>
                  </a:cubicBezTo>
                  <a:cubicBezTo>
                    <a:pt x="23014" y="2726"/>
                    <a:pt x="23294" y="2620"/>
                    <a:pt x="23513" y="2401"/>
                  </a:cubicBezTo>
                  <a:lnTo>
                    <a:pt x="23650" y="2265"/>
                  </a:lnTo>
                  <a:lnTo>
                    <a:pt x="23650" y="3902"/>
                  </a:lnTo>
                  <a:lnTo>
                    <a:pt x="23013" y="3902"/>
                  </a:lnTo>
                  <a:cubicBezTo>
                    <a:pt x="22149" y="3902"/>
                    <a:pt x="21467" y="4630"/>
                    <a:pt x="21467" y="5448"/>
                  </a:cubicBezTo>
                  <a:lnTo>
                    <a:pt x="0" y="5448"/>
                  </a:lnTo>
                  <a:lnTo>
                    <a:pt x="0" y="7359"/>
                  </a:lnTo>
                  <a:lnTo>
                    <a:pt x="23331" y="7359"/>
                  </a:lnTo>
                  <a:cubicBezTo>
                    <a:pt x="23968" y="7359"/>
                    <a:pt x="24514" y="7086"/>
                    <a:pt x="24969" y="6676"/>
                  </a:cubicBezTo>
                  <a:lnTo>
                    <a:pt x="26242" y="5403"/>
                  </a:lnTo>
                  <a:cubicBezTo>
                    <a:pt x="27425" y="4175"/>
                    <a:pt x="27425" y="2219"/>
                    <a:pt x="26242" y="991"/>
                  </a:cubicBezTo>
                  <a:lnTo>
                    <a:pt x="26106" y="855"/>
                  </a:lnTo>
                  <a:cubicBezTo>
                    <a:pt x="25536" y="286"/>
                    <a:pt x="24781" y="1"/>
                    <a:pt x="240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5" name="Google Shape;50505;p48"/>
            <p:cNvSpPr/>
            <p:nvPr/>
          </p:nvSpPr>
          <p:spPr>
            <a:xfrm>
              <a:off x="4174400" y="1425425"/>
              <a:ext cx="822075" cy="330900"/>
            </a:xfrm>
            <a:custGeom>
              <a:avLst/>
              <a:gdLst/>
              <a:ahLst/>
              <a:cxnLst/>
              <a:rect l="l" t="t" r="r" b="b"/>
              <a:pathLst>
                <a:path w="32883" h="13236" extrusionOk="0">
                  <a:moveTo>
                    <a:pt x="0" y="1"/>
                  </a:moveTo>
                  <a:lnTo>
                    <a:pt x="0" y="13235"/>
                  </a:lnTo>
                  <a:lnTo>
                    <a:pt x="28152" y="13235"/>
                  </a:lnTo>
                  <a:cubicBezTo>
                    <a:pt x="28152" y="13235"/>
                    <a:pt x="31290" y="12462"/>
                    <a:pt x="32246" y="11189"/>
                  </a:cubicBezTo>
                  <a:lnTo>
                    <a:pt x="32882" y="10325"/>
                  </a:lnTo>
                  <a:cubicBezTo>
                    <a:pt x="29835" y="9460"/>
                    <a:pt x="27243" y="7459"/>
                    <a:pt x="25651" y="4685"/>
                  </a:cubicBezTo>
                  <a:lnTo>
                    <a:pt x="229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6" name="Google Shape;50506;p48"/>
            <p:cNvSpPr/>
            <p:nvPr/>
          </p:nvSpPr>
          <p:spPr>
            <a:xfrm>
              <a:off x="4174400" y="1424300"/>
              <a:ext cx="510525" cy="332025"/>
            </a:xfrm>
            <a:custGeom>
              <a:avLst/>
              <a:gdLst/>
              <a:ahLst/>
              <a:cxnLst/>
              <a:rect l="l" t="t" r="r" b="b"/>
              <a:pathLst>
                <a:path w="20421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20421" y="13280"/>
                  </a:lnTo>
                  <a:cubicBezTo>
                    <a:pt x="17965" y="11779"/>
                    <a:pt x="15964" y="9505"/>
                    <a:pt x="14599" y="6595"/>
                  </a:cubicBezTo>
                  <a:lnTo>
                    <a:pt x="114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7" name="Google Shape;50507;p48"/>
            <p:cNvSpPr/>
            <p:nvPr/>
          </p:nvSpPr>
          <p:spPr>
            <a:xfrm>
              <a:off x="4174400" y="2350950"/>
              <a:ext cx="927800" cy="36400"/>
            </a:xfrm>
            <a:custGeom>
              <a:avLst/>
              <a:gdLst/>
              <a:ahLst/>
              <a:cxnLst/>
              <a:rect l="l" t="t" r="r" b="b"/>
              <a:pathLst>
                <a:path w="37112" h="1456" extrusionOk="0">
                  <a:moveTo>
                    <a:pt x="0" y="0"/>
                  </a:moveTo>
                  <a:lnTo>
                    <a:pt x="0" y="1456"/>
                  </a:lnTo>
                  <a:lnTo>
                    <a:pt x="36111" y="1456"/>
                  </a:lnTo>
                  <a:cubicBezTo>
                    <a:pt x="36475" y="1456"/>
                    <a:pt x="36794" y="1410"/>
                    <a:pt x="37112" y="1410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8" name="Google Shape;50508;p48"/>
            <p:cNvSpPr/>
            <p:nvPr/>
          </p:nvSpPr>
          <p:spPr>
            <a:xfrm>
              <a:off x="417440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9" name="Google Shape;50509;p48"/>
            <p:cNvSpPr/>
            <p:nvPr/>
          </p:nvSpPr>
          <p:spPr>
            <a:xfrm>
              <a:off x="4174400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0" name="Google Shape;50510;p48"/>
            <p:cNvSpPr/>
            <p:nvPr/>
          </p:nvSpPr>
          <p:spPr>
            <a:xfrm>
              <a:off x="41744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1" name="Google Shape;50511;p48"/>
            <p:cNvSpPr/>
            <p:nvPr/>
          </p:nvSpPr>
          <p:spPr>
            <a:xfrm>
              <a:off x="4174400" y="2018950"/>
              <a:ext cx="885750" cy="485525"/>
            </a:xfrm>
            <a:custGeom>
              <a:avLst/>
              <a:gdLst/>
              <a:ahLst/>
              <a:cxnLst/>
              <a:rect l="l" t="t" r="r" b="b"/>
              <a:pathLst>
                <a:path w="35430" h="19421" extrusionOk="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2" name="Google Shape;50512;p48"/>
            <p:cNvSpPr/>
            <p:nvPr/>
          </p:nvSpPr>
          <p:spPr>
            <a:xfrm>
              <a:off x="41744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3" name="Google Shape;50513;p48"/>
            <p:cNvSpPr/>
            <p:nvPr/>
          </p:nvSpPr>
          <p:spPr>
            <a:xfrm>
              <a:off x="417440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4" name="Google Shape;50514;p48"/>
            <p:cNvSpPr/>
            <p:nvPr/>
          </p:nvSpPr>
          <p:spPr>
            <a:xfrm>
              <a:off x="417440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5" name="Google Shape;50515;p48"/>
            <p:cNvSpPr/>
            <p:nvPr/>
          </p:nvSpPr>
          <p:spPr>
            <a:xfrm>
              <a:off x="4174400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6" name="Google Shape;50516;p48"/>
            <p:cNvSpPr/>
            <p:nvPr/>
          </p:nvSpPr>
          <p:spPr>
            <a:xfrm>
              <a:off x="41744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7" name="Google Shape;50517;p48"/>
            <p:cNvSpPr/>
            <p:nvPr/>
          </p:nvSpPr>
          <p:spPr>
            <a:xfrm>
              <a:off x="4174400" y="2018950"/>
              <a:ext cx="885750" cy="485525"/>
            </a:xfrm>
            <a:custGeom>
              <a:avLst/>
              <a:gdLst/>
              <a:ahLst/>
              <a:cxnLst/>
              <a:rect l="l" t="t" r="r" b="b"/>
              <a:pathLst>
                <a:path w="35430" h="19421" extrusionOk="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8" name="Google Shape;50518;p48"/>
            <p:cNvSpPr/>
            <p:nvPr/>
          </p:nvSpPr>
          <p:spPr>
            <a:xfrm>
              <a:off x="41744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9" name="Google Shape;50519;p48"/>
            <p:cNvSpPr/>
            <p:nvPr/>
          </p:nvSpPr>
          <p:spPr>
            <a:xfrm>
              <a:off x="417440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0" name="Google Shape;50520;p48"/>
            <p:cNvSpPr/>
            <p:nvPr/>
          </p:nvSpPr>
          <p:spPr>
            <a:xfrm>
              <a:off x="4174400" y="3590275"/>
              <a:ext cx="948275" cy="93250"/>
            </a:xfrm>
            <a:custGeom>
              <a:avLst/>
              <a:gdLst/>
              <a:ahLst/>
              <a:cxnLst/>
              <a:rect l="l" t="t" r="r" b="b"/>
              <a:pathLst>
                <a:path w="37931" h="3730" extrusionOk="0">
                  <a:moveTo>
                    <a:pt x="0" y="0"/>
                  </a:moveTo>
                  <a:lnTo>
                    <a:pt x="0" y="3730"/>
                  </a:lnTo>
                  <a:lnTo>
                    <a:pt x="37931" y="3730"/>
                  </a:lnTo>
                  <a:lnTo>
                    <a:pt x="37931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1" name="Google Shape;50521;p48"/>
            <p:cNvSpPr/>
            <p:nvPr/>
          </p:nvSpPr>
          <p:spPr>
            <a:xfrm>
              <a:off x="4174400" y="2943325"/>
              <a:ext cx="1326900" cy="160325"/>
            </a:xfrm>
            <a:custGeom>
              <a:avLst/>
              <a:gdLst/>
              <a:ahLst/>
              <a:cxnLst/>
              <a:rect l="l" t="t" r="r" b="b"/>
              <a:pathLst>
                <a:path w="53076" h="6413" extrusionOk="0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2" name="Google Shape;50522;p48"/>
            <p:cNvSpPr/>
            <p:nvPr/>
          </p:nvSpPr>
          <p:spPr>
            <a:xfrm>
              <a:off x="4174400" y="2943325"/>
              <a:ext cx="1326900" cy="34125"/>
            </a:xfrm>
            <a:custGeom>
              <a:avLst/>
              <a:gdLst/>
              <a:ahLst/>
              <a:cxnLst/>
              <a:rect l="l" t="t" r="r" b="b"/>
              <a:pathLst>
                <a:path w="53076" h="1365" extrusionOk="0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3" name="Google Shape;50523;p48"/>
            <p:cNvSpPr/>
            <p:nvPr/>
          </p:nvSpPr>
          <p:spPr>
            <a:xfrm>
              <a:off x="4174400" y="3315125"/>
              <a:ext cx="1331450" cy="33000"/>
            </a:xfrm>
            <a:custGeom>
              <a:avLst/>
              <a:gdLst/>
              <a:ahLst/>
              <a:cxnLst/>
              <a:rect l="l" t="t" r="r" b="b"/>
              <a:pathLst>
                <a:path w="53258" h="1320" extrusionOk="0">
                  <a:moveTo>
                    <a:pt x="0" y="0"/>
                  </a:moveTo>
                  <a:lnTo>
                    <a:pt x="0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4" name="Google Shape;50524;p48"/>
            <p:cNvSpPr/>
            <p:nvPr/>
          </p:nvSpPr>
          <p:spPr>
            <a:xfrm>
              <a:off x="4174400" y="3224150"/>
              <a:ext cx="1534975" cy="43225"/>
            </a:xfrm>
            <a:custGeom>
              <a:avLst/>
              <a:gdLst/>
              <a:ahLst/>
              <a:cxnLst/>
              <a:rect l="l" t="t" r="r" b="b"/>
              <a:pathLst>
                <a:path w="61399" h="1729" extrusionOk="0">
                  <a:moveTo>
                    <a:pt x="60443" y="1"/>
                  </a:moveTo>
                  <a:cubicBezTo>
                    <a:pt x="59261" y="637"/>
                    <a:pt x="57987" y="956"/>
                    <a:pt x="56714" y="956"/>
                  </a:cubicBezTo>
                  <a:lnTo>
                    <a:pt x="0" y="956"/>
                  </a:lnTo>
                  <a:lnTo>
                    <a:pt x="0" y="1729"/>
                  </a:lnTo>
                  <a:lnTo>
                    <a:pt x="56714" y="1729"/>
                  </a:lnTo>
                  <a:cubicBezTo>
                    <a:pt x="58351" y="1729"/>
                    <a:pt x="59897" y="1274"/>
                    <a:pt x="61398" y="365"/>
                  </a:cubicBezTo>
                  <a:cubicBezTo>
                    <a:pt x="61080" y="228"/>
                    <a:pt x="60761" y="137"/>
                    <a:pt x="60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5" name="Google Shape;50525;p48"/>
            <p:cNvSpPr/>
            <p:nvPr/>
          </p:nvSpPr>
          <p:spPr>
            <a:xfrm>
              <a:off x="4174400" y="2564700"/>
              <a:ext cx="125100" cy="103500"/>
            </a:xfrm>
            <a:custGeom>
              <a:avLst/>
              <a:gdLst/>
              <a:ahLst/>
              <a:cxnLst/>
              <a:rect l="l" t="t" r="r" b="b"/>
              <a:pathLst>
                <a:path w="5004" h="4140" extrusionOk="0">
                  <a:moveTo>
                    <a:pt x="0" y="0"/>
                  </a:moveTo>
                  <a:lnTo>
                    <a:pt x="0" y="4139"/>
                  </a:lnTo>
                  <a:lnTo>
                    <a:pt x="5003" y="4139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6" name="Google Shape;50526;p48"/>
            <p:cNvSpPr/>
            <p:nvPr/>
          </p:nvSpPr>
          <p:spPr>
            <a:xfrm>
              <a:off x="4651925" y="2564700"/>
              <a:ext cx="104625" cy="103500"/>
            </a:xfrm>
            <a:custGeom>
              <a:avLst/>
              <a:gdLst/>
              <a:ahLst/>
              <a:cxnLst/>
              <a:rect l="l" t="t" r="r" b="b"/>
              <a:pathLst>
                <a:path w="4185" h="4140" extrusionOk="0">
                  <a:moveTo>
                    <a:pt x="1" y="0"/>
                  </a:moveTo>
                  <a:lnTo>
                    <a:pt x="1" y="4139"/>
                  </a:lnTo>
                  <a:lnTo>
                    <a:pt x="4185" y="4139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7" name="Google Shape;50527;p48"/>
            <p:cNvSpPr/>
            <p:nvPr/>
          </p:nvSpPr>
          <p:spPr>
            <a:xfrm>
              <a:off x="4174400" y="1848400"/>
              <a:ext cx="93250" cy="78475"/>
            </a:xfrm>
            <a:custGeom>
              <a:avLst/>
              <a:gdLst/>
              <a:ahLst/>
              <a:cxnLst/>
              <a:rect l="l" t="t" r="r" b="b"/>
              <a:pathLst>
                <a:path w="3730" h="3139" extrusionOk="0">
                  <a:moveTo>
                    <a:pt x="0" y="0"/>
                  </a:moveTo>
                  <a:lnTo>
                    <a:pt x="0" y="3138"/>
                  </a:lnTo>
                  <a:lnTo>
                    <a:pt x="3730" y="3138"/>
                  </a:lnTo>
                  <a:cubicBezTo>
                    <a:pt x="3730" y="1410"/>
                    <a:pt x="2365" y="0"/>
                    <a:pt x="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8" name="Google Shape;50528;p48"/>
            <p:cNvSpPr/>
            <p:nvPr/>
          </p:nvSpPr>
          <p:spPr>
            <a:xfrm>
              <a:off x="4531400" y="1848400"/>
              <a:ext cx="77350" cy="78475"/>
            </a:xfrm>
            <a:custGeom>
              <a:avLst/>
              <a:gdLst/>
              <a:ahLst/>
              <a:cxnLst/>
              <a:rect l="l" t="t" r="r" b="b"/>
              <a:pathLst>
                <a:path w="3094" h="3139" extrusionOk="0">
                  <a:moveTo>
                    <a:pt x="1" y="0"/>
                  </a:moveTo>
                  <a:lnTo>
                    <a:pt x="1" y="3138"/>
                  </a:lnTo>
                  <a:lnTo>
                    <a:pt x="3094" y="3138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9" name="Google Shape;50529;p48"/>
            <p:cNvSpPr/>
            <p:nvPr/>
          </p:nvSpPr>
          <p:spPr>
            <a:xfrm>
              <a:off x="4174400" y="4155350"/>
              <a:ext cx="353625" cy="503725"/>
            </a:xfrm>
            <a:custGeom>
              <a:avLst/>
              <a:gdLst/>
              <a:ahLst/>
              <a:cxnLst/>
              <a:rect l="l" t="t" r="r" b="b"/>
              <a:pathLst>
                <a:path w="14145" h="20149" extrusionOk="0">
                  <a:moveTo>
                    <a:pt x="0" y="1"/>
                  </a:moveTo>
                  <a:lnTo>
                    <a:pt x="0" y="20148"/>
                  </a:lnTo>
                  <a:lnTo>
                    <a:pt x="14145" y="20148"/>
                  </a:lnTo>
                  <a:lnTo>
                    <a:pt x="141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0" name="Google Shape;50530;p48"/>
            <p:cNvSpPr/>
            <p:nvPr/>
          </p:nvSpPr>
          <p:spPr>
            <a:xfrm>
              <a:off x="4174400" y="4283825"/>
              <a:ext cx="145550" cy="375250"/>
            </a:xfrm>
            <a:custGeom>
              <a:avLst/>
              <a:gdLst/>
              <a:ahLst/>
              <a:cxnLst/>
              <a:rect l="l" t="t" r="r" b="b"/>
              <a:pathLst>
                <a:path w="5822" h="15010" extrusionOk="0">
                  <a:moveTo>
                    <a:pt x="0" y="1"/>
                  </a:moveTo>
                  <a:lnTo>
                    <a:pt x="0" y="15009"/>
                  </a:lnTo>
                  <a:lnTo>
                    <a:pt x="5822" y="15009"/>
                  </a:lnTo>
                  <a:lnTo>
                    <a:pt x="58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1" name="Google Shape;50531;p48"/>
            <p:cNvSpPr/>
            <p:nvPr/>
          </p:nvSpPr>
          <p:spPr>
            <a:xfrm>
              <a:off x="4174400" y="2993350"/>
              <a:ext cx="1092675" cy="600350"/>
            </a:xfrm>
            <a:custGeom>
              <a:avLst/>
              <a:gdLst/>
              <a:ahLst/>
              <a:cxnLst/>
              <a:rect l="l" t="t" r="r" b="b"/>
              <a:pathLst>
                <a:path w="43707" h="24014" extrusionOk="0">
                  <a:moveTo>
                    <a:pt x="0" y="0"/>
                  </a:moveTo>
                  <a:lnTo>
                    <a:pt x="0" y="24014"/>
                  </a:lnTo>
                  <a:lnTo>
                    <a:pt x="38431" y="24014"/>
                  </a:lnTo>
                  <a:cubicBezTo>
                    <a:pt x="40159" y="24014"/>
                    <a:pt x="41842" y="23332"/>
                    <a:pt x="43070" y="22058"/>
                  </a:cubicBezTo>
                  <a:lnTo>
                    <a:pt x="43706" y="21421"/>
                  </a:lnTo>
                  <a:cubicBezTo>
                    <a:pt x="39932" y="21012"/>
                    <a:pt x="36293" y="19875"/>
                    <a:pt x="32928" y="180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2" name="Google Shape;50532;p48"/>
            <p:cNvSpPr/>
            <p:nvPr/>
          </p:nvSpPr>
          <p:spPr>
            <a:xfrm>
              <a:off x="4174400" y="3100225"/>
              <a:ext cx="554875" cy="303600"/>
            </a:xfrm>
            <a:custGeom>
              <a:avLst/>
              <a:gdLst/>
              <a:ahLst/>
              <a:cxnLst/>
              <a:rect l="l" t="t" r="r" b="b"/>
              <a:pathLst>
                <a:path w="22195" h="12144" extrusionOk="0">
                  <a:moveTo>
                    <a:pt x="0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3" name="Google Shape;50533;p48"/>
            <p:cNvSpPr/>
            <p:nvPr/>
          </p:nvSpPr>
          <p:spPr>
            <a:xfrm>
              <a:off x="4174400" y="3683500"/>
              <a:ext cx="859600" cy="482125"/>
            </a:xfrm>
            <a:custGeom>
              <a:avLst/>
              <a:gdLst/>
              <a:ahLst/>
              <a:cxnLst/>
              <a:rect l="l" t="t" r="r" b="b"/>
              <a:pathLst>
                <a:path w="34384" h="19285" extrusionOk="0">
                  <a:moveTo>
                    <a:pt x="0" y="1"/>
                  </a:moveTo>
                  <a:lnTo>
                    <a:pt x="0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4" name="Google Shape;50534;p48"/>
            <p:cNvSpPr/>
            <p:nvPr/>
          </p:nvSpPr>
          <p:spPr>
            <a:xfrm>
              <a:off x="4174400" y="4165600"/>
              <a:ext cx="866400" cy="44350"/>
            </a:xfrm>
            <a:custGeom>
              <a:avLst/>
              <a:gdLst/>
              <a:ahLst/>
              <a:cxnLst/>
              <a:rect l="l" t="t" r="r" b="b"/>
              <a:pathLst>
                <a:path w="34656" h="1774" extrusionOk="0">
                  <a:moveTo>
                    <a:pt x="0" y="0"/>
                  </a:moveTo>
                  <a:lnTo>
                    <a:pt x="0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5" name="Google Shape;50535;p48"/>
            <p:cNvSpPr/>
            <p:nvPr/>
          </p:nvSpPr>
          <p:spPr>
            <a:xfrm>
              <a:off x="4174400" y="3872250"/>
              <a:ext cx="125100" cy="104625"/>
            </a:xfrm>
            <a:custGeom>
              <a:avLst/>
              <a:gdLst/>
              <a:ahLst/>
              <a:cxnLst/>
              <a:rect l="l" t="t" r="r" b="b"/>
              <a:pathLst>
                <a:path w="5004" h="4185" extrusionOk="0">
                  <a:moveTo>
                    <a:pt x="0" y="0"/>
                  </a:moveTo>
                  <a:lnTo>
                    <a:pt x="0" y="4184"/>
                  </a:lnTo>
                  <a:lnTo>
                    <a:pt x="5003" y="4184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6" name="Google Shape;50536;p48"/>
            <p:cNvSpPr/>
            <p:nvPr/>
          </p:nvSpPr>
          <p:spPr>
            <a:xfrm>
              <a:off x="4651925" y="3872250"/>
              <a:ext cx="104625" cy="104625"/>
            </a:xfrm>
            <a:custGeom>
              <a:avLst/>
              <a:gdLst/>
              <a:ahLst/>
              <a:cxnLst/>
              <a:rect l="l" t="t" r="r" b="b"/>
              <a:pathLst>
                <a:path w="4185" h="4185" extrusionOk="0">
                  <a:moveTo>
                    <a:pt x="1" y="0"/>
                  </a:moveTo>
                  <a:lnTo>
                    <a:pt x="1" y="4184"/>
                  </a:lnTo>
                  <a:lnTo>
                    <a:pt x="4185" y="4184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7" name="Google Shape;50537;p48"/>
            <p:cNvSpPr/>
            <p:nvPr/>
          </p:nvSpPr>
          <p:spPr>
            <a:xfrm>
              <a:off x="4174400" y="4595375"/>
              <a:ext cx="1135875" cy="63700"/>
            </a:xfrm>
            <a:custGeom>
              <a:avLst/>
              <a:gdLst/>
              <a:ahLst/>
              <a:cxnLst/>
              <a:rect l="l" t="t" r="r" b="b"/>
              <a:pathLst>
                <a:path w="45435" h="2548" extrusionOk="0">
                  <a:moveTo>
                    <a:pt x="0" y="0"/>
                  </a:moveTo>
                  <a:lnTo>
                    <a:pt x="0" y="2547"/>
                  </a:lnTo>
                  <a:lnTo>
                    <a:pt x="45435" y="2547"/>
                  </a:lnTo>
                  <a:lnTo>
                    <a:pt x="4543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38" name="Google Shape;50538;p48"/>
          <p:cNvGrpSpPr/>
          <p:nvPr/>
        </p:nvGrpSpPr>
        <p:grpSpPr>
          <a:xfrm>
            <a:off x="7581422" y="1055158"/>
            <a:ext cx="1562566" cy="3259317"/>
            <a:chOff x="1565000" y="1241525"/>
            <a:chExt cx="1638425" cy="3417550"/>
          </a:xfrm>
        </p:grpSpPr>
        <p:sp>
          <p:nvSpPr>
            <p:cNvPr id="50539" name="Google Shape;50539;p48"/>
            <p:cNvSpPr/>
            <p:nvPr/>
          </p:nvSpPr>
          <p:spPr>
            <a:xfrm>
              <a:off x="1942475" y="2093975"/>
              <a:ext cx="403650" cy="519650"/>
            </a:xfrm>
            <a:custGeom>
              <a:avLst/>
              <a:gdLst/>
              <a:ahLst/>
              <a:cxnLst/>
              <a:rect l="l" t="t" r="r" b="b"/>
              <a:pathLst>
                <a:path w="16146" h="20786" extrusionOk="0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20785"/>
                  </a:lnTo>
                  <a:lnTo>
                    <a:pt x="16146" y="20785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0" name="Google Shape;50540;p48"/>
            <p:cNvSpPr/>
            <p:nvPr/>
          </p:nvSpPr>
          <p:spPr>
            <a:xfrm>
              <a:off x="1942475" y="2093975"/>
              <a:ext cx="403650" cy="161475"/>
            </a:xfrm>
            <a:custGeom>
              <a:avLst/>
              <a:gdLst/>
              <a:ahLst/>
              <a:cxnLst/>
              <a:rect l="l" t="t" r="r" b="b"/>
              <a:pathLst>
                <a:path w="16146" h="6459" extrusionOk="0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6459"/>
                  </a:lnTo>
                  <a:lnTo>
                    <a:pt x="16146" y="6459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1" name="Google Shape;50541;p48"/>
            <p:cNvSpPr/>
            <p:nvPr/>
          </p:nvSpPr>
          <p:spPr>
            <a:xfrm>
              <a:off x="1565000" y="3103625"/>
              <a:ext cx="1638425" cy="211525"/>
            </a:xfrm>
            <a:custGeom>
              <a:avLst/>
              <a:gdLst/>
              <a:ahLst/>
              <a:cxnLst/>
              <a:rect l="l" t="t" r="r" b="b"/>
              <a:pathLst>
                <a:path w="65537" h="8461" extrusionOk="0">
                  <a:moveTo>
                    <a:pt x="12461" y="1"/>
                  </a:moveTo>
                  <a:lnTo>
                    <a:pt x="7504" y="3503"/>
                  </a:lnTo>
                  <a:cubicBezTo>
                    <a:pt x="5458" y="4958"/>
                    <a:pt x="3002" y="5731"/>
                    <a:pt x="500" y="5731"/>
                  </a:cubicBezTo>
                  <a:lnTo>
                    <a:pt x="0" y="5731"/>
                  </a:lnTo>
                  <a:cubicBezTo>
                    <a:pt x="2138" y="7505"/>
                    <a:pt x="4866" y="8460"/>
                    <a:pt x="7641" y="8460"/>
                  </a:cubicBezTo>
                  <a:lnTo>
                    <a:pt x="65536" y="8460"/>
                  </a:lnTo>
                  <a:lnTo>
                    <a:pt x="655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2" name="Google Shape;50542;p48"/>
            <p:cNvSpPr/>
            <p:nvPr/>
          </p:nvSpPr>
          <p:spPr>
            <a:xfrm>
              <a:off x="2173275" y="3103625"/>
              <a:ext cx="1030150" cy="211525"/>
            </a:xfrm>
            <a:custGeom>
              <a:avLst/>
              <a:gdLst/>
              <a:ahLst/>
              <a:cxnLst/>
              <a:rect l="l" t="t" r="r" b="b"/>
              <a:pathLst>
                <a:path w="41206" h="8461" extrusionOk="0">
                  <a:moveTo>
                    <a:pt x="10870" y="1"/>
                  </a:moveTo>
                  <a:lnTo>
                    <a:pt x="5913" y="5186"/>
                  </a:lnTo>
                  <a:cubicBezTo>
                    <a:pt x="4185" y="7050"/>
                    <a:pt x="2138" y="8142"/>
                    <a:pt x="1" y="8460"/>
                  </a:cubicBezTo>
                  <a:lnTo>
                    <a:pt x="41205" y="8460"/>
                  </a:lnTo>
                  <a:lnTo>
                    <a:pt x="412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3" name="Google Shape;50543;p48"/>
            <p:cNvSpPr/>
            <p:nvPr/>
          </p:nvSpPr>
          <p:spPr>
            <a:xfrm>
              <a:off x="2275600" y="2350950"/>
              <a:ext cx="927825" cy="377500"/>
            </a:xfrm>
            <a:custGeom>
              <a:avLst/>
              <a:gdLst/>
              <a:ahLst/>
              <a:cxnLst/>
              <a:rect l="l" t="t" r="r" b="b"/>
              <a:pathLst>
                <a:path w="37113" h="15100" extrusionOk="0">
                  <a:moveTo>
                    <a:pt x="1" y="0"/>
                  </a:moveTo>
                  <a:lnTo>
                    <a:pt x="1" y="15054"/>
                  </a:lnTo>
                  <a:cubicBezTo>
                    <a:pt x="319" y="15100"/>
                    <a:pt x="683" y="15100"/>
                    <a:pt x="1001" y="15100"/>
                  </a:cubicBezTo>
                  <a:lnTo>
                    <a:pt x="37112" y="15100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4" name="Google Shape;50544;p48"/>
            <p:cNvSpPr/>
            <p:nvPr/>
          </p:nvSpPr>
          <p:spPr>
            <a:xfrm>
              <a:off x="1565000" y="2613600"/>
              <a:ext cx="1638425" cy="329750"/>
            </a:xfrm>
            <a:custGeom>
              <a:avLst/>
              <a:gdLst/>
              <a:ahLst/>
              <a:cxnLst/>
              <a:rect l="l" t="t" r="r" b="b"/>
              <a:pathLst>
                <a:path w="65537" h="13190" extrusionOk="0">
                  <a:moveTo>
                    <a:pt x="15099" y="0"/>
                  </a:moveTo>
                  <a:lnTo>
                    <a:pt x="9141" y="5412"/>
                  </a:lnTo>
                  <a:cubicBezTo>
                    <a:pt x="6640" y="7686"/>
                    <a:pt x="3366" y="8960"/>
                    <a:pt x="0" y="8960"/>
                  </a:cubicBezTo>
                  <a:lnTo>
                    <a:pt x="227" y="9232"/>
                  </a:lnTo>
                  <a:cubicBezTo>
                    <a:pt x="2774" y="11779"/>
                    <a:pt x="6231" y="13189"/>
                    <a:pt x="9869" y="13189"/>
                  </a:cubicBezTo>
                  <a:lnTo>
                    <a:pt x="65536" y="13189"/>
                  </a:lnTo>
                  <a:lnTo>
                    <a:pt x="655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5" name="Google Shape;50545;p48"/>
            <p:cNvSpPr/>
            <p:nvPr/>
          </p:nvSpPr>
          <p:spPr>
            <a:xfrm>
              <a:off x="2258550" y="2613600"/>
              <a:ext cx="944875" cy="329750"/>
            </a:xfrm>
            <a:custGeom>
              <a:avLst/>
              <a:gdLst/>
              <a:ahLst/>
              <a:cxnLst/>
              <a:rect l="l" t="t" r="r" b="b"/>
              <a:pathLst>
                <a:path w="37795" h="13190" extrusionOk="0">
                  <a:moveTo>
                    <a:pt x="11780" y="0"/>
                  </a:moveTo>
                  <a:lnTo>
                    <a:pt x="6004" y="8277"/>
                  </a:lnTo>
                  <a:cubicBezTo>
                    <a:pt x="4276" y="10733"/>
                    <a:pt x="2229" y="12416"/>
                    <a:pt x="1" y="13189"/>
                  </a:cubicBezTo>
                  <a:lnTo>
                    <a:pt x="37794" y="13189"/>
                  </a:lnTo>
                  <a:lnTo>
                    <a:pt x="377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6" name="Google Shape;50546;p48"/>
            <p:cNvSpPr/>
            <p:nvPr/>
          </p:nvSpPr>
          <p:spPr>
            <a:xfrm>
              <a:off x="1658225" y="2817100"/>
              <a:ext cx="1545200" cy="76225"/>
            </a:xfrm>
            <a:custGeom>
              <a:avLst/>
              <a:gdLst/>
              <a:ahLst/>
              <a:cxnLst/>
              <a:rect l="l" t="t" r="r" b="b"/>
              <a:pathLst>
                <a:path w="61808" h="3049" extrusionOk="0">
                  <a:moveTo>
                    <a:pt x="864" y="1"/>
                  </a:moveTo>
                  <a:cubicBezTo>
                    <a:pt x="592" y="137"/>
                    <a:pt x="273" y="228"/>
                    <a:pt x="0" y="319"/>
                  </a:cubicBezTo>
                  <a:cubicBezTo>
                    <a:pt x="2274" y="2093"/>
                    <a:pt x="4958" y="3048"/>
                    <a:pt x="7732" y="3048"/>
                  </a:cubicBezTo>
                  <a:lnTo>
                    <a:pt x="61807" y="3048"/>
                  </a:lnTo>
                  <a:lnTo>
                    <a:pt x="61807" y="2320"/>
                  </a:lnTo>
                  <a:lnTo>
                    <a:pt x="7732" y="2320"/>
                  </a:lnTo>
                  <a:cubicBezTo>
                    <a:pt x="5276" y="2320"/>
                    <a:pt x="2911" y="1502"/>
                    <a:pt x="8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7" name="Google Shape;50547;p48"/>
            <p:cNvSpPr/>
            <p:nvPr/>
          </p:nvSpPr>
          <p:spPr>
            <a:xfrm>
              <a:off x="1871975" y="3315125"/>
              <a:ext cx="1331450" cy="278575"/>
            </a:xfrm>
            <a:custGeom>
              <a:avLst/>
              <a:gdLst/>
              <a:ahLst/>
              <a:cxnLst/>
              <a:rect l="l" t="t" r="r" b="b"/>
              <a:pathLst>
                <a:path w="53258" h="11143" extrusionOk="0">
                  <a:moveTo>
                    <a:pt x="1" y="0"/>
                  </a:moveTo>
                  <a:lnTo>
                    <a:pt x="1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8" name="Google Shape;50548;p48"/>
            <p:cNvSpPr/>
            <p:nvPr/>
          </p:nvSpPr>
          <p:spPr>
            <a:xfrm>
              <a:off x="2017500" y="4145125"/>
              <a:ext cx="301350" cy="289950"/>
            </a:xfrm>
            <a:custGeom>
              <a:avLst/>
              <a:gdLst/>
              <a:ahLst/>
              <a:cxnLst/>
              <a:rect l="l" t="t" r="r" b="b"/>
              <a:pathLst>
                <a:path w="12054" h="11598" extrusionOk="0">
                  <a:moveTo>
                    <a:pt x="7778" y="0"/>
                  </a:moveTo>
                  <a:lnTo>
                    <a:pt x="7505" y="273"/>
                  </a:lnTo>
                  <a:lnTo>
                    <a:pt x="7460" y="228"/>
                  </a:lnTo>
                  <a:lnTo>
                    <a:pt x="1775" y="5504"/>
                  </a:lnTo>
                  <a:lnTo>
                    <a:pt x="1" y="7186"/>
                  </a:lnTo>
                  <a:lnTo>
                    <a:pt x="6368" y="11598"/>
                  </a:lnTo>
                  <a:lnTo>
                    <a:pt x="11917" y="10688"/>
                  </a:lnTo>
                  <a:lnTo>
                    <a:pt x="12008" y="5822"/>
                  </a:lnTo>
                  <a:lnTo>
                    <a:pt x="12053" y="5185"/>
                  </a:lnTo>
                  <a:lnTo>
                    <a:pt x="777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9" name="Google Shape;50549;p48"/>
            <p:cNvSpPr/>
            <p:nvPr/>
          </p:nvSpPr>
          <p:spPr>
            <a:xfrm>
              <a:off x="2140300" y="3613000"/>
              <a:ext cx="209250" cy="234250"/>
            </a:xfrm>
            <a:custGeom>
              <a:avLst/>
              <a:gdLst/>
              <a:ahLst/>
              <a:cxnLst/>
              <a:rect l="l" t="t" r="r" b="b"/>
              <a:pathLst>
                <a:path w="8370" h="9370" extrusionOk="0">
                  <a:moveTo>
                    <a:pt x="5231" y="1"/>
                  </a:moveTo>
                  <a:lnTo>
                    <a:pt x="2457" y="2366"/>
                  </a:lnTo>
                  <a:lnTo>
                    <a:pt x="1" y="4458"/>
                  </a:lnTo>
                  <a:lnTo>
                    <a:pt x="819" y="5322"/>
                  </a:lnTo>
                  <a:lnTo>
                    <a:pt x="4503" y="9370"/>
                  </a:lnTo>
                  <a:lnTo>
                    <a:pt x="7505" y="9097"/>
                  </a:lnTo>
                  <a:lnTo>
                    <a:pt x="8369" y="9006"/>
                  </a:lnTo>
                  <a:lnTo>
                    <a:pt x="8369" y="3048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0" name="Google Shape;50550;p48"/>
            <p:cNvSpPr/>
            <p:nvPr/>
          </p:nvSpPr>
          <p:spPr>
            <a:xfrm>
              <a:off x="2231275" y="3999600"/>
              <a:ext cx="118275" cy="239925"/>
            </a:xfrm>
            <a:custGeom>
              <a:avLst/>
              <a:gdLst/>
              <a:ahLst/>
              <a:cxnLst/>
              <a:rect l="l" t="t" r="r" b="b"/>
              <a:pathLst>
                <a:path w="4731" h="9597" extrusionOk="0">
                  <a:moveTo>
                    <a:pt x="4730" y="0"/>
                  </a:moveTo>
                  <a:lnTo>
                    <a:pt x="0" y="5003"/>
                  </a:lnTo>
                  <a:lnTo>
                    <a:pt x="3821" y="9596"/>
                  </a:lnTo>
                  <a:lnTo>
                    <a:pt x="4730" y="6185"/>
                  </a:lnTo>
                  <a:lnTo>
                    <a:pt x="473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1" name="Google Shape;50551;p48"/>
            <p:cNvSpPr/>
            <p:nvPr/>
          </p:nvSpPr>
          <p:spPr>
            <a:xfrm>
              <a:off x="2040250" y="3607325"/>
              <a:ext cx="193325" cy="95525"/>
            </a:xfrm>
            <a:custGeom>
              <a:avLst/>
              <a:gdLst/>
              <a:ahLst/>
              <a:cxnLst/>
              <a:rect l="l" t="t" r="r" b="b"/>
              <a:pathLst>
                <a:path w="7733" h="3821" extrusionOk="0">
                  <a:moveTo>
                    <a:pt x="1" y="0"/>
                  </a:moveTo>
                  <a:lnTo>
                    <a:pt x="1774" y="2047"/>
                  </a:lnTo>
                  <a:lnTo>
                    <a:pt x="3275" y="3821"/>
                  </a:lnTo>
                  <a:lnTo>
                    <a:pt x="5413" y="2002"/>
                  </a:lnTo>
                  <a:lnTo>
                    <a:pt x="7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2" name="Google Shape;50552;p48"/>
            <p:cNvSpPr/>
            <p:nvPr/>
          </p:nvSpPr>
          <p:spPr>
            <a:xfrm>
              <a:off x="1902675" y="3945000"/>
              <a:ext cx="293375" cy="357050"/>
            </a:xfrm>
            <a:custGeom>
              <a:avLst/>
              <a:gdLst/>
              <a:ahLst/>
              <a:cxnLst/>
              <a:rect l="l" t="t" r="r" b="b"/>
              <a:pathLst>
                <a:path w="11735" h="14282" extrusionOk="0">
                  <a:moveTo>
                    <a:pt x="3957" y="1"/>
                  </a:moveTo>
                  <a:lnTo>
                    <a:pt x="1" y="6095"/>
                  </a:lnTo>
                  <a:lnTo>
                    <a:pt x="3866" y="14282"/>
                  </a:lnTo>
                  <a:lnTo>
                    <a:pt x="5367" y="12917"/>
                  </a:lnTo>
                  <a:lnTo>
                    <a:pt x="11734" y="6959"/>
                  </a:lnTo>
                  <a:lnTo>
                    <a:pt x="10552" y="1957"/>
                  </a:lnTo>
                  <a:lnTo>
                    <a:pt x="10370" y="1274"/>
                  </a:lnTo>
                  <a:lnTo>
                    <a:pt x="7050" y="592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3" name="Google Shape;50553;p48"/>
            <p:cNvSpPr/>
            <p:nvPr/>
          </p:nvSpPr>
          <p:spPr>
            <a:xfrm>
              <a:off x="2343825" y="4170125"/>
              <a:ext cx="277450" cy="235400"/>
            </a:xfrm>
            <a:custGeom>
              <a:avLst/>
              <a:gdLst/>
              <a:ahLst/>
              <a:cxnLst/>
              <a:rect l="l" t="t" r="r" b="b"/>
              <a:pathLst>
                <a:path w="11098" h="9416" extrusionOk="0">
                  <a:moveTo>
                    <a:pt x="1229" y="1"/>
                  </a:moveTo>
                  <a:lnTo>
                    <a:pt x="137" y="4049"/>
                  </a:lnTo>
                  <a:lnTo>
                    <a:pt x="1" y="9415"/>
                  </a:lnTo>
                  <a:lnTo>
                    <a:pt x="1183" y="9097"/>
                  </a:lnTo>
                  <a:lnTo>
                    <a:pt x="9733" y="6641"/>
                  </a:lnTo>
                  <a:lnTo>
                    <a:pt x="1109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4" name="Google Shape;50554;p48"/>
            <p:cNvSpPr/>
            <p:nvPr/>
          </p:nvSpPr>
          <p:spPr>
            <a:xfrm>
              <a:off x="2188050" y="3866550"/>
              <a:ext cx="161500" cy="228575"/>
            </a:xfrm>
            <a:custGeom>
              <a:avLst/>
              <a:gdLst/>
              <a:ahLst/>
              <a:cxnLst/>
              <a:rect l="l" t="t" r="r" b="b"/>
              <a:pathLst>
                <a:path w="6460" h="9143" extrusionOk="0">
                  <a:moveTo>
                    <a:pt x="6459" y="1"/>
                  </a:moveTo>
                  <a:lnTo>
                    <a:pt x="2684" y="365"/>
                  </a:lnTo>
                  <a:lnTo>
                    <a:pt x="2548" y="547"/>
                  </a:lnTo>
                  <a:lnTo>
                    <a:pt x="1" y="4049"/>
                  </a:lnTo>
                  <a:lnTo>
                    <a:pt x="228" y="4822"/>
                  </a:lnTo>
                  <a:lnTo>
                    <a:pt x="1274" y="9142"/>
                  </a:lnTo>
                  <a:lnTo>
                    <a:pt x="6459" y="3685"/>
                  </a:lnTo>
                  <a:lnTo>
                    <a:pt x="6459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5" name="Google Shape;50555;p48"/>
            <p:cNvSpPr/>
            <p:nvPr/>
          </p:nvSpPr>
          <p:spPr>
            <a:xfrm>
              <a:off x="1978850" y="3741500"/>
              <a:ext cx="250175" cy="206950"/>
            </a:xfrm>
            <a:custGeom>
              <a:avLst/>
              <a:gdLst/>
              <a:ahLst/>
              <a:cxnLst/>
              <a:rect l="l" t="t" r="r" b="b"/>
              <a:pathLst>
                <a:path w="10007" h="8278" extrusionOk="0">
                  <a:moveTo>
                    <a:pt x="5504" y="0"/>
                  </a:moveTo>
                  <a:lnTo>
                    <a:pt x="4276" y="637"/>
                  </a:lnTo>
                  <a:lnTo>
                    <a:pt x="1" y="2956"/>
                  </a:lnTo>
                  <a:lnTo>
                    <a:pt x="455" y="4685"/>
                  </a:lnTo>
                  <a:lnTo>
                    <a:pt x="1092" y="7004"/>
                  </a:lnTo>
                  <a:lnTo>
                    <a:pt x="4185" y="7641"/>
                  </a:lnTo>
                  <a:lnTo>
                    <a:pt x="7550" y="8277"/>
                  </a:lnTo>
                  <a:lnTo>
                    <a:pt x="10006" y="4866"/>
                  </a:lnTo>
                  <a:lnTo>
                    <a:pt x="6004" y="500"/>
                  </a:lnTo>
                  <a:lnTo>
                    <a:pt x="5595" y="46"/>
                  </a:lnTo>
                  <a:lnTo>
                    <a:pt x="5595" y="91"/>
                  </a:lnTo>
                  <a:lnTo>
                    <a:pt x="55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6" name="Google Shape;50556;p48"/>
            <p:cNvSpPr/>
            <p:nvPr/>
          </p:nvSpPr>
          <p:spPr>
            <a:xfrm>
              <a:off x="2148275" y="4440750"/>
              <a:ext cx="326325" cy="199000"/>
            </a:xfrm>
            <a:custGeom>
              <a:avLst/>
              <a:gdLst/>
              <a:ahLst/>
              <a:cxnLst/>
              <a:rect l="l" t="t" r="r" b="b"/>
              <a:pathLst>
                <a:path w="13053" h="7960" extrusionOk="0">
                  <a:moveTo>
                    <a:pt x="7004" y="0"/>
                  </a:moveTo>
                  <a:lnTo>
                    <a:pt x="6640" y="137"/>
                  </a:lnTo>
                  <a:lnTo>
                    <a:pt x="6640" y="46"/>
                  </a:lnTo>
                  <a:lnTo>
                    <a:pt x="1456" y="864"/>
                  </a:lnTo>
                  <a:lnTo>
                    <a:pt x="0" y="7959"/>
                  </a:lnTo>
                  <a:lnTo>
                    <a:pt x="13053" y="7959"/>
                  </a:lnTo>
                  <a:lnTo>
                    <a:pt x="7322" y="410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7" name="Google Shape;50557;p48"/>
            <p:cNvSpPr/>
            <p:nvPr/>
          </p:nvSpPr>
          <p:spPr>
            <a:xfrm>
              <a:off x="2553050" y="4449850"/>
              <a:ext cx="312675" cy="194450"/>
            </a:xfrm>
            <a:custGeom>
              <a:avLst/>
              <a:gdLst/>
              <a:ahLst/>
              <a:cxnLst/>
              <a:rect l="l" t="t" r="r" b="b"/>
              <a:pathLst>
                <a:path w="12507" h="7778" extrusionOk="0">
                  <a:moveTo>
                    <a:pt x="12507" y="0"/>
                  </a:moveTo>
                  <a:lnTo>
                    <a:pt x="0" y="7641"/>
                  </a:lnTo>
                  <a:lnTo>
                    <a:pt x="12507" y="7777"/>
                  </a:lnTo>
                  <a:lnTo>
                    <a:pt x="125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8" name="Google Shape;50558;p48"/>
            <p:cNvSpPr/>
            <p:nvPr/>
          </p:nvSpPr>
          <p:spPr>
            <a:xfrm>
              <a:off x="1853775" y="3607325"/>
              <a:ext cx="244500" cy="185350"/>
            </a:xfrm>
            <a:custGeom>
              <a:avLst/>
              <a:gdLst/>
              <a:ahLst/>
              <a:cxnLst/>
              <a:rect l="l" t="t" r="r" b="b"/>
              <a:pathLst>
                <a:path w="9780" h="7414" extrusionOk="0">
                  <a:moveTo>
                    <a:pt x="1183" y="0"/>
                  </a:moveTo>
                  <a:lnTo>
                    <a:pt x="1" y="5776"/>
                  </a:lnTo>
                  <a:lnTo>
                    <a:pt x="1274" y="6277"/>
                  </a:lnTo>
                  <a:lnTo>
                    <a:pt x="4321" y="7414"/>
                  </a:lnTo>
                  <a:lnTo>
                    <a:pt x="8779" y="5003"/>
                  </a:lnTo>
                  <a:lnTo>
                    <a:pt x="9779" y="4457"/>
                  </a:lnTo>
                  <a:lnTo>
                    <a:pt x="8005" y="2411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9" name="Google Shape;50559;p48"/>
            <p:cNvSpPr/>
            <p:nvPr/>
          </p:nvSpPr>
          <p:spPr>
            <a:xfrm>
              <a:off x="2352925" y="4363425"/>
              <a:ext cx="384325" cy="271775"/>
            </a:xfrm>
            <a:custGeom>
              <a:avLst/>
              <a:gdLst/>
              <a:ahLst/>
              <a:cxnLst/>
              <a:rect l="l" t="t" r="r" b="b"/>
              <a:pathLst>
                <a:path w="15373" h="10871" extrusionOk="0">
                  <a:moveTo>
                    <a:pt x="9688" y="1"/>
                  </a:moveTo>
                  <a:lnTo>
                    <a:pt x="273" y="2684"/>
                  </a:lnTo>
                  <a:lnTo>
                    <a:pt x="1" y="2775"/>
                  </a:lnTo>
                  <a:lnTo>
                    <a:pt x="6140" y="10870"/>
                  </a:lnTo>
                  <a:lnTo>
                    <a:pt x="6504" y="10643"/>
                  </a:lnTo>
                  <a:lnTo>
                    <a:pt x="15373" y="5231"/>
                  </a:lnTo>
                  <a:lnTo>
                    <a:pt x="10870" y="1092"/>
                  </a:lnTo>
                  <a:lnTo>
                    <a:pt x="968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0" name="Google Shape;50560;p48"/>
            <p:cNvSpPr/>
            <p:nvPr/>
          </p:nvSpPr>
          <p:spPr>
            <a:xfrm>
              <a:off x="2614425" y="4170125"/>
              <a:ext cx="251300" cy="308175"/>
            </a:xfrm>
            <a:custGeom>
              <a:avLst/>
              <a:gdLst/>
              <a:ahLst/>
              <a:cxnLst/>
              <a:rect l="l" t="t" r="r" b="b"/>
              <a:pathLst>
                <a:path w="10052" h="12327" extrusionOk="0">
                  <a:moveTo>
                    <a:pt x="1456" y="1"/>
                  </a:moveTo>
                  <a:lnTo>
                    <a:pt x="1" y="6914"/>
                  </a:lnTo>
                  <a:lnTo>
                    <a:pt x="1229" y="8005"/>
                  </a:lnTo>
                  <a:lnTo>
                    <a:pt x="5913" y="12326"/>
                  </a:lnTo>
                  <a:lnTo>
                    <a:pt x="7551" y="11371"/>
                  </a:lnTo>
                  <a:lnTo>
                    <a:pt x="10052" y="9870"/>
                  </a:lnTo>
                  <a:lnTo>
                    <a:pt x="10052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1" name="Google Shape;50561;p48"/>
            <p:cNvSpPr/>
            <p:nvPr/>
          </p:nvSpPr>
          <p:spPr>
            <a:xfrm>
              <a:off x="1827625" y="4344100"/>
              <a:ext cx="329775" cy="295650"/>
            </a:xfrm>
            <a:custGeom>
              <a:avLst/>
              <a:gdLst/>
              <a:ahLst/>
              <a:cxnLst/>
              <a:rect l="l" t="t" r="r" b="b"/>
              <a:pathLst>
                <a:path w="13191" h="11826" extrusionOk="0">
                  <a:moveTo>
                    <a:pt x="6732" y="0"/>
                  </a:moveTo>
                  <a:lnTo>
                    <a:pt x="6504" y="228"/>
                  </a:lnTo>
                  <a:lnTo>
                    <a:pt x="6414" y="91"/>
                  </a:lnTo>
                  <a:lnTo>
                    <a:pt x="3184" y="2002"/>
                  </a:lnTo>
                  <a:lnTo>
                    <a:pt x="1" y="3912"/>
                  </a:lnTo>
                  <a:lnTo>
                    <a:pt x="865" y="5413"/>
                  </a:lnTo>
                  <a:lnTo>
                    <a:pt x="4503" y="11825"/>
                  </a:lnTo>
                  <a:lnTo>
                    <a:pt x="11644" y="11825"/>
                  </a:lnTo>
                  <a:lnTo>
                    <a:pt x="13190" y="4503"/>
                  </a:lnTo>
                  <a:lnTo>
                    <a:pt x="6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2" name="Google Shape;50562;p48"/>
            <p:cNvSpPr/>
            <p:nvPr/>
          </p:nvSpPr>
          <p:spPr>
            <a:xfrm>
              <a:off x="1786700" y="3780150"/>
              <a:ext cx="192175" cy="300200"/>
            </a:xfrm>
            <a:custGeom>
              <a:avLst/>
              <a:gdLst/>
              <a:ahLst/>
              <a:cxnLst/>
              <a:rect l="l" t="t" r="r" b="b"/>
              <a:pathLst>
                <a:path w="7687" h="12008" extrusionOk="0">
                  <a:moveTo>
                    <a:pt x="2456" y="0"/>
                  </a:moveTo>
                  <a:lnTo>
                    <a:pt x="1" y="11598"/>
                  </a:lnTo>
                  <a:lnTo>
                    <a:pt x="3684" y="12007"/>
                  </a:lnTo>
                  <a:lnTo>
                    <a:pt x="7687" y="5867"/>
                  </a:lnTo>
                  <a:lnTo>
                    <a:pt x="7141" y="3684"/>
                  </a:lnTo>
                  <a:lnTo>
                    <a:pt x="6550" y="1547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3" name="Google Shape;50563;p48"/>
            <p:cNvSpPr/>
            <p:nvPr/>
          </p:nvSpPr>
          <p:spPr>
            <a:xfrm>
              <a:off x="1667325" y="4440750"/>
              <a:ext cx="239925" cy="199000"/>
            </a:xfrm>
            <a:custGeom>
              <a:avLst/>
              <a:gdLst/>
              <a:ahLst/>
              <a:cxnLst/>
              <a:rect l="l" t="t" r="r" b="b"/>
              <a:pathLst>
                <a:path w="9597" h="7960" extrusionOk="0">
                  <a:moveTo>
                    <a:pt x="1683" y="0"/>
                  </a:moveTo>
                  <a:lnTo>
                    <a:pt x="0" y="7959"/>
                  </a:lnTo>
                  <a:lnTo>
                    <a:pt x="9596" y="7959"/>
                  </a:lnTo>
                  <a:lnTo>
                    <a:pt x="6049" y="1728"/>
                  </a:lnTo>
                  <a:lnTo>
                    <a:pt x="5276" y="364"/>
                  </a:lnTo>
                  <a:lnTo>
                    <a:pt x="3047" y="137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4" name="Google Shape;50564;p48"/>
            <p:cNvSpPr/>
            <p:nvPr/>
          </p:nvSpPr>
          <p:spPr>
            <a:xfrm>
              <a:off x="1715075" y="4098500"/>
              <a:ext cx="261525" cy="322950"/>
            </a:xfrm>
            <a:custGeom>
              <a:avLst/>
              <a:gdLst/>
              <a:ahLst/>
              <a:cxnLst/>
              <a:rect l="l" t="t" r="r" b="b"/>
              <a:pathLst>
                <a:path w="10461" h="12918" extrusionOk="0">
                  <a:moveTo>
                    <a:pt x="2638" y="1"/>
                  </a:moveTo>
                  <a:lnTo>
                    <a:pt x="0" y="12553"/>
                  </a:lnTo>
                  <a:lnTo>
                    <a:pt x="1547" y="12690"/>
                  </a:lnTo>
                  <a:lnTo>
                    <a:pt x="3593" y="12917"/>
                  </a:lnTo>
                  <a:lnTo>
                    <a:pt x="7050" y="10870"/>
                  </a:lnTo>
                  <a:lnTo>
                    <a:pt x="10461" y="8869"/>
                  </a:lnTo>
                  <a:lnTo>
                    <a:pt x="6458" y="410"/>
                  </a:lnTo>
                  <a:lnTo>
                    <a:pt x="2820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5" name="Google Shape;50565;p48"/>
            <p:cNvSpPr/>
            <p:nvPr/>
          </p:nvSpPr>
          <p:spPr>
            <a:xfrm>
              <a:off x="2612150" y="2555600"/>
              <a:ext cx="122825" cy="122825"/>
            </a:xfrm>
            <a:custGeom>
              <a:avLst/>
              <a:gdLst/>
              <a:ahLst/>
              <a:cxnLst/>
              <a:rect l="l" t="t" r="r" b="b"/>
              <a:pathLst>
                <a:path w="4913" h="4913" extrusionOk="0">
                  <a:moveTo>
                    <a:pt x="4185" y="728"/>
                  </a:moveTo>
                  <a:lnTo>
                    <a:pt x="4185" y="4139"/>
                  </a:lnTo>
                  <a:lnTo>
                    <a:pt x="774" y="4139"/>
                  </a:lnTo>
                  <a:lnTo>
                    <a:pt x="774" y="728"/>
                  </a:lnTo>
                  <a:close/>
                  <a:moveTo>
                    <a:pt x="1" y="1"/>
                  </a:moveTo>
                  <a:lnTo>
                    <a:pt x="1" y="4912"/>
                  </a:lnTo>
                  <a:lnTo>
                    <a:pt x="4913" y="4912"/>
                  </a:lnTo>
                  <a:lnTo>
                    <a:pt x="49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6" name="Google Shape;50566;p48"/>
            <p:cNvSpPr/>
            <p:nvPr/>
          </p:nvSpPr>
          <p:spPr>
            <a:xfrm>
              <a:off x="2500725" y="1756300"/>
              <a:ext cx="702700" cy="262675"/>
            </a:xfrm>
            <a:custGeom>
              <a:avLst/>
              <a:gdLst/>
              <a:ahLst/>
              <a:cxnLst/>
              <a:rect l="l" t="t" r="r" b="b"/>
              <a:pathLst>
                <a:path w="28108" h="10507" extrusionOk="0">
                  <a:moveTo>
                    <a:pt x="1" y="0"/>
                  </a:moveTo>
                  <a:lnTo>
                    <a:pt x="1" y="10506"/>
                  </a:lnTo>
                  <a:lnTo>
                    <a:pt x="28107" y="1050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7" name="Google Shape;50567;p48"/>
            <p:cNvSpPr/>
            <p:nvPr/>
          </p:nvSpPr>
          <p:spPr>
            <a:xfrm>
              <a:off x="2500725" y="1756300"/>
              <a:ext cx="702700" cy="36400"/>
            </a:xfrm>
            <a:custGeom>
              <a:avLst/>
              <a:gdLst/>
              <a:ahLst/>
              <a:cxnLst/>
              <a:rect l="l" t="t" r="r" b="b"/>
              <a:pathLst>
                <a:path w="28108" h="1456" extrusionOk="0">
                  <a:moveTo>
                    <a:pt x="1" y="0"/>
                  </a:moveTo>
                  <a:lnTo>
                    <a:pt x="1" y="1456"/>
                  </a:lnTo>
                  <a:lnTo>
                    <a:pt x="28107" y="145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8" name="Google Shape;50568;p48"/>
            <p:cNvSpPr/>
            <p:nvPr/>
          </p:nvSpPr>
          <p:spPr>
            <a:xfrm>
              <a:off x="2517800" y="1241525"/>
              <a:ext cx="685625" cy="183925"/>
            </a:xfrm>
            <a:custGeom>
              <a:avLst/>
              <a:gdLst/>
              <a:ahLst/>
              <a:cxnLst/>
              <a:rect l="l" t="t" r="r" b="b"/>
              <a:pathLst>
                <a:path w="27425" h="7357" extrusionOk="0">
                  <a:moveTo>
                    <a:pt x="3434" y="0"/>
                  </a:moveTo>
                  <a:cubicBezTo>
                    <a:pt x="2683" y="0"/>
                    <a:pt x="1933" y="285"/>
                    <a:pt x="1365" y="853"/>
                  </a:cubicBezTo>
                  <a:lnTo>
                    <a:pt x="1228" y="989"/>
                  </a:lnTo>
                  <a:cubicBezTo>
                    <a:pt x="0" y="2217"/>
                    <a:pt x="0" y="4173"/>
                    <a:pt x="1228" y="5401"/>
                  </a:cubicBezTo>
                  <a:lnTo>
                    <a:pt x="2502" y="6674"/>
                  </a:lnTo>
                  <a:cubicBezTo>
                    <a:pt x="2911" y="7084"/>
                    <a:pt x="3502" y="7357"/>
                    <a:pt x="4093" y="7357"/>
                  </a:cubicBezTo>
                  <a:lnTo>
                    <a:pt x="27424" y="7357"/>
                  </a:lnTo>
                  <a:lnTo>
                    <a:pt x="27424" y="5446"/>
                  </a:lnTo>
                  <a:lnTo>
                    <a:pt x="6003" y="5446"/>
                  </a:lnTo>
                  <a:cubicBezTo>
                    <a:pt x="6003" y="4628"/>
                    <a:pt x="5276" y="3900"/>
                    <a:pt x="4457" y="3900"/>
                  </a:cubicBezTo>
                  <a:lnTo>
                    <a:pt x="3775" y="3900"/>
                  </a:lnTo>
                  <a:lnTo>
                    <a:pt x="3775" y="2263"/>
                  </a:lnTo>
                  <a:lnTo>
                    <a:pt x="3957" y="2399"/>
                  </a:lnTo>
                  <a:cubicBezTo>
                    <a:pt x="4162" y="2627"/>
                    <a:pt x="4434" y="2740"/>
                    <a:pt x="4713" y="2740"/>
                  </a:cubicBezTo>
                  <a:cubicBezTo>
                    <a:pt x="4992" y="2740"/>
                    <a:pt x="5276" y="2627"/>
                    <a:pt x="5503" y="2399"/>
                  </a:cubicBezTo>
                  <a:cubicBezTo>
                    <a:pt x="5913" y="1990"/>
                    <a:pt x="5913" y="1262"/>
                    <a:pt x="5503" y="853"/>
                  </a:cubicBezTo>
                  <a:cubicBezTo>
                    <a:pt x="4935" y="285"/>
                    <a:pt x="4184" y="0"/>
                    <a:pt x="34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9" name="Google Shape;50569;p48"/>
            <p:cNvSpPr/>
            <p:nvPr/>
          </p:nvSpPr>
          <p:spPr>
            <a:xfrm>
              <a:off x="2381350" y="1425425"/>
              <a:ext cx="822075" cy="330900"/>
            </a:xfrm>
            <a:custGeom>
              <a:avLst/>
              <a:gdLst/>
              <a:ahLst/>
              <a:cxnLst/>
              <a:rect l="l" t="t" r="r" b="b"/>
              <a:pathLst>
                <a:path w="32883" h="13236" extrusionOk="0">
                  <a:moveTo>
                    <a:pt x="9915" y="1"/>
                  </a:moveTo>
                  <a:lnTo>
                    <a:pt x="7232" y="4685"/>
                  </a:lnTo>
                  <a:cubicBezTo>
                    <a:pt x="5640" y="7459"/>
                    <a:pt x="3048" y="9460"/>
                    <a:pt x="1" y="10325"/>
                  </a:cubicBezTo>
                  <a:lnTo>
                    <a:pt x="637" y="11189"/>
                  </a:lnTo>
                  <a:cubicBezTo>
                    <a:pt x="1592" y="12462"/>
                    <a:pt x="4776" y="13235"/>
                    <a:pt x="4776" y="13235"/>
                  </a:cubicBezTo>
                  <a:lnTo>
                    <a:pt x="32882" y="13235"/>
                  </a:lnTo>
                  <a:lnTo>
                    <a:pt x="328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0" name="Google Shape;50570;p48"/>
            <p:cNvSpPr/>
            <p:nvPr/>
          </p:nvSpPr>
          <p:spPr>
            <a:xfrm>
              <a:off x="2694025" y="1424300"/>
              <a:ext cx="509400" cy="332025"/>
            </a:xfrm>
            <a:custGeom>
              <a:avLst/>
              <a:gdLst/>
              <a:ahLst/>
              <a:cxnLst/>
              <a:rect l="l" t="t" r="r" b="b"/>
              <a:pathLst>
                <a:path w="20376" h="13281" extrusionOk="0">
                  <a:moveTo>
                    <a:pt x="8960" y="0"/>
                  </a:moveTo>
                  <a:lnTo>
                    <a:pt x="5822" y="6595"/>
                  </a:lnTo>
                  <a:cubicBezTo>
                    <a:pt x="4458" y="9505"/>
                    <a:pt x="2411" y="11779"/>
                    <a:pt x="1" y="13280"/>
                  </a:cubicBezTo>
                  <a:lnTo>
                    <a:pt x="20375" y="13280"/>
                  </a:lnTo>
                  <a:lnTo>
                    <a:pt x="203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1" name="Google Shape;50571;p48"/>
            <p:cNvSpPr/>
            <p:nvPr/>
          </p:nvSpPr>
          <p:spPr>
            <a:xfrm>
              <a:off x="2275600" y="2350950"/>
              <a:ext cx="927825" cy="36400"/>
            </a:xfrm>
            <a:custGeom>
              <a:avLst/>
              <a:gdLst/>
              <a:ahLst/>
              <a:cxnLst/>
              <a:rect l="l" t="t" r="r" b="b"/>
              <a:pathLst>
                <a:path w="37113" h="1456" extrusionOk="0">
                  <a:moveTo>
                    <a:pt x="1" y="0"/>
                  </a:moveTo>
                  <a:lnTo>
                    <a:pt x="1" y="1410"/>
                  </a:lnTo>
                  <a:cubicBezTo>
                    <a:pt x="319" y="1410"/>
                    <a:pt x="683" y="1456"/>
                    <a:pt x="1001" y="1456"/>
                  </a:cubicBezTo>
                  <a:lnTo>
                    <a:pt x="37112" y="1456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2" name="Google Shape;50572;p48"/>
            <p:cNvSpPr/>
            <p:nvPr/>
          </p:nvSpPr>
          <p:spPr>
            <a:xfrm>
              <a:off x="208005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3" name="Google Shape;50573;p48"/>
            <p:cNvSpPr/>
            <p:nvPr/>
          </p:nvSpPr>
          <p:spPr>
            <a:xfrm>
              <a:off x="2458675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4" name="Google Shape;50574;p48"/>
            <p:cNvSpPr/>
            <p:nvPr/>
          </p:nvSpPr>
          <p:spPr>
            <a:xfrm>
              <a:off x="24257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5" name="Google Shape;50575;p48"/>
            <p:cNvSpPr/>
            <p:nvPr/>
          </p:nvSpPr>
          <p:spPr>
            <a:xfrm>
              <a:off x="2318825" y="2018950"/>
              <a:ext cx="884600" cy="485525"/>
            </a:xfrm>
            <a:custGeom>
              <a:avLst/>
              <a:gdLst/>
              <a:ahLst/>
              <a:cxnLst/>
              <a:rect l="l" t="t" r="r" b="b"/>
              <a:pathLst>
                <a:path w="35384" h="19421" extrusionOk="0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6" name="Google Shape;50576;p48"/>
            <p:cNvSpPr/>
            <p:nvPr/>
          </p:nvSpPr>
          <p:spPr>
            <a:xfrm>
              <a:off x="24257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7" name="Google Shape;50577;p48"/>
            <p:cNvSpPr/>
            <p:nvPr/>
          </p:nvSpPr>
          <p:spPr>
            <a:xfrm>
              <a:off x="282365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8" name="Google Shape;50578;p48"/>
            <p:cNvSpPr/>
            <p:nvPr/>
          </p:nvSpPr>
          <p:spPr>
            <a:xfrm>
              <a:off x="2080050" y="2018950"/>
              <a:ext cx="1123375" cy="332025"/>
            </a:xfrm>
            <a:custGeom>
              <a:avLst/>
              <a:gdLst/>
              <a:ahLst/>
              <a:cxnLst/>
              <a:rect l="l" t="t" r="r" b="b"/>
              <a:pathLst>
                <a:path w="44935" h="13281" extrusionOk="0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9" name="Google Shape;50579;p48"/>
            <p:cNvSpPr/>
            <p:nvPr/>
          </p:nvSpPr>
          <p:spPr>
            <a:xfrm>
              <a:off x="2458675" y="2018950"/>
              <a:ext cx="744750" cy="332025"/>
            </a:xfrm>
            <a:custGeom>
              <a:avLst/>
              <a:gdLst/>
              <a:ahLst/>
              <a:cxnLst/>
              <a:rect l="l" t="t" r="r" b="b"/>
              <a:pathLst>
                <a:path w="29790" h="13281" extrusionOk="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0" name="Google Shape;50580;p48"/>
            <p:cNvSpPr/>
            <p:nvPr/>
          </p:nvSpPr>
          <p:spPr>
            <a:xfrm>
              <a:off x="2425700" y="2504450"/>
              <a:ext cx="777725" cy="224000"/>
            </a:xfrm>
            <a:custGeom>
              <a:avLst/>
              <a:gdLst/>
              <a:ahLst/>
              <a:cxnLst/>
              <a:rect l="l" t="t" r="r" b="b"/>
              <a:pathLst>
                <a:path w="31109" h="8960" extrusionOk="0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1" name="Google Shape;50581;p48"/>
            <p:cNvSpPr/>
            <p:nvPr/>
          </p:nvSpPr>
          <p:spPr>
            <a:xfrm>
              <a:off x="2318825" y="2018950"/>
              <a:ext cx="884600" cy="485525"/>
            </a:xfrm>
            <a:custGeom>
              <a:avLst/>
              <a:gdLst/>
              <a:ahLst/>
              <a:cxnLst/>
              <a:rect l="l" t="t" r="r" b="b"/>
              <a:pathLst>
                <a:path w="35384" h="19421" extrusionOk="0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2" name="Google Shape;50582;p48"/>
            <p:cNvSpPr/>
            <p:nvPr/>
          </p:nvSpPr>
          <p:spPr>
            <a:xfrm>
              <a:off x="2425700" y="2504450"/>
              <a:ext cx="777725" cy="30700"/>
            </a:xfrm>
            <a:custGeom>
              <a:avLst/>
              <a:gdLst/>
              <a:ahLst/>
              <a:cxnLst/>
              <a:rect l="l" t="t" r="r" b="b"/>
              <a:pathLst>
                <a:path w="31109" h="1228" extrusionOk="0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3" name="Google Shape;50583;p48"/>
            <p:cNvSpPr/>
            <p:nvPr/>
          </p:nvSpPr>
          <p:spPr>
            <a:xfrm>
              <a:off x="2823650" y="2145150"/>
              <a:ext cx="379775" cy="208100"/>
            </a:xfrm>
            <a:custGeom>
              <a:avLst/>
              <a:gdLst/>
              <a:ahLst/>
              <a:cxnLst/>
              <a:rect l="l" t="t" r="r" b="b"/>
              <a:pathLst>
                <a:path w="15191" h="8324" extrusionOk="0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4" name="Google Shape;50584;p48"/>
            <p:cNvSpPr/>
            <p:nvPr/>
          </p:nvSpPr>
          <p:spPr>
            <a:xfrm>
              <a:off x="2256275" y="3590275"/>
              <a:ext cx="947150" cy="93250"/>
            </a:xfrm>
            <a:custGeom>
              <a:avLst/>
              <a:gdLst/>
              <a:ahLst/>
              <a:cxnLst/>
              <a:rect l="l" t="t" r="r" b="b"/>
              <a:pathLst>
                <a:path w="37886" h="3730" extrusionOk="0">
                  <a:moveTo>
                    <a:pt x="1" y="0"/>
                  </a:moveTo>
                  <a:lnTo>
                    <a:pt x="1" y="3730"/>
                  </a:lnTo>
                  <a:lnTo>
                    <a:pt x="37885" y="3730"/>
                  </a:lnTo>
                  <a:lnTo>
                    <a:pt x="3788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5" name="Google Shape;50585;p48"/>
            <p:cNvSpPr/>
            <p:nvPr/>
          </p:nvSpPr>
          <p:spPr>
            <a:xfrm>
              <a:off x="1876525" y="2943325"/>
              <a:ext cx="1326900" cy="160325"/>
            </a:xfrm>
            <a:custGeom>
              <a:avLst/>
              <a:gdLst/>
              <a:ahLst/>
              <a:cxnLst/>
              <a:rect l="l" t="t" r="r" b="b"/>
              <a:pathLst>
                <a:path w="53076" h="6413" extrusionOk="0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6" name="Google Shape;50586;p48"/>
            <p:cNvSpPr/>
            <p:nvPr/>
          </p:nvSpPr>
          <p:spPr>
            <a:xfrm>
              <a:off x="1876525" y="2943325"/>
              <a:ext cx="1326900" cy="34125"/>
            </a:xfrm>
            <a:custGeom>
              <a:avLst/>
              <a:gdLst/>
              <a:ahLst/>
              <a:cxnLst/>
              <a:rect l="l" t="t" r="r" b="b"/>
              <a:pathLst>
                <a:path w="53076" h="1365" extrusionOk="0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7" name="Google Shape;50587;p48"/>
            <p:cNvSpPr/>
            <p:nvPr/>
          </p:nvSpPr>
          <p:spPr>
            <a:xfrm>
              <a:off x="1871975" y="3315125"/>
              <a:ext cx="1331450" cy="33000"/>
            </a:xfrm>
            <a:custGeom>
              <a:avLst/>
              <a:gdLst/>
              <a:ahLst/>
              <a:cxnLst/>
              <a:rect l="l" t="t" r="r" b="b"/>
              <a:pathLst>
                <a:path w="53258" h="1320" extrusionOk="0">
                  <a:moveTo>
                    <a:pt x="1" y="0"/>
                  </a:moveTo>
                  <a:lnTo>
                    <a:pt x="1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8" name="Google Shape;50588;p48"/>
            <p:cNvSpPr/>
            <p:nvPr/>
          </p:nvSpPr>
          <p:spPr>
            <a:xfrm>
              <a:off x="1669600" y="3224150"/>
              <a:ext cx="1533825" cy="43225"/>
            </a:xfrm>
            <a:custGeom>
              <a:avLst/>
              <a:gdLst/>
              <a:ahLst/>
              <a:cxnLst/>
              <a:rect l="l" t="t" r="r" b="b"/>
              <a:pathLst>
                <a:path w="61353" h="1729" extrusionOk="0">
                  <a:moveTo>
                    <a:pt x="910" y="1"/>
                  </a:moveTo>
                  <a:cubicBezTo>
                    <a:pt x="637" y="137"/>
                    <a:pt x="319" y="228"/>
                    <a:pt x="0" y="365"/>
                  </a:cubicBezTo>
                  <a:cubicBezTo>
                    <a:pt x="1456" y="1274"/>
                    <a:pt x="3047" y="1729"/>
                    <a:pt x="4639" y="1729"/>
                  </a:cubicBezTo>
                  <a:lnTo>
                    <a:pt x="61352" y="1729"/>
                  </a:lnTo>
                  <a:lnTo>
                    <a:pt x="61352" y="956"/>
                  </a:lnTo>
                  <a:lnTo>
                    <a:pt x="4639" y="956"/>
                  </a:lnTo>
                  <a:cubicBezTo>
                    <a:pt x="3366" y="956"/>
                    <a:pt x="2138" y="637"/>
                    <a:pt x="9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9" name="Google Shape;50589;p48"/>
            <p:cNvSpPr/>
            <p:nvPr/>
          </p:nvSpPr>
          <p:spPr>
            <a:xfrm>
              <a:off x="2622400" y="2564700"/>
              <a:ext cx="103475" cy="103500"/>
            </a:xfrm>
            <a:custGeom>
              <a:avLst/>
              <a:gdLst/>
              <a:ahLst/>
              <a:cxnLst/>
              <a:rect l="l" t="t" r="r" b="b"/>
              <a:pathLst>
                <a:path w="4139" h="4140" extrusionOk="0">
                  <a:moveTo>
                    <a:pt x="0" y="0"/>
                  </a:moveTo>
                  <a:lnTo>
                    <a:pt x="0" y="4139"/>
                  </a:lnTo>
                  <a:lnTo>
                    <a:pt x="4139" y="4139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0" name="Google Shape;50590;p48"/>
            <p:cNvSpPr/>
            <p:nvPr/>
          </p:nvSpPr>
          <p:spPr>
            <a:xfrm>
              <a:off x="2769075" y="1848400"/>
              <a:ext cx="77325" cy="78475"/>
            </a:xfrm>
            <a:custGeom>
              <a:avLst/>
              <a:gdLst/>
              <a:ahLst/>
              <a:cxnLst/>
              <a:rect l="l" t="t" r="r" b="b"/>
              <a:pathLst>
                <a:path w="3093" h="3139" extrusionOk="0">
                  <a:moveTo>
                    <a:pt x="0" y="0"/>
                  </a:moveTo>
                  <a:lnTo>
                    <a:pt x="0" y="3138"/>
                  </a:lnTo>
                  <a:lnTo>
                    <a:pt x="3093" y="3138"/>
                  </a:lnTo>
                  <a:lnTo>
                    <a:pt x="30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1" name="Google Shape;50591;p48"/>
            <p:cNvSpPr/>
            <p:nvPr/>
          </p:nvSpPr>
          <p:spPr>
            <a:xfrm>
              <a:off x="2850925" y="4155350"/>
              <a:ext cx="352500" cy="503725"/>
            </a:xfrm>
            <a:custGeom>
              <a:avLst/>
              <a:gdLst/>
              <a:ahLst/>
              <a:cxnLst/>
              <a:rect l="l" t="t" r="r" b="b"/>
              <a:pathLst>
                <a:path w="14100" h="20149" extrusionOk="0">
                  <a:moveTo>
                    <a:pt x="1" y="1"/>
                  </a:moveTo>
                  <a:lnTo>
                    <a:pt x="1" y="20148"/>
                  </a:lnTo>
                  <a:lnTo>
                    <a:pt x="14099" y="20148"/>
                  </a:lnTo>
                  <a:lnTo>
                    <a:pt x="140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2" name="Google Shape;50592;p48"/>
            <p:cNvSpPr/>
            <p:nvPr/>
          </p:nvSpPr>
          <p:spPr>
            <a:xfrm>
              <a:off x="2110750" y="2993350"/>
              <a:ext cx="1092675" cy="600350"/>
            </a:xfrm>
            <a:custGeom>
              <a:avLst/>
              <a:gdLst/>
              <a:ahLst/>
              <a:cxnLst/>
              <a:rect l="l" t="t" r="r" b="b"/>
              <a:pathLst>
                <a:path w="43707" h="24014" extrusionOk="0">
                  <a:moveTo>
                    <a:pt x="43706" y="0"/>
                  </a:moveTo>
                  <a:lnTo>
                    <a:pt x="10779" y="18056"/>
                  </a:lnTo>
                  <a:cubicBezTo>
                    <a:pt x="7459" y="19875"/>
                    <a:pt x="3775" y="21012"/>
                    <a:pt x="0" y="21421"/>
                  </a:cubicBezTo>
                  <a:lnTo>
                    <a:pt x="637" y="22058"/>
                  </a:lnTo>
                  <a:cubicBezTo>
                    <a:pt x="1865" y="23332"/>
                    <a:pt x="3548" y="24014"/>
                    <a:pt x="5321" y="24014"/>
                  </a:cubicBezTo>
                  <a:lnTo>
                    <a:pt x="43706" y="24014"/>
                  </a:lnTo>
                  <a:lnTo>
                    <a:pt x="437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3" name="Google Shape;50593;p48"/>
            <p:cNvSpPr/>
            <p:nvPr/>
          </p:nvSpPr>
          <p:spPr>
            <a:xfrm>
              <a:off x="2648550" y="3100225"/>
              <a:ext cx="554875" cy="303600"/>
            </a:xfrm>
            <a:custGeom>
              <a:avLst/>
              <a:gdLst/>
              <a:ahLst/>
              <a:cxnLst/>
              <a:rect l="l" t="t" r="r" b="b"/>
              <a:pathLst>
                <a:path w="22195" h="12144" extrusionOk="0">
                  <a:moveTo>
                    <a:pt x="22194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4" name="Google Shape;50594;p48"/>
            <p:cNvSpPr/>
            <p:nvPr/>
          </p:nvSpPr>
          <p:spPr>
            <a:xfrm>
              <a:off x="2343825" y="3683500"/>
              <a:ext cx="859600" cy="482125"/>
            </a:xfrm>
            <a:custGeom>
              <a:avLst/>
              <a:gdLst/>
              <a:ahLst/>
              <a:cxnLst/>
              <a:rect l="l" t="t" r="r" b="b"/>
              <a:pathLst>
                <a:path w="34384" h="19285" extrusionOk="0">
                  <a:moveTo>
                    <a:pt x="1" y="1"/>
                  </a:moveTo>
                  <a:lnTo>
                    <a:pt x="1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5" name="Google Shape;50595;p48"/>
            <p:cNvSpPr/>
            <p:nvPr/>
          </p:nvSpPr>
          <p:spPr>
            <a:xfrm>
              <a:off x="2337000" y="4165600"/>
              <a:ext cx="866425" cy="44350"/>
            </a:xfrm>
            <a:custGeom>
              <a:avLst/>
              <a:gdLst/>
              <a:ahLst/>
              <a:cxnLst/>
              <a:rect l="l" t="t" r="r" b="b"/>
              <a:pathLst>
                <a:path w="34657" h="1774" extrusionOk="0">
                  <a:moveTo>
                    <a:pt x="1" y="0"/>
                  </a:moveTo>
                  <a:lnTo>
                    <a:pt x="1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6" name="Google Shape;50596;p48"/>
            <p:cNvSpPr/>
            <p:nvPr/>
          </p:nvSpPr>
          <p:spPr>
            <a:xfrm>
              <a:off x="2622400" y="3872250"/>
              <a:ext cx="103475" cy="104625"/>
            </a:xfrm>
            <a:custGeom>
              <a:avLst/>
              <a:gdLst/>
              <a:ahLst/>
              <a:cxnLst/>
              <a:rect l="l" t="t" r="r" b="b"/>
              <a:pathLst>
                <a:path w="4139" h="4185" extrusionOk="0">
                  <a:moveTo>
                    <a:pt x="0" y="0"/>
                  </a:moveTo>
                  <a:lnTo>
                    <a:pt x="0" y="4184"/>
                  </a:lnTo>
                  <a:lnTo>
                    <a:pt x="4139" y="4184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7" name="Google Shape;50597;p48"/>
            <p:cNvSpPr/>
            <p:nvPr/>
          </p:nvSpPr>
          <p:spPr>
            <a:xfrm>
              <a:off x="2067550" y="4595375"/>
              <a:ext cx="1135875" cy="63700"/>
            </a:xfrm>
            <a:custGeom>
              <a:avLst/>
              <a:gdLst/>
              <a:ahLst/>
              <a:cxnLst/>
              <a:rect l="l" t="t" r="r" b="b"/>
              <a:pathLst>
                <a:path w="45435" h="2548" extrusionOk="0">
                  <a:moveTo>
                    <a:pt x="0" y="0"/>
                  </a:moveTo>
                  <a:lnTo>
                    <a:pt x="0" y="2547"/>
                  </a:lnTo>
                  <a:lnTo>
                    <a:pt x="45434" y="2547"/>
                  </a:lnTo>
                  <a:lnTo>
                    <a:pt x="4543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98" name="Google Shape;50598;p48"/>
          <p:cNvGrpSpPr/>
          <p:nvPr/>
        </p:nvGrpSpPr>
        <p:grpSpPr>
          <a:xfrm>
            <a:off x="1391857" y="539061"/>
            <a:ext cx="443090" cy="415211"/>
            <a:chOff x="2987700" y="3560325"/>
            <a:chExt cx="386708" cy="362377"/>
          </a:xfrm>
        </p:grpSpPr>
        <p:sp>
          <p:nvSpPr>
            <p:cNvPr id="50599" name="Google Shape;50599;p48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0" name="Google Shape;50600;p48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1" name="Google Shape;50601;p48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2" name="Google Shape;50602;p48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3" name="Google Shape;50603;p48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4" name="Google Shape;50604;p48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5" name="Google Shape;50605;p48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6" name="Google Shape;50606;p48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7" name="Google Shape;50607;p48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8" name="Google Shape;50608;p48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9" name="Google Shape;50609;p48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0" name="Google Shape;50610;p48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1" name="Google Shape;50611;p48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2" name="Google Shape;50612;p48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3" name="Google Shape;50613;p48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4" name="Google Shape;50614;p48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5" name="Google Shape;50615;p48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6" name="Google Shape;50616;p48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7" name="Google Shape;50617;p48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8" name="Google Shape;50618;p48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9" name="Google Shape;50619;p48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0" name="Google Shape;50620;p48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1" name="Google Shape;50621;p48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22" name="Google Shape;50622;p48"/>
          <p:cNvGrpSpPr/>
          <p:nvPr/>
        </p:nvGrpSpPr>
        <p:grpSpPr>
          <a:xfrm>
            <a:off x="911387" y="1359836"/>
            <a:ext cx="295252" cy="276675"/>
            <a:chOff x="2987700" y="3560325"/>
            <a:chExt cx="386708" cy="362377"/>
          </a:xfrm>
        </p:grpSpPr>
        <p:sp>
          <p:nvSpPr>
            <p:cNvPr id="50623" name="Google Shape;50623;p48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4" name="Google Shape;50624;p48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5" name="Google Shape;50625;p48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6" name="Google Shape;50626;p48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7" name="Google Shape;50627;p48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8" name="Google Shape;50628;p48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9" name="Google Shape;50629;p48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0" name="Google Shape;50630;p48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1" name="Google Shape;50631;p48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2" name="Google Shape;50632;p48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3" name="Google Shape;50633;p48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4" name="Google Shape;50634;p48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5" name="Google Shape;50635;p48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6" name="Google Shape;50636;p48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7" name="Google Shape;50637;p48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8" name="Google Shape;50638;p48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9" name="Google Shape;50639;p48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0" name="Google Shape;50640;p48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1" name="Google Shape;50641;p48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2" name="Google Shape;50642;p48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3" name="Google Shape;50643;p48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4" name="Google Shape;50644;p48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5" name="Google Shape;50645;p48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46" name="Google Shape;50646;p48"/>
          <p:cNvGrpSpPr/>
          <p:nvPr/>
        </p:nvGrpSpPr>
        <p:grpSpPr>
          <a:xfrm>
            <a:off x="7286162" y="4466123"/>
            <a:ext cx="295252" cy="276675"/>
            <a:chOff x="2987700" y="3560325"/>
            <a:chExt cx="386708" cy="362377"/>
          </a:xfrm>
        </p:grpSpPr>
        <p:sp>
          <p:nvSpPr>
            <p:cNvPr id="50647" name="Google Shape;50647;p48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8" name="Google Shape;50648;p48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9" name="Google Shape;50649;p48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0" name="Google Shape;50650;p48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1" name="Google Shape;50651;p48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2" name="Google Shape;50652;p48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3" name="Google Shape;50653;p48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4" name="Google Shape;50654;p48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5" name="Google Shape;50655;p48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6" name="Google Shape;50656;p48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7" name="Google Shape;50657;p48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8" name="Google Shape;50658;p48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9" name="Google Shape;50659;p48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0" name="Google Shape;50660;p48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1" name="Google Shape;50661;p48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2" name="Google Shape;50662;p48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3" name="Google Shape;50663;p48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4" name="Google Shape;50664;p48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5" name="Google Shape;50665;p48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6" name="Google Shape;50666;p48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7" name="Google Shape;50667;p48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8" name="Google Shape;50668;p48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9" name="Google Shape;50669;p48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670" name="Google Shape;50670;p48"/>
          <p:cNvSpPr/>
          <p:nvPr/>
        </p:nvSpPr>
        <p:spPr>
          <a:xfrm>
            <a:off x="2014798" y="3773826"/>
            <a:ext cx="2909303" cy="930490"/>
          </a:xfrm>
          <a:custGeom>
            <a:avLst/>
            <a:gdLst/>
            <a:ahLst/>
            <a:cxnLst/>
            <a:rect l="l" t="t" r="r" b="b"/>
            <a:pathLst>
              <a:path w="73873" h="23627" extrusionOk="0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71" name="Google Shape;50671;p48"/>
          <p:cNvSpPr/>
          <p:nvPr/>
        </p:nvSpPr>
        <p:spPr>
          <a:xfrm>
            <a:off x="5960600" y="434563"/>
            <a:ext cx="2141950" cy="849275"/>
          </a:xfrm>
          <a:custGeom>
            <a:avLst/>
            <a:gdLst/>
            <a:ahLst/>
            <a:cxnLst/>
            <a:rect l="l" t="t" r="r" b="b"/>
            <a:pathLst>
              <a:path w="85678" h="33971" extrusionOk="0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0_1_1_1_1">
    <p:spTree>
      <p:nvGrpSpPr>
        <p:cNvPr id="1" name="Shape 50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673" name="Google Shape;50673;p49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50674" name="Google Shape;50674;p49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5" name="Google Shape;50675;p49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6" name="Google Shape;50676;p49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7" name="Google Shape;50677;p49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8" name="Google Shape;50678;p49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9" name="Google Shape;50679;p49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0" name="Google Shape;50680;p49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1" name="Google Shape;50681;p49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2" name="Google Shape;50682;p49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3" name="Google Shape;50683;p49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4" name="Google Shape;50684;p49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5" name="Google Shape;50685;p49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6" name="Google Shape;50686;p49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7" name="Google Shape;50687;p49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8" name="Google Shape;50688;p49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9" name="Google Shape;50689;p49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0" name="Google Shape;50690;p49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1" name="Google Shape;50691;p49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2" name="Google Shape;50692;p49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3" name="Google Shape;50693;p49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4" name="Google Shape;50694;p49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5" name="Google Shape;50695;p49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6" name="Google Shape;50696;p49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7" name="Google Shape;50697;p49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8" name="Google Shape;50698;p49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9" name="Google Shape;50699;p49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0" name="Google Shape;50700;p49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1" name="Google Shape;50701;p49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2" name="Google Shape;50702;p49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3" name="Google Shape;50703;p49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4" name="Google Shape;50704;p49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5" name="Google Shape;50705;p49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6" name="Google Shape;50706;p49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7" name="Google Shape;50707;p49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8" name="Google Shape;50708;p49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9" name="Google Shape;50709;p49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0" name="Google Shape;50710;p49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1" name="Google Shape;50711;p49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2" name="Google Shape;50712;p49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3" name="Google Shape;50713;p49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4" name="Google Shape;50714;p49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5" name="Google Shape;50715;p49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6" name="Google Shape;50716;p49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7" name="Google Shape;50717;p49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8" name="Google Shape;50718;p49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9" name="Google Shape;50719;p49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0" name="Google Shape;50720;p49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1" name="Google Shape;50721;p49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2" name="Google Shape;50722;p49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3" name="Google Shape;50723;p49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4" name="Google Shape;50724;p49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5" name="Google Shape;50725;p49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6" name="Google Shape;50726;p49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7" name="Google Shape;50727;p49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8" name="Google Shape;50728;p49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9" name="Google Shape;50729;p49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0" name="Google Shape;50730;p49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1" name="Google Shape;50731;p49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2" name="Google Shape;50732;p49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3" name="Google Shape;50733;p49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4" name="Google Shape;50734;p49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5" name="Google Shape;50735;p49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6" name="Google Shape;50736;p49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7" name="Google Shape;50737;p49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8" name="Google Shape;50738;p49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9" name="Google Shape;50739;p49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0" name="Google Shape;50740;p49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1" name="Google Shape;50741;p49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2" name="Google Shape;50742;p49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3" name="Google Shape;50743;p49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4" name="Google Shape;50744;p49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5" name="Google Shape;50745;p49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6" name="Google Shape;50746;p49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7" name="Google Shape;50747;p49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8" name="Google Shape;50748;p49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9" name="Google Shape;50749;p49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0" name="Google Shape;50750;p49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1" name="Google Shape;50751;p49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2" name="Google Shape;50752;p49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3" name="Google Shape;50753;p49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4" name="Google Shape;50754;p49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5" name="Google Shape;50755;p49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6" name="Google Shape;50756;p49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7" name="Google Shape;50757;p49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8" name="Google Shape;50758;p49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9" name="Google Shape;50759;p49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0" name="Google Shape;50760;p49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1" name="Google Shape;50761;p49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2" name="Google Shape;50762;p49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3" name="Google Shape;50763;p49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4" name="Google Shape;50764;p49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5" name="Google Shape;50765;p49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6" name="Google Shape;50766;p49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7" name="Google Shape;50767;p49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8" name="Google Shape;50768;p49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9" name="Google Shape;50769;p49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0" name="Google Shape;50770;p49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1" name="Google Shape;50771;p49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2" name="Google Shape;50772;p49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3" name="Google Shape;50773;p49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4" name="Google Shape;50774;p49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5" name="Google Shape;50775;p49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6" name="Google Shape;50776;p49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7" name="Google Shape;50777;p49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8" name="Google Shape;50778;p49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9" name="Google Shape;50779;p49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0" name="Google Shape;50780;p49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1" name="Google Shape;50781;p49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2" name="Google Shape;50782;p49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3" name="Google Shape;50783;p49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4" name="Google Shape;50784;p49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5" name="Google Shape;50785;p49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6" name="Google Shape;50786;p49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7" name="Google Shape;50787;p49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8" name="Google Shape;50788;p49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9" name="Google Shape;50789;p49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0" name="Google Shape;50790;p49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1" name="Google Shape;50791;p49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2" name="Google Shape;50792;p49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3" name="Google Shape;50793;p49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4" name="Google Shape;50794;p49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5" name="Google Shape;50795;p49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6" name="Google Shape;50796;p49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7" name="Google Shape;50797;p49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8" name="Google Shape;50798;p49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9" name="Google Shape;50799;p49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0" name="Google Shape;50800;p49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1" name="Google Shape;50801;p49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2" name="Google Shape;50802;p49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3" name="Google Shape;50803;p49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4" name="Google Shape;50804;p49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5" name="Google Shape;50805;p49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6" name="Google Shape;50806;p49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7" name="Google Shape;50807;p49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8" name="Google Shape;50808;p49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9" name="Google Shape;50809;p49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0" name="Google Shape;50810;p49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1" name="Google Shape;50811;p49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2" name="Google Shape;50812;p49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3" name="Google Shape;50813;p49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4" name="Google Shape;50814;p49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5" name="Google Shape;50815;p49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6" name="Google Shape;50816;p49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7" name="Google Shape;50817;p49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8" name="Google Shape;50818;p49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9" name="Google Shape;50819;p49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0" name="Google Shape;50820;p49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1" name="Google Shape;50821;p49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2" name="Google Shape;50822;p49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3" name="Google Shape;50823;p49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4" name="Google Shape;50824;p49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5" name="Google Shape;50825;p49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6" name="Google Shape;50826;p49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7" name="Google Shape;50827;p49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8" name="Google Shape;50828;p49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9" name="Google Shape;50829;p49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0" name="Google Shape;50830;p49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1" name="Google Shape;50831;p49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2" name="Google Shape;50832;p49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3" name="Google Shape;50833;p49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4" name="Google Shape;50834;p49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5" name="Google Shape;50835;p49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6" name="Google Shape;50836;p49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7" name="Google Shape;50837;p49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8" name="Google Shape;50838;p49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9" name="Google Shape;50839;p49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0" name="Google Shape;50840;p49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1" name="Google Shape;50841;p49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2" name="Google Shape;50842;p49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3" name="Google Shape;50843;p49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4" name="Google Shape;50844;p49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5" name="Google Shape;50845;p49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6" name="Google Shape;50846;p49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7" name="Google Shape;50847;p49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8" name="Google Shape;50848;p49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9" name="Google Shape;50849;p49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0" name="Google Shape;50850;p49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1" name="Google Shape;50851;p49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2" name="Google Shape;50852;p49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3" name="Google Shape;50853;p49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4" name="Google Shape;50854;p49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5" name="Google Shape;50855;p49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6" name="Google Shape;50856;p49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7" name="Google Shape;50857;p49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8" name="Google Shape;50858;p49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9" name="Google Shape;50859;p49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0" name="Google Shape;50860;p49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1" name="Google Shape;50861;p49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2" name="Google Shape;50862;p49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3" name="Google Shape;50863;p49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4" name="Google Shape;50864;p49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5" name="Google Shape;50865;p49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6" name="Google Shape;50866;p49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7" name="Google Shape;50867;p49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8" name="Google Shape;50868;p49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9" name="Google Shape;50869;p49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0" name="Google Shape;50870;p49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1" name="Google Shape;50871;p49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2" name="Google Shape;50872;p49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3" name="Google Shape;50873;p49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4" name="Google Shape;50874;p49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5" name="Google Shape;50875;p49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6" name="Google Shape;50876;p49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7" name="Google Shape;50877;p49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8" name="Google Shape;50878;p49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9" name="Google Shape;50879;p49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0" name="Google Shape;50880;p49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1" name="Google Shape;50881;p49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2" name="Google Shape;50882;p49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3" name="Google Shape;50883;p49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4" name="Google Shape;50884;p49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5" name="Google Shape;50885;p49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6" name="Google Shape;50886;p49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7" name="Google Shape;50887;p49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8" name="Google Shape;50888;p49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9" name="Google Shape;50889;p49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0" name="Google Shape;50890;p49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1" name="Google Shape;50891;p49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2" name="Google Shape;50892;p49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3" name="Google Shape;50893;p49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4" name="Google Shape;50894;p49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5" name="Google Shape;50895;p49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6" name="Google Shape;50896;p49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7" name="Google Shape;50897;p49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8" name="Google Shape;50898;p49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9" name="Google Shape;50899;p49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0" name="Google Shape;50900;p49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1" name="Google Shape;50901;p49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2" name="Google Shape;50902;p49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3" name="Google Shape;50903;p49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4" name="Google Shape;50904;p49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5" name="Google Shape;50905;p49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6" name="Google Shape;50906;p49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7" name="Google Shape;50907;p49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8" name="Google Shape;50908;p49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9" name="Google Shape;50909;p49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0" name="Google Shape;50910;p49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1" name="Google Shape;50911;p49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2" name="Google Shape;50912;p49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3" name="Google Shape;50913;p49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4" name="Google Shape;50914;p49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5" name="Google Shape;50915;p49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6" name="Google Shape;50916;p49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7" name="Google Shape;50917;p49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8" name="Google Shape;50918;p49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9" name="Google Shape;50919;p49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0" name="Google Shape;50920;p49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1" name="Google Shape;50921;p49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2" name="Google Shape;50922;p49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3" name="Google Shape;50923;p49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4" name="Google Shape;50924;p49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5" name="Google Shape;50925;p49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6" name="Google Shape;50926;p49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7" name="Google Shape;50927;p49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8" name="Google Shape;50928;p49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9" name="Google Shape;50929;p49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0" name="Google Shape;50930;p49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1" name="Google Shape;50931;p49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2" name="Google Shape;50932;p49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3" name="Google Shape;50933;p49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4" name="Google Shape;50934;p49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5" name="Google Shape;50935;p49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6" name="Google Shape;50936;p49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7" name="Google Shape;50937;p49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8" name="Google Shape;50938;p49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9" name="Google Shape;50939;p49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0" name="Google Shape;50940;p49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1" name="Google Shape;50941;p49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2" name="Google Shape;50942;p49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3" name="Google Shape;50943;p49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4" name="Google Shape;50944;p49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5" name="Google Shape;50945;p49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6" name="Google Shape;50946;p49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7" name="Google Shape;50947;p49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8" name="Google Shape;50948;p49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9" name="Google Shape;50949;p49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0" name="Google Shape;50950;p49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1" name="Google Shape;50951;p49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2" name="Google Shape;50952;p49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3" name="Google Shape;50953;p49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4" name="Google Shape;50954;p49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5" name="Google Shape;50955;p49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6" name="Google Shape;50956;p49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7" name="Google Shape;50957;p49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8" name="Google Shape;50958;p49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9" name="Google Shape;50959;p49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0" name="Google Shape;50960;p49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1" name="Google Shape;50961;p49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2" name="Google Shape;50962;p49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3" name="Google Shape;50963;p49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4" name="Google Shape;50964;p49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5" name="Google Shape;50965;p49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6" name="Google Shape;50966;p49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7" name="Google Shape;50967;p49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8" name="Google Shape;50968;p49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9" name="Google Shape;50969;p49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0" name="Google Shape;50970;p49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1" name="Google Shape;50971;p49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2" name="Google Shape;50972;p49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3" name="Google Shape;50973;p49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4" name="Google Shape;50974;p49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5" name="Google Shape;50975;p49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6" name="Google Shape;50976;p49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7" name="Google Shape;50977;p49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8" name="Google Shape;50978;p49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9" name="Google Shape;50979;p49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0" name="Google Shape;50980;p49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1" name="Google Shape;50981;p49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2" name="Google Shape;50982;p49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3" name="Google Shape;50983;p49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4" name="Google Shape;50984;p49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5" name="Google Shape;50985;p49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6" name="Google Shape;50986;p49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7" name="Google Shape;50987;p49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8" name="Google Shape;50988;p49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9" name="Google Shape;50989;p49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0" name="Google Shape;50990;p49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1" name="Google Shape;50991;p49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2" name="Google Shape;50992;p49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3" name="Google Shape;50993;p49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4" name="Google Shape;50994;p49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5" name="Google Shape;50995;p49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6" name="Google Shape;50996;p49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7" name="Google Shape;50997;p49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8" name="Google Shape;50998;p49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9" name="Google Shape;50999;p49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0" name="Google Shape;51000;p49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1" name="Google Shape;51001;p49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2" name="Google Shape;51002;p49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3" name="Google Shape;51003;p49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4" name="Google Shape;51004;p49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5" name="Google Shape;51005;p49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6" name="Google Shape;51006;p49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7" name="Google Shape;51007;p49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8" name="Google Shape;51008;p49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9" name="Google Shape;51009;p49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0" name="Google Shape;51010;p49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1" name="Google Shape;51011;p49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2" name="Google Shape;51012;p49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3" name="Google Shape;51013;p49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4" name="Google Shape;51014;p49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5" name="Google Shape;51015;p49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6" name="Google Shape;51016;p49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7" name="Google Shape;51017;p49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8" name="Google Shape;51018;p49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9" name="Google Shape;51019;p49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0" name="Google Shape;51020;p49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1" name="Google Shape;51021;p49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2" name="Google Shape;51022;p49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3" name="Google Shape;51023;p49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4" name="Google Shape;51024;p49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5" name="Google Shape;51025;p49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6" name="Google Shape;51026;p49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7" name="Google Shape;51027;p49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8" name="Google Shape;51028;p49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9" name="Google Shape;51029;p49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0" name="Google Shape;51030;p49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1" name="Google Shape;51031;p49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2" name="Google Shape;51032;p49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3" name="Google Shape;51033;p49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4" name="Google Shape;51034;p49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5" name="Google Shape;51035;p49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6" name="Google Shape;51036;p49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7" name="Google Shape;51037;p49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8" name="Google Shape;51038;p49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9" name="Google Shape;51039;p49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0" name="Google Shape;51040;p49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1" name="Google Shape;51041;p49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2" name="Google Shape;51042;p49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3" name="Google Shape;51043;p49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4" name="Google Shape;51044;p49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5" name="Google Shape;51045;p49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6" name="Google Shape;51046;p49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7" name="Google Shape;51047;p49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8" name="Google Shape;51048;p49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9" name="Google Shape;51049;p49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0" name="Google Shape;51050;p49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1" name="Google Shape;51051;p49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2" name="Google Shape;51052;p49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3" name="Google Shape;51053;p49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4" name="Google Shape;51054;p49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5" name="Google Shape;51055;p49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6" name="Google Shape;51056;p49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7" name="Google Shape;51057;p49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8" name="Google Shape;51058;p49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9" name="Google Shape;51059;p49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0" name="Google Shape;51060;p49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1" name="Google Shape;51061;p49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2" name="Google Shape;51062;p49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3" name="Google Shape;51063;p49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4" name="Google Shape;51064;p49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5" name="Google Shape;51065;p49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6" name="Google Shape;51066;p49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7" name="Google Shape;51067;p49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8" name="Google Shape;51068;p49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9" name="Google Shape;51069;p49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0" name="Google Shape;51070;p49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1" name="Google Shape;51071;p49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2" name="Google Shape;51072;p49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3" name="Google Shape;51073;p49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4" name="Google Shape;51074;p49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5" name="Google Shape;51075;p49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6" name="Google Shape;51076;p49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7" name="Google Shape;51077;p49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8" name="Google Shape;51078;p49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9" name="Google Shape;51079;p49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0" name="Google Shape;51080;p49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1" name="Google Shape;51081;p49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2" name="Google Shape;51082;p49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3" name="Google Shape;51083;p49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4" name="Google Shape;51084;p49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5" name="Google Shape;51085;p49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6" name="Google Shape;51086;p49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7" name="Google Shape;51087;p49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8" name="Google Shape;51088;p49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9" name="Google Shape;51089;p49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0" name="Google Shape;51090;p49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1" name="Google Shape;51091;p49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2" name="Google Shape;51092;p49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3" name="Google Shape;51093;p49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4" name="Google Shape;51094;p49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5" name="Google Shape;51095;p49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6" name="Google Shape;51096;p49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7" name="Google Shape;51097;p49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8" name="Google Shape;51098;p49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9" name="Google Shape;51099;p49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0" name="Google Shape;51100;p49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1" name="Google Shape;51101;p49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2" name="Google Shape;51102;p49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3" name="Google Shape;51103;p49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4" name="Google Shape;51104;p49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5" name="Google Shape;51105;p49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6" name="Google Shape;51106;p49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7" name="Google Shape;51107;p49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8" name="Google Shape;51108;p49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9" name="Google Shape;51109;p49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0" name="Google Shape;51110;p49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1" name="Google Shape;51111;p49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2" name="Google Shape;51112;p49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3" name="Google Shape;51113;p49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4" name="Google Shape;51114;p49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5" name="Google Shape;51115;p49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6" name="Google Shape;51116;p49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7" name="Google Shape;51117;p49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8" name="Google Shape;51118;p49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9" name="Google Shape;51119;p49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0" name="Google Shape;51120;p49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1" name="Google Shape;51121;p49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2" name="Google Shape;51122;p49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3" name="Google Shape;51123;p49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4" name="Google Shape;51124;p49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5" name="Google Shape;51125;p49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6" name="Google Shape;51126;p49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7" name="Google Shape;51127;p49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8" name="Google Shape;51128;p49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9" name="Google Shape;51129;p49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0" name="Google Shape;51130;p49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1" name="Google Shape;51131;p49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2" name="Google Shape;51132;p49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3" name="Google Shape;51133;p49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4" name="Google Shape;51134;p49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5" name="Google Shape;51135;p49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6" name="Google Shape;51136;p49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7" name="Google Shape;51137;p49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8" name="Google Shape;51138;p49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9" name="Google Shape;51139;p49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0" name="Google Shape;51140;p49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1" name="Google Shape;51141;p49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2" name="Google Shape;51142;p49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3" name="Google Shape;51143;p49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4" name="Google Shape;51144;p49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5" name="Google Shape;51145;p49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6" name="Google Shape;51146;p49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7" name="Google Shape;51147;p49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8" name="Google Shape;51148;p49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9" name="Google Shape;51149;p49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0" name="Google Shape;51150;p49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1" name="Google Shape;51151;p49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2" name="Google Shape;51152;p49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3" name="Google Shape;51153;p49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4" name="Google Shape;51154;p49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5" name="Google Shape;51155;p49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6" name="Google Shape;51156;p49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7" name="Google Shape;51157;p49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8" name="Google Shape;51158;p49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9" name="Google Shape;51159;p49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0" name="Google Shape;51160;p49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1" name="Google Shape;51161;p49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2" name="Google Shape;51162;p49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3" name="Google Shape;51163;p49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4" name="Google Shape;51164;p49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5" name="Google Shape;51165;p49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6" name="Google Shape;51166;p49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7" name="Google Shape;51167;p49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8" name="Google Shape;51168;p49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9" name="Google Shape;51169;p49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0" name="Google Shape;51170;p49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1" name="Google Shape;51171;p49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2" name="Google Shape;51172;p49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3" name="Google Shape;51173;p49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4" name="Google Shape;51174;p49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5" name="Google Shape;51175;p49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6" name="Google Shape;51176;p49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7" name="Google Shape;51177;p49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8" name="Google Shape;51178;p49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9" name="Google Shape;51179;p49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0" name="Google Shape;51180;p49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1" name="Google Shape;51181;p49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2" name="Google Shape;51182;p49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3" name="Google Shape;51183;p49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4" name="Google Shape;51184;p49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5" name="Google Shape;51185;p49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6" name="Google Shape;51186;p49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7" name="Google Shape;51187;p49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8" name="Google Shape;51188;p49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9" name="Google Shape;51189;p49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0" name="Google Shape;51190;p49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1" name="Google Shape;51191;p49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2" name="Google Shape;51192;p49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3" name="Google Shape;51193;p49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4" name="Google Shape;51194;p49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5" name="Google Shape;51195;p49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6" name="Google Shape;51196;p49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7" name="Google Shape;51197;p49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8" name="Google Shape;51198;p49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9" name="Google Shape;51199;p49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0" name="Google Shape;51200;p49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1" name="Google Shape;51201;p49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2" name="Google Shape;51202;p49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3" name="Google Shape;51203;p49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4" name="Google Shape;51204;p49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5" name="Google Shape;51205;p49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6" name="Google Shape;51206;p49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7" name="Google Shape;51207;p49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8" name="Google Shape;51208;p49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9" name="Google Shape;51209;p49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0" name="Google Shape;51210;p49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1" name="Google Shape;51211;p49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2" name="Google Shape;51212;p49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3" name="Google Shape;51213;p49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4" name="Google Shape;51214;p49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5" name="Google Shape;51215;p49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6" name="Google Shape;51216;p49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7" name="Google Shape;51217;p49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8" name="Google Shape;51218;p49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9" name="Google Shape;51219;p49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0" name="Google Shape;51220;p49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1" name="Google Shape;51221;p49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2" name="Google Shape;51222;p49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3" name="Google Shape;51223;p49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4" name="Google Shape;51224;p49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5" name="Google Shape;51225;p49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6" name="Google Shape;51226;p49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7" name="Google Shape;51227;p49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8" name="Google Shape;51228;p49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9" name="Google Shape;51229;p49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0" name="Google Shape;51230;p49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1" name="Google Shape;51231;p49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2" name="Google Shape;51232;p49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3" name="Google Shape;51233;p49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4" name="Google Shape;51234;p49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5" name="Google Shape;51235;p49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6" name="Google Shape;51236;p49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7" name="Google Shape;51237;p49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8" name="Google Shape;51238;p49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9" name="Google Shape;51239;p49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0" name="Google Shape;51240;p49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1" name="Google Shape;51241;p49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2" name="Google Shape;51242;p49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3" name="Google Shape;51243;p49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4" name="Google Shape;51244;p49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5" name="Google Shape;51245;p49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6" name="Google Shape;51246;p49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7" name="Google Shape;51247;p49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8" name="Google Shape;51248;p49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9" name="Google Shape;51249;p49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0" name="Google Shape;51250;p49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1" name="Google Shape;51251;p49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2" name="Google Shape;51252;p49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3" name="Google Shape;51253;p49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4" name="Google Shape;51254;p49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5" name="Google Shape;51255;p49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6" name="Google Shape;51256;p49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7" name="Google Shape;51257;p49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8" name="Google Shape;51258;p49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9" name="Google Shape;51259;p49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0" name="Google Shape;51260;p49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1" name="Google Shape;51261;p49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2" name="Google Shape;51262;p49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3" name="Google Shape;51263;p49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4" name="Google Shape;51264;p49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5" name="Google Shape;51265;p49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6" name="Google Shape;51266;p49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7" name="Google Shape;51267;p49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8" name="Google Shape;51268;p49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9" name="Google Shape;51269;p49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0" name="Google Shape;51270;p49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1" name="Google Shape;51271;p49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2" name="Google Shape;51272;p49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3" name="Google Shape;51273;p49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4" name="Google Shape;51274;p49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5" name="Google Shape;51275;p49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6" name="Google Shape;51276;p49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7" name="Google Shape;51277;p49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8" name="Google Shape;51278;p49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9" name="Google Shape;51279;p49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0" name="Google Shape;51280;p49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1" name="Google Shape;51281;p49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2" name="Google Shape;51282;p49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3" name="Google Shape;51283;p49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4" name="Google Shape;51284;p49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5" name="Google Shape;51285;p49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6" name="Google Shape;51286;p49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7" name="Google Shape;51287;p49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8" name="Google Shape;51288;p49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9" name="Google Shape;51289;p49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0" name="Google Shape;51290;p49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1" name="Google Shape;51291;p49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2" name="Google Shape;51292;p49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3" name="Google Shape;51293;p49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4" name="Google Shape;51294;p49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5" name="Google Shape;51295;p49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6" name="Google Shape;51296;p49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7" name="Google Shape;51297;p49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8" name="Google Shape;51298;p49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9" name="Google Shape;51299;p49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0" name="Google Shape;51300;p49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1" name="Google Shape;51301;p49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2" name="Google Shape;51302;p49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3" name="Google Shape;51303;p49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4" name="Google Shape;51304;p49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5" name="Google Shape;51305;p49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6" name="Google Shape;51306;p49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7" name="Google Shape;51307;p49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8" name="Google Shape;51308;p49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9" name="Google Shape;51309;p49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0" name="Google Shape;51310;p49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1" name="Google Shape;51311;p49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2" name="Google Shape;51312;p49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3" name="Google Shape;51313;p49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4" name="Google Shape;51314;p49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5" name="Google Shape;51315;p49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6" name="Google Shape;51316;p49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7" name="Google Shape;51317;p49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8" name="Google Shape;51318;p49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9" name="Google Shape;51319;p49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0" name="Google Shape;51320;p49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1" name="Google Shape;51321;p49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2" name="Google Shape;51322;p49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3" name="Google Shape;51323;p49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4" name="Google Shape;51324;p49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5" name="Google Shape;51325;p49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6" name="Google Shape;51326;p49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7" name="Google Shape;51327;p49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8" name="Google Shape;51328;p49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9" name="Google Shape;51329;p49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0" name="Google Shape;51330;p49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1" name="Google Shape;51331;p49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2" name="Google Shape;51332;p49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3" name="Google Shape;51333;p49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4" name="Google Shape;51334;p49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5" name="Google Shape;51335;p49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6" name="Google Shape;51336;p49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7" name="Google Shape;51337;p49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8" name="Google Shape;51338;p49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9" name="Google Shape;51339;p49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0" name="Google Shape;51340;p49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1" name="Google Shape;51341;p49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2" name="Google Shape;51342;p49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3" name="Google Shape;51343;p49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4" name="Google Shape;51344;p49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5" name="Google Shape;51345;p49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6" name="Google Shape;51346;p49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7" name="Google Shape;51347;p49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8" name="Google Shape;51348;p49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9" name="Google Shape;51349;p49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0" name="Google Shape;51350;p49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1" name="Google Shape;51351;p49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2" name="Google Shape;51352;p49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3" name="Google Shape;51353;p49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4" name="Google Shape;51354;p49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5" name="Google Shape;51355;p49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6" name="Google Shape;51356;p49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7" name="Google Shape;51357;p49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8" name="Google Shape;51358;p49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9" name="Google Shape;51359;p49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0" name="Google Shape;51360;p49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1" name="Google Shape;51361;p49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2" name="Google Shape;51362;p49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3" name="Google Shape;51363;p49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4" name="Google Shape;51364;p49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5" name="Google Shape;51365;p49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6" name="Google Shape;51366;p49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7" name="Google Shape;51367;p49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8" name="Google Shape;51368;p49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9" name="Google Shape;51369;p49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0" name="Google Shape;51370;p49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1" name="Google Shape;51371;p49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2" name="Google Shape;51372;p49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3" name="Google Shape;51373;p49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4" name="Google Shape;51374;p49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5" name="Google Shape;51375;p49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6" name="Google Shape;51376;p49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7" name="Google Shape;51377;p49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8" name="Google Shape;51378;p49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9" name="Google Shape;51379;p49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0" name="Google Shape;51380;p49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1" name="Google Shape;51381;p49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2" name="Google Shape;51382;p49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3" name="Google Shape;51383;p49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4" name="Google Shape;51384;p49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5" name="Google Shape;51385;p49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6" name="Google Shape;51386;p49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7" name="Google Shape;51387;p49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8" name="Google Shape;51388;p49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9" name="Google Shape;51389;p49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0" name="Google Shape;51390;p49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1" name="Google Shape;51391;p49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2" name="Google Shape;51392;p49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3" name="Google Shape;51393;p49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4" name="Google Shape;51394;p49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5" name="Google Shape;51395;p49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6" name="Google Shape;51396;p49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7" name="Google Shape;51397;p49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8" name="Google Shape;51398;p49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9" name="Google Shape;51399;p49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0" name="Google Shape;51400;p49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1" name="Google Shape;51401;p49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2" name="Google Shape;51402;p49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3" name="Google Shape;51403;p49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4" name="Google Shape;51404;p49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5" name="Google Shape;51405;p49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6" name="Google Shape;51406;p49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7" name="Google Shape;51407;p49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8" name="Google Shape;51408;p49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9" name="Google Shape;51409;p49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0" name="Google Shape;51410;p49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1" name="Google Shape;51411;p49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2" name="Google Shape;51412;p49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3" name="Google Shape;51413;p49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4" name="Google Shape;51414;p49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5" name="Google Shape;51415;p49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6" name="Google Shape;51416;p49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7" name="Google Shape;51417;p49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8" name="Google Shape;51418;p49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9" name="Google Shape;51419;p49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0" name="Google Shape;51420;p49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1" name="Google Shape;51421;p49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2" name="Google Shape;51422;p49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3" name="Google Shape;51423;p49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4" name="Google Shape;51424;p49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5" name="Google Shape;51425;p49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6" name="Google Shape;51426;p49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7" name="Google Shape;51427;p49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8" name="Google Shape;51428;p49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9" name="Google Shape;51429;p49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0" name="Google Shape;51430;p49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1" name="Google Shape;51431;p49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2" name="Google Shape;51432;p49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3" name="Google Shape;51433;p49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4" name="Google Shape;51434;p49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5" name="Google Shape;51435;p49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6" name="Google Shape;51436;p49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7" name="Google Shape;51437;p49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8" name="Google Shape;51438;p49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9" name="Google Shape;51439;p49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0" name="Google Shape;51440;p49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1" name="Google Shape;51441;p49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2" name="Google Shape;51442;p49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3" name="Google Shape;51443;p49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4" name="Google Shape;51444;p49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5" name="Google Shape;51445;p49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6" name="Google Shape;51446;p49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7" name="Google Shape;51447;p49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8" name="Google Shape;51448;p49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9" name="Google Shape;51449;p49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0" name="Google Shape;51450;p49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1" name="Google Shape;51451;p49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2" name="Google Shape;51452;p49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3" name="Google Shape;51453;p49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4" name="Google Shape;51454;p49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5" name="Google Shape;51455;p49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6" name="Google Shape;51456;p49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7" name="Google Shape;51457;p49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8" name="Google Shape;51458;p49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9" name="Google Shape;51459;p49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0" name="Google Shape;51460;p49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1" name="Google Shape;51461;p49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2" name="Google Shape;51462;p49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3" name="Google Shape;51463;p49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4" name="Google Shape;51464;p49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5" name="Google Shape;51465;p49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6" name="Google Shape;51466;p49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7" name="Google Shape;51467;p49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8" name="Google Shape;51468;p49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9" name="Google Shape;51469;p49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0" name="Google Shape;51470;p49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1" name="Google Shape;51471;p49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2" name="Google Shape;51472;p49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3" name="Google Shape;51473;p49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4" name="Google Shape;51474;p49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5" name="Google Shape;51475;p49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6" name="Google Shape;51476;p49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7" name="Google Shape;51477;p49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8" name="Google Shape;51478;p49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9" name="Google Shape;51479;p49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0" name="Google Shape;51480;p49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1" name="Google Shape;51481;p49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2" name="Google Shape;51482;p49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3" name="Google Shape;51483;p49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4" name="Google Shape;51484;p49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5" name="Google Shape;51485;p49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6" name="Google Shape;51486;p49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7" name="Google Shape;51487;p49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8" name="Google Shape;51488;p49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9" name="Google Shape;51489;p49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0" name="Google Shape;51490;p49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1" name="Google Shape;51491;p49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2" name="Google Shape;51492;p49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3" name="Google Shape;51493;p49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4" name="Google Shape;51494;p49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5" name="Google Shape;51495;p49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6" name="Google Shape;51496;p49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7" name="Google Shape;51497;p49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8" name="Google Shape;51498;p49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9" name="Google Shape;51499;p49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0" name="Google Shape;51500;p49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1" name="Google Shape;51501;p49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2" name="Google Shape;51502;p49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3" name="Google Shape;51503;p49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4" name="Google Shape;51504;p49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5" name="Google Shape;51505;p49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6" name="Google Shape;51506;p49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7" name="Google Shape;51507;p49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8" name="Google Shape;51508;p49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9" name="Google Shape;51509;p49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0" name="Google Shape;51510;p49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1" name="Google Shape;51511;p49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2" name="Google Shape;51512;p49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3" name="Google Shape;51513;p49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4" name="Google Shape;51514;p49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5" name="Google Shape;51515;p49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6" name="Google Shape;51516;p49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7" name="Google Shape;51517;p49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8" name="Google Shape;51518;p49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9" name="Google Shape;51519;p49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0" name="Google Shape;51520;p49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1" name="Google Shape;51521;p49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2" name="Google Shape;51522;p49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3" name="Google Shape;51523;p49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4" name="Google Shape;51524;p49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5" name="Google Shape;51525;p49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6" name="Google Shape;51526;p49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7" name="Google Shape;51527;p49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8" name="Google Shape;51528;p49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9" name="Google Shape;51529;p49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0" name="Google Shape;51530;p49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1" name="Google Shape;51531;p49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2" name="Google Shape;51532;p49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3" name="Google Shape;51533;p49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4" name="Google Shape;51534;p49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5" name="Google Shape;51535;p49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6" name="Google Shape;51536;p49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7" name="Google Shape;51537;p49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8" name="Google Shape;51538;p49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9" name="Google Shape;51539;p49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0" name="Google Shape;51540;p49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1" name="Google Shape;51541;p49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2" name="Google Shape;51542;p49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3" name="Google Shape;51543;p49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4" name="Google Shape;51544;p49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5" name="Google Shape;51545;p49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6" name="Google Shape;51546;p49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7" name="Google Shape;51547;p49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8" name="Google Shape;51548;p49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9" name="Google Shape;51549;p49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0" name="Google Shape;51550;p49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1" name="Google Shape;51551;p49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2" name="Google Shape;51552;p49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3" name="Google Shape;51553;p49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4" name="Google Shape;51554;p49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5" name="Google Shape;51555;p49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6" name="Google Shape;51556;p49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7" name="Google Shape;51557;p49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8" name="Google Shape;51558;p49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9" name="Google Shape;51559;p49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0" name="Google Shape;51560;p49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1" name="Google Shape;51561;p49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2" name="Google Shape;51562;p49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3" name="Google Shape;51563;p49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4" name="Google Shape;51564;p49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5" name="Google Shape;51565;p49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6" name="Google Shape;51566;p49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7" name="Google Shape;51567;p49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8" name="Google Shape;51568;p49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9" name="Google Shape;51569;p49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0" name="Google Shape;51570;p49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1" name="Google Shape;51571;p49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2" name="Google Shape;51572;p49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3" name="Google Shape;51573;p49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4" name="Google Shape;51574;p49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5" name="Google Shape;51575;p49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6" name="Google Shape;51576;p49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7" name="Google Shape;51577;p49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8" name="Google Shape;51578;p49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9" name="Google Shape;51579;p49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0" name="Google Shape;51580;p49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1" name="Google Shape;51581;p49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2" name="Google Shape;51582;p49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3" name="Google Shape;51583;p49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4" name="Google Shape;51584;p49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5" name="Google Shape;51585;p49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6" name="Google Shape;51586;p49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7" name="Google Shape;51587;p49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8" name="Google Shape;51588;p49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9" name="Google Shape;51589;p49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0" name="Google Shape;51590;p49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1" name="Google Shape;51591;p49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2" name="Google Shape;51592;p49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3" name="Google Shape;51593;p49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4" name="Google Shape;51594;p49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5" name="Google Shape;51595;p49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6" name="Google Shape;51596;p49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7" name="Google Shape;51597;p49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8" name="Google Shape;51598;p49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9" name="Google Shape;51599;p49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0" name="Google Shape;51600;p49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1" name="Google Shape;51601;p49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2" name="Google Shape;51602;p49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3" name="Google Shape;51603;p49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4" name="Google Shape;51604;p49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5" name="Google Shape;51605;p49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6" name="Google Shape;51606;p49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7" name="Google Shape;51607;p49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8" name="Google Shape;51608;p49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9" name="Google Shape;51609;p49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0" name="Google Shape;51610;p49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1" name="Google Shape;51611;p49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2" name="Google Shape;51612;p49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3" name="Google Shape;51613;p49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4" name="Google Shape;51614;p49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5" name="Google Shape;51615;p49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6" name="Google Shape;51616;p49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7" name="Google Shape;51617;p49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8" name="Google Shape;51618;p49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9" name="Google Shape;51619;p49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0" name="Google Shape;51620;p49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1" name="Google Shape;51621;p49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2" name="Google Shape;51622;p49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3" name="Google Shape;51623;p49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4" name="Google Shape;51624;p49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5" name="Google Shape;51625;p49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6" name="Google Shape;51626;p49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7" name="Google Shape;51627;p49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8" name="Google Shape;51628;p49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9" name="Google Shape;51629;p49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0" name="Google Shape;51630;p49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1" name="Google Shape;51631;p49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2" name="Google Shape;51632;p49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3" name="Google Shape;51633;p49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4" name="Google Shape;51634;p49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5" name="Google Shape;51635;p49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6" name="Google Shape;51636;p49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7" name="Google Shape;51637;p49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8" name="Google Shape;51638;p49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9" name="Google Shape;51639;p49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0" name="Google Shape;51640;p49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1" name="Google Shape;51641;p49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2" name="Google Shape;51642;p49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3" name="Google Shape;51643;p49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4" name="Google Shape;51644;p49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5" name="Google Shape;51645;p49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6" name="Google Shape;51646;p49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7" name="Google Shape;51647;p49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8" name="Google Shape;51648;p49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9" name="Google Shape;51649;p49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0" name="Google Shape;51650;p49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1" name="Google Shape;51651;p49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2" name="Google Shape;51652;p49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3" name="Google Shape;51653;p49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4" name="Google Shape;51654;p49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5" name="Google Shape;51655;p49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6" name="Google Shape;51656;p49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7" name="Google Shape;51657;p49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8" name="Google Shape;51658;p49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9" name="Google Shape;51659;p49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0" name="Google Shape;51660;p49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1" name="Google Shape;51661;p49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2" name="Google Shape;51662;p49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3" name="Google Shape;51663;p49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4" name="Google Shape;51664;p49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5" name="Google Shape;51665;p49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6" name="Google Shape;51666;p49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7" name="Google Shape;51667;p49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8" name="Google Shape;51668;p49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9" name="Google Shape;51669;p49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0" name="Google Shape;51670;p49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1" name="Google Shape;51671;p49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2" name="Google Shape;51672;p49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3" name="Google Shape;51673;p49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4" name="Google Shape;51674;p49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5" name="Google Shape;51675;p49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6" name="Google Shape;51676;p49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7" name="Google Shape;51677;p49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8" name="Google Shape;51678;p49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9" name="Google Shape;51679;p49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0" name="Google Shape;51680;p49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1" name="Google Shape;51681;p49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2" name="Google Shape;51682;p49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3" name="Google Shape;51683;p49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4" name="Google Shape;51684;p49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5" name="Google Shape;51685;p49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6" name="Google Shape;51686;p49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7" name="Google Shape;51687;p49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8" name="Google Shape;51688;p49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9" name="Google Shape;51689;p49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0" name="Google Shape;51690;p49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1" name="Google Shape;51691;p49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2" name="Google Shape;51692;p49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3" name="Google Shape;51693;p49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4" name="Google Shape;51694;p49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5" name="Google Shape;51695;p49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696" name="Google Shape;51696;p49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697" name="Google Shape;51697;p49"/>
          <p:cNvSpPr/>
          <p:nvPr/>
        </p:nvSpPr>
        <p:spPr>
          <a:xfrm>
            <a:off x="264374" y="1144897"/>
            <a:ext cx="1790682" cy="572718"/>
          </a:xfrm>
          <a:custGeom>
            <a:avLst/>
            <a:gdLst/>
            <a:ahLst/>
            <a:cxnLst/>
            <a:rect l="l" t="t" r="r" b="b"/>
            <a:pathLst>
              <a:path w="73873" h="23627" extrusionOk="0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698" name="Google Shape;51698;p49"/>
          <p:cNvSpPr/>
          <p:nvPr/>
        </p:nvSpPr>
        <p:spPr>
          <a:xfrm flipH="1">
            <a:off x="6866000" y="4095888"/>
            <a:ext cx="2141950" cy="849275"/>
          </a:xfrm>
          <a:custGeom>
            <a:avLst/>
            <a:gdLst/>
            <a:ahLst/>
            <a:cxnLst/>
            <a:rect l="l" t="t" r="r" b="b"/>
            <a:pathLst>
              <a:path w="85678" h="33971" extrusionOk="0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699" name="Google Shape;51699;p49"/>
          <p:cNvGrpSpPr/>
          <p:nvPr/>
        </p:nvGrpSpPr>
        <p:grpSpPr>
          <a:xfrm>
            <a:off x="604482" y="3502311"/>
            <a:ext cx="443090" cy="415211"/>
            <a:chOff x="2987700" y="3560325"/>
            <a:chExt cx="386708" cy="362377"/>
          </a:xfrm>
        </p:grpSpPr>
        <p:sp>
          <p:nvSpPr>
            <p:cNvPr id="51700" name="Google Shape;51700;p49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1" name="Google Shape;51701;p49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2" name="Google Shape;51702;p49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3" name="Google Shape;51703;p49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4" name="Google Shape;51704;p49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5" name="Google Shape;51705;p49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6" name="Google Shape;51706;p49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7" name="Google Shape;51707;p49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8" name="Google Shape;51708;p49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9" name="Google Shape;51709;p49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0" name="Google Shape;51710;p49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1" name="Google Shape;51711;p49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2" name="Google Shape;51712;p49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3" name="Google Shape;51713;p49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4" name="Google Shape;51714;p49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5" name="Google Shape;51715;p49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6" name="Google Shape;51716;p49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7" name="Google Shape;51717;p49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8" name="Google Shape;51718;p49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9" name="Google Shape;51719;p49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0" name="Google Shape;51720;p49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1" name="Google Shape;51721;p49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2" name="Google Shape;51722;p49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23" name="Google Shape;51723;p49"/>
          <p:cNvGrpSpPr/>
          <p:nvPr/>
        </p:nvGrpSpPr>
        <p:grpSpPr>
          <a:xfrm>
            <a:off x="1047587" y="4172111"/>
            <a:ext cx="295252" cy="276675"/>
            <a:chOff x="2987700" y="3560325"/>
            <a:chExt cx="386708" cy="362377"/>
          </a:xfrm>
        </p:grpSpPr>
        <p:sp>
          <p:nvSpPr>
            <p:cNvPr id="51724" name="Google Shape;51724;p49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5" name="Google Shape;51725;p49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6" name="Google Shape;51726;p49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7" name="Google Shape;51727;p49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8" name="Google Shape;51728;p49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9" name="Google Shape;51729;p49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0" name="Google Shape;51730;p49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1" name="Google Shape;51731;p49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2" name="Google Shape;51732;p49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3" name="Google Shape;51733;p49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4" name="Google Shape;51734;p49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5" name="Google Shape;51735;p49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6" name="Google Shape;51736;p49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7" name="Google Shape;51737;p49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8" name="Google Shape;51738;p49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9" name="Google Shape;51739;p49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0" name="Google Shape;51740;p49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1" name="Google Shape;51741;p49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2" name="Google Shape;51742;p49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3" name="Google Shape;51743;p49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4" name="Google Shape;51744;p49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5" name="Google Shape;51745;p49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6" name="Google Shape;51746;p49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47" name="Google Shape;51747;p49"/>
          <p:cNvGrpSpPr/>
          <p:nvPr/>
        </p:nvGrpSpPr>
        <p:grpSpPr>
          <a:xfrm>
            <a:off x="8449837" y="3282811"/>
            <a:ext cx="295252" cy="276675"/>
            <a:chOff x="2987700" y="3560325"/>
            <a:chExt cx="386708" cy="362377"/>
          </a:xfrm>
        </p:grpSpPr>
        <p:sp>
          <p:nvSpPr>
            <p:cNvPr id="51748" name="Google Shape;51748;p49"/>
            <p:cNvSpPr/>
            <p:nvPr/>
          </p:nvSpPr>
          <p:spPr>
            <a:xfrm>
              <a:off x="3099330" y="3560325"/>
              <a:ext cx="152747" cy="152747"/>
            </a:xfrm>
            <a:custGeom>
              <a:avLst/>
              <a:gdLst/>
              <a:ahLst/>
              <a:cxnLst/>
              <a:rect l="l" t="t" r="r" b="b"/>
              <a:pathLst>
                <a:path w="1356" h="1356" extrusionOk="0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9" name="Google Shape;51749;p49"/>
            <p:cNvSpPr/>
            <p:nvPr/>
          </p:nvSpPr>
          <p:spPr>
            <a:xfrm>
              <a:off x="2987700" y="3641316"/>
              <a:ext cx="170207" cy="153310"/>
            </a:xfrm>
            <a:custGeom>
              <a:avLst/>
              <a:gdLst/>
              <a:ahLst/>
              <a:cxnLst/>
              <a:rect l="l" t="t" r="r" b="b"/>
              <a:pathLst>
                <a:path w="1511" h="1361" extrusionOk="0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0" name="Google Shape;51750;p49"/>
            <p:cNvSpPr/>
            <p:nvPr/>
          </p:nvSpPr>
          <p:spPr>
            <a:xfrm>
              <a:off x="3032532" y="3770068"/>
              <a:ext cx="173248" cy="152634"/>
            </a:xfrm>
            <a:custGeom>
              <a:avLst/>
              <a:gdLst/>
              <a:ahLst/>
              <a:cxnLst/>
              <a:rect l="l" t="t" r="r" b="b"/>
              <a:pathLst>
                <a:path w="1538" h="1355" extrusionOk="0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1" name="Google Shape;51751;p49"/>
            <p:cNvSpPr/>
            <p:nvPr/>
          </p:nvSpPr>
          <p:spPr>
            <a:xfrm>
              <a:off x="3169958" y="3762746"/>
              <a:ext cx="170995" cy="152859"/>
            </a:xfrm>
            <a:custGeom>
              <a:avLst/>
              <a:gdLst/>
              <a:ahLst/>
              <a:cxnLst/>
              <a:rect l="l" t="t" r="r" b="b"/>
              <a:pathLst>
                <a:path w="1518" h="1357" extrusionOk="0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2" name="Google Shape;51752;p49"/>
            <p:cNvSpPr/>
            <p:nvPr/>
          </p:nvSpPr>
          <p:spPr>
            <a:xfrm>
              <a:off x="3201047" y="3630502"/>
              <a:ext cx="173361" cy="152634"/>
            </a:xfrm>
            <a:custGeom>
              <a:avLst/>
              <a:gdLst/>
              <a:ahLst/>
              <a:cxnLst/>
              <a:rect l="l" t="t" r="r" b="b"/>
              <a:pathLst>
                <a:path w="1539" h="1355" extrusionOk="0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3" name="Google Shape;51753;p49"/>
            <p:cNvSpPr/>
            <p:nvPr/>
          </p:nvSpPr>
          <p:spPr>
            <a:xfrm>
              <a:off x="3093247" y="3674996"/>
              <a:ext cx="158829" cy="158829"/>
            </a:xfrm>
            <a:custGeom>
              <a:avLst/>
              <a:gdLst/>
              <a:ahLst/>
              <a:cxnLst/>
              <a:rect l="l" t="t" r="r" b="b"/>
              <a:pathLst>
                <a:path w="1410" h="1410" extrusionOk="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4" name="Google Shape;51754;p49"/>
            <p:cNvSpPr/>
            <p:nvPr/>
          </p:nvSpPr>
          <p:spPr>
            <a:xfrm>
              <a:off x="3148668" y="3712281"/>
              <a:ext cx="70741" cy="70741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5" name="Google Shape;51755;p49"/>
            <p:cNvSpPr/>
            <p:nvPr/>
          </p:nvSpPr>
          <p:spPr>
            <a:xfrm>
              <a:off x="3170746" y="3650665"/>
              <a:ext cx="26697" cy="26697"/>
            </a:xfrm>
            <a:custGeom>
              <a:avLst/>
              <a:gdLst/>
              <a:ahLst/>
              <a:cxnLst/>
              <a:rect l="l" t="t" r="r" b="b"/>
              <a:pathLst>
                <a:path w="237" h="237" extrusionOk="0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6" name="Google Shape;51756;p49"/>
            <p:cNvSpPr/>
            <p:nvPr/>
          </p:nvSpPr>
          <p:spPr>
            <a:xfrm>
              <a:off x="3179082" y="3668125"/>
              <a:ext cx="9237" cy="53281"/>
            </a:xfrm>
            <a:custGeom>
              <a:avLst/>
              <a:gdLst/>
              <a:ahLst/>
              <a:cxnLst/>
              <a:rect l="l" t="t" r="r" b="b"/>
              <a:pathLst>
                <a:path w="82" h="473" extrusionOk="0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7" name="Google Shape;51757;p49"/>
            <p:cNvSpPr/>
            <p:nvPr/>
          </p:nvSpPr>
          <p:spPr>
            <a:xfrm>
              <a:off x="3226955" y="3675560"/>
              <a:ext cx="29738" cy="26472"/>
            </a:xfrm>
            <a:custGeom>
              <a:avLst/>
              <a:gdLst/>
              <a:ahLst/>
              <a:cxnLst/>
              <a:rect l="l" t="t" r="r" b="b"/>
              <a:pathLst>
                <a:path w="264" h="235" extrusionOk="0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8" name="Google Shape;51758;p49"/>
            <p:cNvSpPr/>
            <p:nvPr/>
          </p:nvSpPr>
          <p:spPr>
            <a:xfrm>
              <a:off x="3198794" y="3688626"/>
              <a:ext cx="43481" cy="44269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9" name="Google Shape;51759;p49"/>
            <p:cNvSpPr/>
            <p:nvPr/>
          </p:nvSpPr>
          <p:spPr>
            <a:xfrm>
              <a:off x="3252751" y="3734134"/>
              <a:ext cx="26697" cy="26134"/>
            </a:xfrm>
            <a:custGeom>
              <a:avLst/>
              <a:gdLst/>
              <a:ahLst/>
              <a:cxnLst/>
              <a:rect l="l" t="t" r="r" b="b"/>
              <a:pathLst>
                <a:path w="237" h="232" extrusionOk="0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0" name="Google Shape;51760;p49"/>
            <p:cNvSpPr/>
            <p:nvPr/>
          </p:nvSpPr>
          <p:spPr>
            <a:xfrm>
              <a:off x="3208707" y="3742583"/>
              <a:ext cx="53281" cy="10814"/>
            </a:xfrm>
            <a:custGeom>
              <a:avLst/>
              <a:gdLst/>
              <a:ahLst/>
              <a:cxnLst/>
              <a:rect l="l" t="t" r="r" b="b"/>
              <a:pathLst>
                <a:path w="473" h="96" extrusionOk="0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1" name="Google Shape;51761;p49"/>
            <p:cNvSpPr/>
            <p:nvPr/>
          </p:nvSpPr>
          <p:spPr>
            <a:xfrm>
              <a:off x="3228420" y="3792484"/>
              <a:ext cx="28950" cy="26472"/>
            </a:xfrm>
            <a:custGeom>
              <a:avLst/>
              <a:gdLst/>
              <a:ahLst/>
              <a:cxnLst/>
              <a:rect l="l" t="t" r="r" b="b"/>
              <a:pathLst>
                <a:path w="257" h="235" extrusionOk="0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2" name="Google Shape;51762;p49"/>
            <p:cNvSpPr/>
            <p:nvPr/>
          </p:nvSpPr>
          <p:spPr>
            <a:xfrm>
              <a:off x="3198006" y="3763872"/>
              <a:ext cx="44269" cy="41904"/>
            </a:xfrm>
            <a:custGeom>
              <a:avLst/>
              <a:gdLst/>
              <a:ahLst/>
              <a:cxnLst/>
              <a:rect l="l" t="t" r="r" b="b"/>
              <a:pathLst>
                <a:path w="393" h="372" extrusionOk="0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3" name="Google Shape;51763;p49"/>
            <p:cNvSpPr/>
            <p:nvPr/>
          </p:nvSpPr>
          <p:spPr>
            <a:xfrm>
              <a:off x="3171422" y="3818505"/>
              <a:ext cx="27485" cy="26021"/>
            </a:xfrm>
            <a:custGeom>
              <a:avLst/>
              <a:gdLst/>
              <a:ahLst/>
              <a:cxnLst/>
              <a:rect l="l" t="t" r="r" b="b"/>
              <a:pathLst>
                <a:path w="244" h="231" extrusionOk="0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4" name="Google Shape;51764;p49"/>
            <p:cNvSpPr/>
            <p:nvPr/>
          </p:nvSpPr>
          <p:spPr>
            <a:xfrm>
              <a:off x="3177505" y="3773785"/>
              <a:ext cx="12278" cy="53957"/>
            </a:xfrm>
            <a:custGeom>
              <a:avLst/>
              <a:gdLst/>
              <a:ahLst/>
              <a:cxnLst/>
              <a:rect l="l" t="t" r="r" b="b"/>
              <a:pathLst>
                <a:path w="109" h="479" extrusionOk="0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5" name="Google Shape;51765;p49"/>
            <p:cNvSpPr/>
            <p:nvPr/>
          </p:nvSpPr>
          <p:spPr>
            <a:xfrm>
              <a:off x="3111496" y="3796539"/>
              <a:ext cx="28950" cy="26697"/>
            </a:xfrm>
            <a:custGeom>
              <a:avLst/>
              <a:gdLst/>
              <a:ahLst/>
              <a:cxnLst/>
              <a:rect l="l" t="t" r="r" b="b"/>
              <a:pathLst>
                <a:path w="257" h="237" extrusionOk="0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6" name="Google Shape;51766;p49"/>
            <p:cNvSpPr/>
            <p:nvPr/>
          </p:nvSpPr>
          <p:spPr>
            <a:xfrm>
              <a:off x="3125914" y="3763872"/>
              <a:ext cx="41115" cy="45734"/>
            </a:xfrm>
            <a:custGeom>
              <a:avLst/>
              <a:gdLst/>
              <a:ahLst/>
              <a:cxnLst/>
              <a:rect l="l" t="t" r="r" b="b"/>
              <a:pathLst>
                <a:path w="365" h="406" extrusionOk="0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7" name="Google Shape;51767;p49"/>
            <p:cNvSpPr/>
            <p:nvPr/>
          </p:nvSpPr>
          <p:spPr>
            <a:xfrm>
              <a:off x="3084912" y="3739541"/>
              <a:ext cx="27485" cy="2681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8" name="Google Shape;51768;p49"/>
            <p:cNvSpPr/>
            <p:nvPr/>
          </p:nvSpPr>
          <p:spPr>
            <a:xfrm>
              <a:off x="3103160" y="3744160"/>
              <a:ext cx="53281" cy="12954"/>
            </a:xfrm>
            <a:custGeom>
              <a:avLst/>
              <a:gdLst/>
              <a:ahLst/>
              <a:cxnLst/>
              <a:rect l="l" t="t" r="r" b="b"/>
              <a:pathLst>
                <a:path w="473" h="115" extrusionOk="0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9" name="Google Shape;51769;p49"/>
            <p:cNvSpPr/>
            <p:nvPr/>
          </p:nvSpPr>
          <p:spPr>
            <a:xfrm>
              <a:off x="3103836" y="3679840"/>
              <a:ext cx="29738" cy="26359"/>
            </a:xfrm>
            <a:custGeom>
              <a:avLst/>
              <a:gdLst/>
              <a:ahLst/>
              <a:cxnLst/>
              <a:rect l="l" t="t" r="r" b="b"/>
              <a:pathLst>
                <a:path w="264" h="234" extrusionOk="0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0" name="Google Shape;51770;p49"/>
            <p:cNvSpPr/>
            <p:nvPr/>
          </p:nvSpPr>
          <p:spPr>
            <a:xfrm>
              <a:off x="3119043" y="3692456"/>
              <a:ext cx="46522" cy="41115"/>
            </a:xfrm>
            <a:custGeom>
              <a:avLst/>
              <a:gdLst/>
              <a:ahLst/>
              <a:cxnLst/>
              <a:rect l="l" t="t" r="r" b="b"/>
              <a:pathLst>
                <a:path w="413" h="365" extrusionOk="0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0_1_1_1_1_1">
    <p:spTree>
      <p:nvGrpSpPr>
        <p:cNvPr id="1" name="Shape 51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72" name="Google Shape;51772;p50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51773" name="Google Shape;51773;p50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4" name="Google Shape;51774;p50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5" name="Google Shape;51775;p50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6" name="Google Shape;51776;p50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7" name="Google Shape;51777;p50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8" name="Google Shape;51778;p50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9" name="Google Shape;51779;p50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0" name="Google Shape;51780;p50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1" name="Google Shape;51781;p50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2" name="Google Shape;51782;p50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3" name="Google Shape;51783;p50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4" name="Google Shape;51784;p50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5" name="Google Shape;51785;p50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6" name="Google Shape;51786;p50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7" name="Google Shape;51787;p50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8" name="Google Shape;51788;p50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9" name="Google Shape;51789;p50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0" name="Google Shape;51790;p50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1" name="Google Shape;51791;p50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2" name="Google Shape;51792;p50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3" name="Google Shape;51793;p50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4" name="Google Shape;51794;p50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5" name="Google Shape;51795;p50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6" name="Google Shape;51796;p50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7" name="Google Shape;51797;p50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8" name="Google Shape;51798;p50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9" name="Google Shape;51799;p50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0" name="Google Shape;51800;p50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1" name="Google Shape;51801;p50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2" name="Google Shape;51802;p50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3" name="Google Shape;51803;p50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4" name="Google Shape;51804;p50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5" name="Google Shape;51805;p50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6" name="Google Shape;51806;p50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7" name="Google Shape;51807;p50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8" name="Google Shape;51808;p50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9" name="Google Shape;51809;p50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0" name="Google Shape;51810;p50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1" name="Google Shape;51811;p50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2" name="Google Shape;51812;p50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3" name="Google Shape;51813;p50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4" name="Google Shape;51814;p50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5" name="Google Shape;51815;p50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6" name="Google Shape;51816;p50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7" name="Google Shape;51817;p50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8" name="Google Shape;51818;p50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9" name="Google Shape;51819;p50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0" name="Google Shape;51820;p50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1" name="Google Shape;51821;p50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2" name="Google Shape;51822;p50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3" name="Google Shape;51823;p50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4" name="Google Shape;51824;p50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5" name="Google Shape;51825;p50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6" name="Google Shape;51826;p50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7" name="Google Shape;51827;p50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8" name="Google Shape;51828;p50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9" name="Google Shape;51829;p50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0" name="Google Shape;51830;p50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1" name="Google Shape;51831;p50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2" name="Google Shape;51832;p50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3" name="Google Shape;51833;p50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4" name="Google Shape;51834;p50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5" name="Google Shape;51835;p50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6" name="Google Shape;51836;p50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7" name="Google Shape;51837;p50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8" name="Google Shape;51838;p50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9" name="Google Shape;51839;p50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0" name="Google Shape;51840;p50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1" name="Google Shape;51841;p50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2" name="Google Shape;51842;p50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3" name="Google Shape;51843;p50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4" name="Google Shape;51844;p50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5" name="Google Shape;51845;p50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6" name="Google Shape;51846;p50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7" name="Google Shape;51847;p50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8" name="Google Shape;51848;p50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9" name="Google Shape;51849;p50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0" name="Google Shape;51850;p50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1" name="Google Shape;51851;p50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2" name="Google Shape;51852;p50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3" name="Google Shape;51853;p50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4" name="Google Shape;51854;p50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5" name="Google Shape;51855;p50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6" name="Google Shape;51856;p50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7" name="Google Shape;51857;p50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8" name="Google Shape;51858;p50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9" name="Google Shape;51859;p50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0" name="Google Shape;51860;p50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1" name="Google Shape;51861;p50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2" name="Google Shape;51862;p50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3" name="Google Shape;51863;p50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4" name="Google Shape;51864;p50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5" name="Google Shape;51865;p50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6" name="Google Shape;51866;p50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7" name="Google Shape;51867;p50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8" name="Google Shape;51868;p50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9" name="Google Shape;51869;p50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0" name="Google Shape;51870;p50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1" name="Google Shape;51871;p50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2" name="Google Shape;51872;p50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3" name="Google Shape;51873;p50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4" name="Google Shape;51874;p50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5" name="Google Shape;51875;p50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6" name="Google Shape;51876;p50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7" name="Google Shape;51877;p50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8" name="Google Shape;51878;p50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9" name="Google Shape;51879;p50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0" name="Google Shape;51880;p50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1" name="Google Shape;51881;p50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2" name="Google Shape;51882;p50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3" name="Google Shape;51883;p50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4" name="Google Shape;51884;p50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5" name="Google Shape;51885;p50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6" name="Google Shape;51886;p50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7" name="Google Shape;51887;p50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8" name="Google Shape;51888;p50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9" name="Google Shape;51889;p50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0" name="Google Shape;51890;p50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1" name="Google Shape;51891;p50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2" name="Google Shape;51892;p50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3" name="Google Shape;51893;p50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4" name="Google Shape;51894;p50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5" name="Google Shape;51895;p50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6" name="Google Shape;51896;p50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7" name="Google Shape;51897;p50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8" name="Google Shape;51898;p50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9" name="Google Shape;51899;p50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0" name="Google Shape;51900;p50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1" name="Google Shape;51901;p50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2" name="Google Shape;51902;p50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3" name="Google Shape;51903;p50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4" name="Google Shape;51904;p50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5" name="Google Shape;51905;p50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6" name="Google Shape;51906;p50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7" name="Google Shape;51907;p50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8" name="Google Shape;51908;p50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9" name="Google Shape;51909;p50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0" name="Google Shape;51910;p50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1" name="Google Shape;51911;p50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2" name="Google Shape;51912;p50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3" name="Google Shape;51913;p50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4" name="Google Shape;51914;p50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5" name="Google Shape;51915;p50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6" name="Google Shape;51916;p50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7" name="Google Shape;51917;p50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8" name="Google Shape;51918;p50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9" name="Google Shape;51919;p50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0" name="Google Shape;51920;p50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1" name="Google Shape;51921;p50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2" name="Google Shape;51922;p50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3" name="Google Shape;51923;p50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4" name="Google Shape;51924;p50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5" name="Google Shape;51925;p50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6" name="Google Shape;51926;p50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7" name="Google Shape;51927;p50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8" name="Google Shape;51928;p50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9" name="Google Shape;51929;p50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0" name="Google Shape;51930;p50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1" name="Google Shape;51931;p50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2" name="Google Shape;51932;p50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3" name="Google Shape;51933;p50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4" name="Google Shape;51934;p50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5" name="Google Shape;51935;p50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6" name="Google Shape;51936;p50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7" name="Google Shape;51937;p50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8" name="Google Shape;51938;p50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9" name="Google Shape;51939;p50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0" name="Google Shape;51940;p50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1" name="Google Shape;51941;p50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2" name="Google Shape;51942;p50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3" name="Google Shape;51943;p50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4" name="Google Shape;51944;p50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5" name="Google Shape;51945;p50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6" name="Google Shape;51946;p50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7" name="Google Shape;51947;p50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8" name="Google Shape;51948;p50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9" name="Google Shape;51949;p50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0" name="Google Shape;51950;p50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1" name="Google Shape;51951;p50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2" name="Google Shape;51952;p50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3" name="Google Shape;51953;p50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4" name="Google Shape;51954;p50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5" name="Google Shape;51955;p50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6" name="Google Shape;51956;p50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7" name="Google Shape;51957;p50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8" name="Google Shape;51958;p50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9" name="Google Shape;51959;p50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0" name="Google Shape;51960;p50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1" name="Google Shape;51961;p50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2" name="Google Shape;51962;p50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3" name="Google Shape;51963;p50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4" name="Google Shape;51964;p50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5" name="Google Shape;51965;p50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6" name="Google Shape;51966;p50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7" name="Google Shape;51967;p50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8" name="Google Shape;51968;p50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9" name="Google Shape;51969;p50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0" name="Google Shape;51970;p50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1" name="Google Shape;51971;p50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2" name="Google Shape;51972;p50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3" name="Google Shape;51973;p50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4" name="Google Shape;51974;p50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5" name="Google Shape;51975;p50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6" name="Google Shape;51976;p50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7" name="Google Shape;51977;p50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8" name="Google Shape;51978;p50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9" name="Google Shape;51979;p50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0" name="Google Shape;51980;p50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1" name="Google Shape;51981;p50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2" name="Google Shape;51982;p50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3" name="Google Shape;51983;p50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4" name="Google Shape;51984;p50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5" name="Google Shape;51985;p50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6" name="Google Shape;51986;p50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7" name="Google Shape;51987;p50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8" name="Google Shape;51988;p50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9" name="Google Shape;51989;p50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0" name="Google Shape;51990;p50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1" name="Google Shape;51991;p50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2" name="Google Shape;51992;p50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3" name="Google Shape;51993;p50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4" name="Google Shape;51994;p50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5" name="Google Shape;51995;p50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6" name="Google Shape;51996;p50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7" name="Google Shape;51997;p50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8" name="Google Shape;51998;p50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9" name="Google Shape;51999;p50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0" name="Google Shape;52000;p50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1" name="Google Shape;52001;p50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2" name="Google Shape;52002;p50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3" name="Google Shape;52003;p50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4" name="Google Shape;52004;p50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5" name="Google Shape;52005;p50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6" name="Google Shape;52006;p50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7" name="Google Shape;52007;p50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8" name="Google Shape;52008;p50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9" name="Google Shape;52009;p50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0" name="Google Shape;52010;p50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1" name="Google Shape;52011;p50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2" name="Google Shape;52012;p50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3" name="Google Shape;52013;p50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4" name="Google Shape;52014;p50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5" name="Google Shape;52015;p50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6" name="Google Shape;52016;p50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7" name="Google Shape;52017;p50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8" name="Google Shape;52018;p50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9" name="Google Shape;52019;p50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0" name="Google Shape;52020;p50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1" name="Google Shape;52021;p50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2" name="Google Shape;52022;p50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3" name="Google Shape;52023;p50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4" name="Google Shape;52024;p50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5" name="Google Shape;52025;p50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6" name="Google Shape;52026;p50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7" name="Google Shape;52027;p50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8" name="Google Shape;52028;p50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9" name="Google Shape;52029;p50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0" name="Google Shape;52030;p50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1" name="Google Shape;52031;p50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2" name="Google Shape;52032;p50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3" name="Google Shape;52033;p50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4" name="Google Shape;52034;p50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5" name="Google Shape;52035;p50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6" name="Google Shape;52036;p50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7" name="Google Shape;52037;p50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8" name="Google Shape;52038;p50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9" name="Google Shape;52039;p50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0" name="Google Shape;52040;p50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1" name="Google Shape;52041;p50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2" name="Google Shape;52042;p50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3" name="Google Shape;52043;p50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4" name="Google Shape;52044;p50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5" name="Google Shape;52045;p50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6" name="Google Shape;52046;p50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7" name="Google Shape;52047;p50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8" name="Google Shape;52048;p50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9" name="Google Shape;52049;p50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0" name="Google Shape;52050;p50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1" name="Google Shape;52051;p50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2" name="Google Shape;52052;p50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3" name="Google Shape;52053;p50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4" name="Google Shape;52054;p50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5" name="Google Shape;52055;p50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6" name="Google Shape;52056;p50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7" name="Google Shape;52057;p50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8" name="Google Shape;52058;p50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9" name="Google Shape;52059;p50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0" name="Google Shape;52060;p50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1" name="Google Shape;52061;p50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2" name="Google Shape;52062;p50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3" name="Google Shape;52063;p50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4" name="Google Shape;52064;p50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5" name="Google Shape;52065;p50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6" name="Google Shape;52066;p50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7" name="Google Shape;52067;p50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8" name="Google Shape;52068;p50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9" name="Google Shape;52069;p50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0" name="Google Shape;52070;p50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1" name="Google Shape;52071;p50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2" name="Google Shape;52072;p50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3" name="Google Shape;52073;p50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4" name="Google Shape;52074;p50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5" name="Google Shape;52075;p50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6" name="Google Shape;52076;p50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7" name="Google Shape;52077;p50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8" name="Google Shape;52078;p50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9" name="Google Shape;52079;p50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0" name="Google Shape;52080;p50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1" name="Google Shape;52081;p50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2" name="Google Shape;52082;p50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3" name="Google Shape;52083;p50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4" name="Google Shape;52084;p50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5" name="Google Shape;52085;p50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6" name="Google Shape;52086;p50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7" name="Google Shape;52087;p50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8" name="Google Shape;52088;p50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9" name="Google Shape;52089;p50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0" name="Google Shape;52090;p50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1" name="Google Shape;52091;p50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2" name="Google Shape;52092;p50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3" name="Google Shape;52093;p50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4" name="Google Shape;52094;p50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5" name="Google Shape;52095;p50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6" name="Google Shape;52096;p50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7" name="Google Shape;52097;p50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8" name="Google Shape;52098;p50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9" name="Google Shape;52099;p50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0" name="Google Shape;52100;p50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1" name="Google Shape;52101;p50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2" name="Google Shape;52102;p50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3" name="Google Shape;52103;p50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4" name="Google Shape;52104;p50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5" name="Google Shape;52105;p50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6" name="Google Shape;52106;p50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7" name="Google Shape;52107;p50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8" name="Google Shape;52108;p50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9" name="Google Shape;52109;p50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0" name="Google Shape;52110;p50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1" name="Google Shape;52111;p50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2" name="Google Shape;52112;p50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3" name="Google Shape;52113;p50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4" name="Google Shape;52114;p50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5" name="Google Shape;52115;p50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6" name="Google Shape;52116;p50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7" name="Google Shape;52117;p50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8" name="Google Shape;52118;p50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9" name="Google Shape;52119;p50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0" name="Google Shape;52120;p50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1" name="Google Shape;52121;p50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2" name="Google Shape;52122;p50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3" name="Google Shape;52123;p50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4" name="Google Shape;52124;p50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5" name="Google Shape;52125;p50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6" name="Google Shape;52126;p50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7" name="Google Shape;52127;p50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8" name="Google Shape;52128;p50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9" name="Google Shape;52129;p50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0" name="Google Shape;52130;p50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1" name="Google Shape;52131;p50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2" name="Google Shape;52132;p50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3" name="Google Shape;52133;p50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4" name="Google Shape;52134;p50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5" name="Google Shape;52135;p50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6" name="Google Shape;52136;p50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7" name="Google Shape;52137;p50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8" name="Google Shape;52138;p50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9" name="Google Shape;52139;p50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0" name="Google Shape;52140;p50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1" name="Google Shape;52141;p50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2" name="Google Shape;52142;p50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3" name="Google Shape;52143;p50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4" name="Google Shape;52144;p50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5" name="Google Shape;52145;p50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6" name="Google Shape;52146;p50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7" name="Google Shape;52147;p50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8" name="Google Shape;52148;p50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9" name="Google Shape;52149;p50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0" name="Google Shape;52150;p50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1" name="Google Shape;52151;p50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2" name="Google Shape;52152;p50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3" name="Google Shape;52153;p50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4" name="Google Shape;52154;p50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5" name="Google Shape;52155;p50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6" name="Google Shape;52156;p50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7" name="Google Shape;52157;p50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8" name="Google Shape;52158;p50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9" name="Google Shape;52159;p50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0" name="Google Shape;52160;p50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1" name="Google Shape;52161;p50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2" name="Google Shape;52162;p50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3" name="Google Shape;52163;p50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4" name="Google Shape;52164;p50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5" name="Google Shape;52165;p50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6" name="Google Shape;52166;p50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7" name="Google Shape;52167;p50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8" name="Google Shape;52168;p50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9" name="Google Shape;52169;p50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0" name="Google Shape;52170;p50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1" name="Google Shape;52171;p50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2" name="Google Shape;52172;p50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3" name="Google Shape;52173;p50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4" name="Google Shape;52174;p50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5" name="Google Shape;52175;p50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6" name="Google Shape;52176;p50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7" name="Google Shape;52177;p50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8" name="Google Shape;52178;p50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9" name="Google Shape;52179;p50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0" name="Google Shape;52180;p50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1" name="Google Shape;52181;p50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2" name="Google Shape;52182;p50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3" name="Google Shape;52183;p50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4" name="Google Shape;52184;p50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5" name="Google Shape;52185;p50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6" name="Google Shape;52186;p50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7" name="Google Shape;52187;p50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8" name="Google Shape;52188;p50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9" name="Google Shape;52189;p50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0" name="Google Shape;52190;p50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1" name="Google Shape;52191;p50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2" name="Google Shape;52192;p50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3" name="Google Shape;52193;p50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4" name="Google Shape;52194;p50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5" name="Google Shape;52195;p50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6" name="Google Shape;52196;p50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7" name="Google Shape;52197;p50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8" name="Google Shape;52198;p50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9" name="Google Shape;52199;p50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0" name="Google Shape;52200;p50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1" name="Google Shape;52201;p50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2" name="Google Shape;52202;p50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3" name="Google Shape;52203;p50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4" name="Google Shape;52204;p50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5" name="Google Shape;52205;p50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6" name="Google Shape;52206;p50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7" name="Google Shape;52207;p50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8" name="Google Shape;52208;p50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9" name="Google Shape;52209;p50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0" name="Google Shape;52210;p50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1" name="Google Shape;52211;p50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2" name="Google Shape;52212;p50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3" name="Google Shape;52213;p50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4" name="Google Shape;52214;p50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5" name="Google Shape;52215;p50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6" name="Google Shape;52216;p50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7" name="Google Shape;52217;p50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8" name="Google Shape;52218;p50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9" name="Google Shape;52219;p50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0" name="Google Shape;52220;p50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1" name="Google Shape;52221;p50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2" name="Google Shape;52222;p50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3" name="Google Shape;52223;p50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4" name="Google Shape;52224;p50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5" name="Google Shape;52225;p50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6" name="Google Shape;52226;p50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7" name="Google Shape;52227;p50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8" name="Google Shape;52228;p50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9" name="Google Shape;52229;p50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0" name="Google Shape;52230;p50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1" name="Google Shape;52231;p50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2" name="Google Shape;52232;p50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3" name="Google Shape;52233;p50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4" name="Google Shape;52234;p50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5" name="Google Shape;52235;p50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6" name="Google Shape;52236;p50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7" name="Google Shape;52237;p50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8" name="Google Shape;52238;p50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9" name="Google Shape;52239;p50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0" name="Google Shape;52240;p50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1" name="Google Shape;52241;p50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2" name="Google Shape;52242;p50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3" name="Google Shape;52243;p50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4" name="Google Shape;52244;p50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5" name="Google Shape;52245;p50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6" name="Google Shape;52246;p50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7" name="Google Shape;52247;p50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8" name="Google Shape;52248;p50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9" name="Google Shape;52249;p50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0" name="Google Shape;52250;p50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1" name="Google Shape;52251;p50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2" name="Google Shape;52252;p50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3" name="Google Shape;52253;p50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4" name="Google Shape;52254;p50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5" name="Google Shape;52255;p50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6" name="Google Shape;52256;p50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7" name="Google Shape;52257;p50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8" name="Google Shape;52258;p50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9" name="Google Shape;52259;p50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0" name="Google Shape;52260;p50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1" name="Google Shape;52261;p50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2" name="Google Shape;52262;p50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3" name="Google Shape;52263;p50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4" name="Google Shape;52264;p50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5" name="Google Shape;52265;p50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6" name="Google Shape;52266;p50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7" name="Google Shape;52267;p50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8" name="Google Shape;52268;p50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9" name="Google Shape;52269;p50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0" name="Google Shape;52270;p50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1" name="Google Shape;52271;p50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2" name="Google Shape;52272;p50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3" name="Google Shape;52273;p50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4" name="Google Shape;52274;p50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5" name="Google Shape;52275;p50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6" name="Google Shape;52276;p50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7" name="Google Shape;52277;p50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8" name="Google Shape;52278;p50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9" name="Google Shape;52279;p50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0" name="Google Shape;52280;p50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1" name="Google Shape;52281;p50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2" name="Google Shape;52282;p50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3" name="Google Shape;52283;p50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4" name="Google Shape;52284;p50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5" name="Google Shape;52285;p50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6" name="Google Shape;52286;p50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7" name="Google Shape;52287;p50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8" name="Google Shape;52288;p50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9" name="Google Shape;52289;p50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0" name="Google Shape;52290;p50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1" name="Google Shape;52291;p50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2" name="Google Shape;52292;p50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3" name="Google Shape;52293;p50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4" name="Google Shape;52294;p50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5" name="Google Shape;52295;p50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6" name="Google Shape;52296;p50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7" name="Google Shape;52297;p50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8" name="Google Shape;52298;p50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9" name="Google Shape;52299;p50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0" name="Google Shape;52300;p50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1" name="Google Shape;52301;p50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2" name="Google Shape;52302;p50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3" name="Google Shape;52303;p50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4" name="Google Shape;52304;p50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5" name="Google Shape;52305;p50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6" name="Google Shape;52306;p50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7" name="Google Shape;52307;p50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8" name="Google Shape;52308;p50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9" name="Google Shape;52309;p50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0" name="Google Shape;52310;p50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1" name="Google Shape;52311;p50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2" name="Google Shape;52312;p50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3" name="Google Shape;52313;p50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4" name="Google Shape;52314;p50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5" name="Google Shape;52315;p50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6" name="Google Shape;52316;p50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7" name="Google Shape;52317;p50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8" name="Google Shape;52318;p50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9" name="Google Shape;52319;p50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0" name="Google Shape;52320;p50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1" name="Google Shape;52321;p50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2" name="Google Shape;52322;p50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3" name="Google Shape;52323;p50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4" name="Google Shape;52324;p50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5" name="Google Shape;52325;p50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6" name="Google Shape;52326;p50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7" name="Google Shape;52327;p50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8" name="Google Shape;52328;p50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9" name="Google Shape;52329;p50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0" name="Google Shape;52330;p50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1" name="Google Shape;52331;p50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2" name="Google Shape;52332;p50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3" name="Google Shape;52333;p50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4" name="Google Shape;52334;p50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5" name="Google Shape;52335;p50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6" name="Google Shape;52336;p50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7" name="Google Shape;52337;p50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8" name="Google Shape;52338;p50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9" name="Google Shape;52339;p50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0" name="Google Shape;52340;p50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1" name="Google Shape;52341;p50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2" name="Google Shape;52342;p50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3" name="Google Shape;52343;p50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4" name="Google Shape;52344;p50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5" name="Google Shape;52345;p50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6" name="Google Shape;52346;p50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7" name="Google Shape;52347;p50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8" name="Google Shape;52348;p50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9" name="Google Shape;52349;p50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0" name="Google Shape;52350;p50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1" name="Google Shape;52351;p50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2" name="Google Shape;52352;p50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3" name="Google Shape;52353;p50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4" name="Google Shape;52354;p50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5" name="Google Shape;52355;p50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6" name="Google Shape;52356;p50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7" name="Google Shape;52357;p50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8" name="Google Shape;52358;p50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9" name="Google Shape;52359;p50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0" name="Google Shape;52360;p50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1" name="Google Shape;52361;p50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2" name="Google Shape;52362;p50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3" name="Google Shape;52363;p50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4" name="Google Shape;52364;p50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5" name="Google Shape;52365;p50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6" name="Google Shape;52366;p50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7" name="Google Shape;52367;p50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8" name="Google Shape;52368;p50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9" name="Google Shape;52369;p50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0" name="Google Shape;52370;p50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1" name="Google Shape;52371;p50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2" name="Google Shape;52372;p50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3" name="Google Shape;52373;p50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4" name="Google Shape;52374;p50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5" name="Google Shape;52375;p50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6" name="Google Shape;52376;p50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7" name="Google Shape;52377;p50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8" name="Google Shape;52378;p50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9" name="Google Shape;52379;p50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0" name="Google Shape;52380;p50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1" name="Google Shape;52381;p50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2" name="Google Shape;52382;p50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3" name="Google Shape;52383;p50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4" name="Google Shape;52384;p50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5" name="Google Shape;52385;p50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6" name="Google Shape;52386;p50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7" name="Google Shape;52387;p50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8" name="Google Shape;52388;p50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9" name="Google Shape;52389;p50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0" name="Google Shape;52390;p50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1" name="Google Shape;52391;p50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2" name="Google Shape;52392;p50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3" name="Google Shape;52393;p50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4" name="Google Shape;52394;p50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5" name="Google Shape;52395;p50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6" name="Google Shape;52396;p50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7" name="Google Shape;52397;p50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8" name="Google Shape;52398;p50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9" name="Google Shape;52399;p50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0" name="Google Shape;52400;p50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1" name="Google Shape;52401;p50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2" name="Google Shape;52402;p50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3" name="Google Shape;52403;p50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4" name="Google Shape;52404;p50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5" name="Google Shape;52405;p50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6" name="Google Shape;52406;p50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7" name="Google Shape;52407;p50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8" name="Google Shape;52408;p50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9" name="Google Shape;52409;p50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0" name="Google Shape;52410;p50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1" name="Google Shape;52411;p50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2" name="Google Shape;52412;p50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3" name="Google Shape;52413;p50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4" name="Google Shape;52414;p50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5" name="Google Shape;52415;p50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6" name="Google Shape;52416;p50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7" name="Google Shape;52417;p50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8" name="Google Shape;52418;p50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9" name="Google Shape;52419;p50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0" name="Google Shape;52420;p50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1" name="Google Shape;52421;p50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2" name="Google Shape;52422;p50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3" name="Google Shape;52423;p50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4" name="Google Shape;52424;p50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5" name="Google Shape;52425;p50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6" name="Google Shape;52426;p50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7" name="Google Shape;52427;p50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8" name="Google Shape;52428;p50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9" name="Google Shape;52429;p50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0" name="Google Shape;52430;p50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1" name="Google Shape;52431;p50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2" name="Google Shape;52432;p50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3" name="Google Shape;52433;p50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4" name="Google Shape;52434;p50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5" name="Google Shape;52435;p50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6" name="Google Shape;52436;p50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7" name="Google Shape;52437;p50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8" name="Google Shape;52438;p50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9" name="Google Shape;52439;p50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0" name="Google Shape;52440;p50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1" name="Google Shape;52441;p50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2" name="Google Shape;52442;p50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3" name="Google Shape;52443;p50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4" name="Google Shape;52444;p50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5" name="Google Shape;52445;p50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6" name="Google Shape;52446;p50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7" name="Google Shape;52447;p50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8" name="Google Shape;52448;p50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9" name="Google Shape;52449;p50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0" name="Google Shape;52450;p50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1" name="Google Shape;52451;p50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2" name="Google Shape;52452;p50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3" name="Google Shape;52453;p50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4" name="Google Shape;52454;p50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5" name="Google Shape;52455;p50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6" name="Google Shape;52456;p50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7" name="Google Shape;52457;p50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8" name="Google Shape;52458;p50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9" name="Google Shape;52459;p50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0" name="Google Shape;52460;p50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1" name="Google Shape;52461;p50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2" name="Google Shape;52462;p50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3" name="Google Shape;52463;p50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4" name="Google Shape;52464;p50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5" name="Google Shape;52465;p50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6" name="Google Shape;52466;p50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7" name="Google Shape;52467;p50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8" name="Google Shape;52468;p50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9" name="Google Shape;52469;p50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0" name="Google Shape;52470;p50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1" name="Google Shape;52471;p50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2" name="Google Shape;52472;p50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3" name="Google Shape;52473;p50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4" name="Google Shape;52474;p50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5" name="Google Shape;52475;p50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6" name="Google Shape;52476;p50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7" name="Google Shape;52477;p50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8" name="Google Shape;52478;p50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9" name="Google Shape;52479;p50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0" name="Google Shape;52480;p50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1" name="Google Shape;52481;p50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2" name="Google Shape;52482;p50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3" name="Google Shape;52483;p50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4" name="Google Shape;52484;p50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5" name="Google Shape;52485;p50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6" name="Google Shape;52486;p50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7" name="Google Shape;52487;p50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8" name="Google Shape;52488;p50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9" name="Google Shape;52489;p50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0" name="Google Shape;52490;p50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1" name="Google Shape;52491;p50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2" name="Google Shape;52492;p50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3" name="Google Shape;52493;p50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4" name="Google Shape;52494;p50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5" name="Google Shape;52495;p50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6" name="Google Shape;52496;p50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7" name="Google Shape;52497;p50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8" name="Google Shape;52498;p50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9" name="Google Shape;52499;p50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0" name="Google Shape;52500;p50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1" name="Google Shape;52501;p50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2" name="Google Shape;52502;p50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3" name="Google Shape;52503;p50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4" name="Google Shape;52504;p50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5" name="Google Shape;52505;p50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6" name="Google Shape;52506;p50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7" name="Google Shape;52507;p50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8" name="Google Shape;52508;p50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9" name="Google Shape;52509;p50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0" name="Google Shape;52510;p50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1" name="Google Shape;52511;p50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2" name="Google Shape;52512;p50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3" name="Google Shape;52513;p50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4" name="Google Shape;52514;p50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5" name="Google Shape;52515;p50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6" name="Google Shape;52516;p50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7" name="Google Shape;52517;p50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8" name="Google Shape;52518;p50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9" name="Google Shape;52519;p50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0" name="Google Shape;52520;p50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1" name="Google Shape;52521;p50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2" name="Google Shape;52522;p50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3" name="Google Shape;52523;p50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4" name="Google Shape;52524;p50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5" name="Google Shape;52525;p50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6" name="Google Shape;52526;p50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7" name="Google Shape;52527;p50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8" name="Google Shape;52528;p50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9" name="Google Shape;52529;p50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0" name="Google Shape;52530;p50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1" name="Google Shape;52531;p50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2" name="Google Shape;52532;p50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3" name="Google Shape;52533;p50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4" name="Google Shape;52534;p50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5" name="Google Shape;52535;p50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6" name="Google Shape;52536;p50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7" name="Google Shape;52537;p50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8" name="Google Shape;52538;p50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9" name="Google Shape;52539;p50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0" name="Google Shape;52540;p50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1" name="Google Shape;52541;p50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2" name="Google Shape;52542;p50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3" name="Google Shape;52543;p50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4" name="Google Shape;52544;p50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5" name="Google Shape;52545;p50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6" name="Google Shape;52546;p50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7" name="Google Shape;52547;p50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8" name="Google Shape;52548;p50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9" name="Google Shape;52549;p50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0" name="Google Shape;52550;p50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1" name="Google Shape;52551;p50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2" name="Google Shape;52552;p50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3" name="Google Shape;52553;p50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4" name="Google Shape;52554;p50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5" name="Google Shape;52555;p50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6" name="Google Shape;52556;p50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7" name="Google Shape;52557;p50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8" name="Google Shape;52558;p50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9" name="Google Shape;52559;p50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0" name="Google Shape;52560;p50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1" name="Google Shape;52561;p50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2" name="Google Shape;52562;p50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3" name="Google Shape;52563;p50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4" name="Google Shape;52564;p50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5" name="Google Shape;52565;p50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6" name="Google Shape;52566;p50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7" name="Google Shape;52567;p50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8" name="Google Shape;52568;p50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9" name="Google Shape;52569;p50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0" name="Google Shape;52570;p50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1" name="Google Shape;52571;p50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2" name="Google Shape;52572;p50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3" name="Google Shape;52573;p50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4" name="Google Shape;52574;p50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5" name="Google Shape;52575;p50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6" name="Google Shape;52576;p50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7" name="Google Shape;52577;p50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8" name="Google Shape;52578;p50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9" name="Google Shape;52579;p50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0" name="Google Shape;52580;p50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1" name="Google Shape;52581;p50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2" name="Google Shape;52582;p50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3" name="Google Shape;52583;p50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4" name="Google Shape;52584;p50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5" name="Google Shape;52585;p50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6" name="Google Shape;52586;p50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7" name="Google Shape;52587;p50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8" name="Google Shape;52588;p50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9" name="Google Shape;52589;p50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0" name="Google Shape;52590;p50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1" name="Google Shape;52591;p50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2" name="Google Shape;52592;p50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3" name="Google Shape;52593;p50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4" name="Google Shape;52594;p50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5" name="Google Shape;52595;p50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6" name="Google Shape;52596;p50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7" name="Google Shape;52597;p50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8" name="Google Shape;52598;p50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9" name="Google Shape;52599;p50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0" name="Google Shape;52600;p50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1" name="Google Shape;52601;p50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2" name="Google Shape;52602;p50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3" name="Google Shape;52603;p50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4" name="Google Shape;52604;p50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5" name="Google Shape;52605;p50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6" name="Google Shape;52606;p50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7" name="Google Shape;52607;p50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8" name="Google Shape;52608;p50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9" name="Google Shape;52609;p50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0" name="Google Shape;52610;p50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1" name="Google Shape;52611;p50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2" name="Google Shape;52612;p50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3" name="Google Shape;52613;p50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4" name="Google Shape;52614;p50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5" name="Google Shape;52615;p50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6" name="Google Shape;52616;p50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7" name="Google Shape;52617;p50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8" name="Google Shape;52618;p50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9" name="Google Shape;52619;p50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0" name="Google Shape;52620;p50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1" name="Google Shape;52621;p50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2" name="Google Shape;52622;p50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3" name="Google Shape;52623;p50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4" name="Google Shape;52624;p50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5" name="Google Shape;52625;p50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6" name="Google Shape;52626;p50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7" name="Google Shape;52627;p50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8" name="Google Shape;52628;p50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9" name="Google Shape;52629;p50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0" name="Google Shape;52630;p50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1" name="Google Shape;52631;p50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2" name="Google Shape;52632;p50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3" name="Google Shape;52633;p50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4" name="Google Shape;52634;p50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5" name="Google Shape;52635;p50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6" name="Google Shape;52636;p50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7" name="Google Shape;52637;p50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8" name="Google Shape;52638;p50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9" name="Google Shape;52639;p50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0" name="Google Shape;52640;p50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1" name="Google Shape;52641;p50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2" name="Google Shape;52642;p50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3" name="Google Shape;52643;p50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4" name="Google Shape;52644;p50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5" name="Google Shape;52645;p50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6" name="Google Shape;52646;p50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7" name="Google Shape;52647;p50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8" name="Google Shape;52648;p50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9" name="Google Shape;52649;p50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0" name="Google Shape;52650;p50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1" name="Google Shape;52651;p50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2" name="Google Shape;52652;p50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3" name="Google Shape;52653;p50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4" name="Google Shape;52654;p50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5" name="Google Shape;52655;p50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6" name="Google Shape;52656;p50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7" name="Google Shape;52657;p50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8" name="Google Shape;52658;p50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9" name="Google Shape;52659;p50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0" name="Google Shape;52660;p50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1" name="Google Shape;52661;p50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2" name="Google Shape;52662;p50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3" name="Google Shape;52663;p50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4" name="Google Shape;52664;p50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5" name="Google Shape;52665;p50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6" name="Google Shape;52666;p50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7" name="Google Shape;52667;p50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8" name="Google Shape;52668;p50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9" name="Google Shape;52669;p50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0" name="Google Shape;52670;p50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1" name="Google Shape;52671;p50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2" name="Google Shape;52672;p50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3" name="Google Shape;52673;p50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4" name="Google Shape;52674;p50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5" name="Google Shape;52675;p50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6" name="Google Shape;52676;p50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7" name="Google Shape;52677;p50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8" name="Google Shape;52678;p50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9" name="Google Shape;52679;p50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0" name="Google Shape;52680;p50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1" name="Google Shape;52681;p50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2" name="Google Shape;52682;p50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3" name="Google Shape;52683;p50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4" name="Google Shape;52684;p50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5" name="Google Shape;52685;p50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6" name="Google Shape;52686;p50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7" name="Google Shape;52687;p50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8" name="Google Shape;52688;p50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9" name="Google Shape;52689;p50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0" name="Google Shape;52690;p50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1" name="Google Shape;52691;p50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2" name="Google Shape;52692;p50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3" name="Google Shape;52693;p50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4" name="Google Shape;52694;p50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5" name="Google Shape;52695;p50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6" name="Google Shape;52696;p50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7" name="Google Shape;52697;p50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8" name="Google Shape;52698;p50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9" name="Google Shape;52699;p50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0" name="Google Shape;52700;p50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1" name="Google Shape;52701;p50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2" name="Google Shape;52702;p50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3" name="Google Shape;52703;p50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4" name="Google Shape;52704;p50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5" name="Google Shape;52705;p50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6" name="Google Shape;52706;p50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7" name="Google Shape;52707;p50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8" name="Google Shape;52708;p50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9" name="Google Shape;52709;p50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0" name="Google Shape;52710;p50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1" name="Google Shape;52711;p50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2" name="Google Shape;52712;p50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3" name="Google Shape;52713;p50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4" name="Google Shape;52714;p50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5" name="Google Shape;52715;p50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6" name="Google Shape;52716;p50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7" name="Google Shape;52717;p50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8" name="Google Shape;52718;p50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9" name="Google Shape;52719;p50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0" name="Google Shape;52720;p50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1" name="Google Shape;52721;p50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2" name="Google Shape;52722;p50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3" name="Google Shape;52723;p50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4" name="Google Shape;52724;p50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5" name="Google Shape;52725;p50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6" name="Google Shape;52726;p50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7" name="Google Shape;52727;p50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8" name="Google Shape;52728;p50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9" name="Google Shape;52729;p50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0" name="Google Shape;52730;p50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1" name="Google Shape;52731;p50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2" name="Google Shape;52732;p50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3" name="Google Shape;52733;p50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4" name="Google Shape;52734;p50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5" name="Google Shape;52735;p50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6" name="Google Shape;52736;p50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7" name="Google Shape;52737;p50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8" name="Google Shape;52738;p50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9" name="Google Shape;52739;p50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0" name="Google Shape;52740;p50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1" name="Google Shape;52741;p50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2" name="Google Shape;52742;p50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3" name="Google Shape;52743;p50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4" name="Google Shape;52744;p50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5" name="Google Shape;52745;p50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6" name="Google Shape;52746;p50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7" name="Google Shape;52747;p50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8" name="Google Shape;52748;p50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9" name="Google Shape;52749;p50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0" name="Google Shape;52750;p50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1" name="Google Shape;52751;p50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2" name="Google Shape;52752;p50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3" name="Google Shape;52753;p50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4" name="Google Shape;52754;p50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5" name="Google Shape;52755;p50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6" name="Google Shape;52756;p50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7" name="Google Shape;52757;p50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8" name="Google Shape;52758;p50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9" name="Google Shape;52759;p50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0" name="Google Shape;52760;p50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1" name="Google Shape;52761;p50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2" name="Google Shape;52762;p50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3" name="Google Shape;52763;p50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4" name="Google Shape;52764;p50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5" name="Google Shape;52765;p50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6" name="Google Shape;52766;p50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7" name="Google Shape;52767;p50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8" name="Google Shape;52768;p50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9" name="Google Shape;52769;p50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0" name="Google Shape;52770;p50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1" name="Google Shape;52771;p50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2" name="Google Shape;52772;p50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3" name="Google Shape;52773;p50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4" name="Google Shape;52774;p50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5" name="Google Shape;52775;p50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6" name="Google Shape;52776;p50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7" name="Google Shape;52777;p50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8" name="Google Shape;52778;p50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9" name="Google Shape;52779;p50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0" name="Google Shape;52780;p50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1" name="Google Shape;52781;p50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2" name="Google Shape;52782;p50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3" name="Google Shape;52783;p50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4" name="Google Shape;52784;p50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5" name="Google Shape;52785;p50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6" name="Google Shape;52786;p50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7" name="Google Shape;52787;p50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8" name="Google Shape;52788;p50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9" name="Google Shape;52789;p50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0" name="Google Shape;52790;p50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1" name="Google Shape;52791;p50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2" name="Google Shape;52792;p50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3" name="Google Shape;52793;p50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4" name="Google Shape;52794;p50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795" name="Google Shape;52795;p50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96" name="Google Shape;52796;p50"/>
          <p:cNvSpPr/>
          <p:nvPr/>
        </p:nvSpPr>
        <p:spPr>
          <a:xfrm rot="4584702">
            <a:off x="1621719" y="1496020"/>
            <a:ext cx="5900563" cy="5900563"/>
          </a:xfrm>
          <a:prstGeom prst="chord">
            <a:avLst>
              <a:gd name="adj1" fmla="val 5379563"/>
              <a:gd name="adj2" fmla="val 17859353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797" name="Google Shape;52797;p50"/>
          <p:cNvGrpSpPr/>
          <p:nvPr/>
        </p:nvGrpSpPr>
        <p:grpSpPr>
          <a:xfrm>
            <a:off x="17" y="1877022"/>
            <a:ext cx="3128036" cy="3285612"/>
            <a:chOff x="4057300" y="1727225"/>
            <a:chExt cx="2554750" cy="2327250"/>
          </a:xfrm>
        </p:grpSpPr>
        <p:sp>
          <p:nvSpPr>
            <p:cNvPr id="52798" name="Google Shape;52798;p50"/>
            <p:cNvSpPr/>
            <p:nvPr/>
          </p:nvSpPr>
          <p:spPr>
            <a:xfrm>
              <a:off x="4057300" y="1793375"/>
              <a:ext cx="2538025" cy="2261100"/>
            </a:xfrm>
            <a:custGeom>
              <a:avLst/>
              <a:gdLst/>
              <a:ahLst/>
              <a:cxnLst/>
              <a:rect l="l" t="t" r="r" b="b"/>
              <a:pathLst>
                <a:path w="101521" h="90444" extrusionOk="0">
                  <a:moveTo>
                    <a:pt x="10054" y="0"/>
                  </a:moveTo>
                  <a:cubicBezTo>
                    <a:pt x="7811" y="0"/>
                    <a:pt x="5555" y="278"/>
                    <a:pt x="3545" y="949"/>
                  </a:cubicBezTo>
                  <a:cubicBezTo>
                    <a:pt x="2289" y="1367"/>
                    <a:pt x="1113" y="1626"/>
                    <a:pt x="0" y="1795"/>
                  </a:cubicBezTo>
                  <a:lnTo>
                    <a:pt x="0" y="90444"/>
                  </a:lnTo>
                  <a:lnTo>
                    <a:pt x="101521" y="90444"/>
                  </a:lnTo>
                  <a:cubicBezTo>
                    <a:pt x="92061" y="84128"/>
                    <a:pt x="79920" y="75541"/>
                    <a:pt x="70406" y="67212"/>
                  </a:cubicBezTo>
                  <a:cubicBezTo>
                    <a:pt x="52119" y="51214"/>
                    <a:pt x="24701" y="5518"/>
                    <a:pt x="22421" y="3229"/>
                  </a:cubicBezTo>
                  <a:cubicBezTo>
                    <a:pt x="20802" y="1617"/>
                    <a:pt x="15466" y="0"/>
                    <a:pt x="10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9" name="Google Shape;52799;p50"/>
            <p:cNvSpPr/>
            <p:nvPr/>
          </p:nvSpPr>
          <p:spPr>
            <a:xfrm>
              <a:off x="4669700" y="3475225"/>
              <a:ext cx="666975" cy="579250"/>
            </a:xfrm>
            <a:custGeom>
              <a:avLst/>
              <a:gdLst/>
              <a:ahLst/>
              <a:cxnLst/>
              <a:rect l="l" t="t" r="r" b="b"/>
              <a:pathLst>
                <a:path w="26679" h="23170" extrusionOk="0">
                  <a:moveTo>
                    <a:pt x="935" y="1"/>
                  </a:moveTo>
                  <a:cubicBezTo>
                    <a:pt x="0" y="1"/>
                    <a:pt x="7973" y="9915"/>
                    <a:pt x="15143" y="17887"/>
                  </a:cubicBezTo>
                  <a:cubicBezTo>
                    <a:pt x="16791" y="19722"/>
                    <a:pt x="18083" y="21486"/>
                    <a:pt x="19170" y="23170"/>
                  </a:cubicBezTo>
                  <a:lnTo>
                    <a:pt x="26679" y="23170"/>
                  </a:lnTo>
                  <a:cubicBezTo>
                    <a:pt x="26581" y="23072"/>
                    <a:pt x="26483" y="22982"/>
                    <a:pt x="26394" y="22884"/>
                  </a:cubicBezTo>
                  <a:cubicBezTo>
                    <a:pt x="7402" y="2753"/>
                    <a:pt x="2379" y="473"/>
                    <a:pt x="1016" y="19"/>
                  </a:cubicBezTo>
                  <a:cubicBezTo>
                    <a:pt x="980" y="10"/>
                    <a:pt x="962" y="1"/>
                    <a:pt x="9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0" name="Google Shape;52800;p50"/>
            <p:cNvSpPr/>
            <p:nvPr/>
          </p:nvSpPr>
          <p:spPr>
            <a:xfrm>
              <a:off x="4057300" y="2613875"/>
              <a:ext cx="938225" cy="1440600"/>
            </a:xfrm>
            <a:custGeom>
              <a:avLst/>
              <a:gdLst/>
              <a:ahLst/>
              <a:cxnLst/>
              <a:rect l="l" t="t" r="r" b="b"/>
              <a:pathLst>
                <a:path w="37529" h="57624" extrusionOk="0">
                  <a:moveTo>
                    <a:pt x="0" y="39862"/>
                  </a:moveTo>
                  <a:lnTo>
                    <a:pt x="0" y="57624"/>
                  </a:lnTo>
                  <a:lnTo>
                    <a:pt x="7990" y="57624"/>
                  </a:lnTo>
                  <a:cubicBezTo>
                    <a:pt x="7028" y="55824"/>
                    <a:pt x="6146" y="53544"/>
                    <a:pt x="5131" y="49990"/>
                  </a:cubicBezTo>
                  <a:cubicBezTo>
                    <a:pt x="3563" y="44494"/>
                    <a:pt x="980" y="41697"/>
                    <a:pt x="0" y="39862"/>
                  </a:cubicBezTo>
                  <a:close/>
                  <a:moveTo>
                    <a:pt x="0" y="0"/>
                  </a:moveTo>
                  <a:lnTo>
                    <a:pt x="0" y="32246"/>
                  </a:lnTo>
                  <a:cubicBezTo>
                    <a:pt x="1309" y="34072"/>
                    <a:pt x="2788" y="36967"/>
                    <a:pt x="2726" y="38588"/>
                  </a:cubicBezTo>
                  <a:cubicBezTo>
                    <a:pt x="2601" y="41795"/>
                    <a:pt x="5594" y="43603"/>
                    <a:pt x="6048" y="46801"/>
                  </a:cubicBezTo>
                  <a:cubicBezTo>
                    <a:pt x="6503" y="49990"/>
                    <a:pt x="10155" y="52733"/>
                    <a:pt x="11527" y="55931"/>
                  </a:cubicBezTo>
                  <a:cubicBezTo>
                    <a:pt x="11749" y="56457"/>
                    <a:pt x="11945" y="57036"/>
                    <a:pt x="12088" y="57624"/>
                  </a:cubicBezTo>
                  <a:lnTo>
                    <a:pt x="37528" y="57624"/>
                  </a:lnTo>
                  <a:cubicBezTo>
                    <a:pt x="35301" y="52217"/>
                    <a:pt x="32575" y="45732"/>
                    <a:pt x="28923" y="42472"/>
                  </a:cubicBezTo>
                  <a:cubicBezTo>
                    <a:pt x="23534" y="37670"/>
                    <a:pt x="19241" y="32789"/>
                    <a:pt x="18644" y="24728"/>
                  </a:cubicBezTo>
                  <a:cubicBezTo>
                    <a:pt x="18056" y="16666"/>
                    <a:pt x="17005" y="6627"/>
                    <a:pt x="11981" y="2975"/>
                  </a:cubicBezTo>
                  <a:cubicBezTo>
                    <a:pt x="9255" y="989"/>
                    <a:pt x="4320" y="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1" name="Google Shape;52801;p50"/>
            <p:cNvSpPr/>
            <p:nvPr/>
          </p:nvSpPr>
          <p:spPr>
            <a:xfrm>
              <a:off x="5759550" y="3420225"/>
              <a:ext cx="852500" cy="634250"/>
            </a:xfrm>
            <a:custGeom>
              <a:avLst/>
              <a:gdLst/>
              <a:ahLst/>
              <a:cxnLst/>
              <a:rect l="l" t="t" r="r" b="b"/>
              <a:pathLst>
                <a:path w="34100" h="25370" extrusionOk="0">
                  <a:moveTo>
                    <a:pt x="0" y="1"/>
                  </a:moveTo>
                  <a:cubicBezTo>
                    <a:pt x="784" y="758"/>
                    <a:pt x="1559" y="1470"/>
                    <a:pt x="2316" y="2138"/>
                  </a:cubicBezTo>
                  <a:cubicBezTo>
                    <a:pt x="5381" y="4820"/>
                    <a:pt x="8712" y="7528"/>
                    <a:pt x="12151" y="10173"/>
                  </a:cubicBezTo>
                  <a:cubicBezTo>
                    <a:pt x="9202" y="7875"/>
                    <a:pt x="4347" y="3991"/>
                    <a:pt x="0" y="1"/>
                  </a:cubicBezTo>
                  <a:close/>
                  <a:moveTo>
                    <a:pt x="15731" y="12908"/>
                  </a:moveTo>
                  <a:cubicBezTo>
                    <a:pt x="21851" y="17477"/>
                    <a:pt x="28069" y="21789"/>
                    <a:pt x="33431" y="25370"/>
                  </a:cubicBezTo>
                  <a:lnTo>
                    <a:pt x="34099" y="25370"/>
                  </a:lnTo>
                  <a:cubicBezTo>
                    <a:pt x="26750" y="20426"/>
                    <a:pt x="18751" y="15019"/>
                    <a:pt x="15731" y="12908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2" name="Google Shape;52802;p50"/>
            <p:cNvSpPr/>
            <p:nvPr/>
          </p:nvSpPr>
          <p:spPr>
            <a:xfrm>
              <a:off x="5038250" y="2933425"/>
              <a:ext cx="1557075" cy="1121050"/>
            </a:xfrm>
            <a:custGeom>
              <a:avLst/>
              <a:gdLst/>
              <a:ahLst/>
              <a:cxnLst/>
              <a:rect l="l" t="t" r="r" b="b"/>
              <a:pathLst>
                <a:path w="62283" h="44842" extrusionOk="0">
                  <a:moveTo>
                    <a:pt x="1150" y="1"/>
                  </a:moveTo>
                  <a:cubicBezTo>
                    <a:pt x="677" y="1"/>
                    <a:pt x="285" y="72"/>
                    <a:pt x="0" y="205"/>
                  </a:cubicBezTo>
                  <a:cubicBezTo>
                    <a:pt x="0" y="205"/>
                    <a:pt x="2094" y="9826"/>
                    <a:pt x="5292" y="16667"/>
                  </a:cubicBezTo>
                  <a:cubicBezTo>
                    <a:pt x="8489" y="23517"/>
                    <a:pt x="20613" y="24425"/>
                    <a:pt x="25966" y="33333"/>
                  </a:cubicBezTo>
                  <a:cubicBezTo>
                    <a:pt x="28282" y="37199"/>
                    <a:pt x="31667" y="41278"/>
                    <a:pt x="35533" y="44842"/>
                  </a:cubicBezTo>
                  <a:lnTo>
                    <a:pt x="62283" y="44842"/>
                  </a:lnTo>
                  <a:cubicBezTo>
                    <a:pt x="56921" y="41261"/>
                    <a:pt x="50703" y="36949"/>
                    <a:pt x="44583" y="32380"/>
                  </a:cubicBezTo>
                  <a:cubicBezTo>
                    <a:pt x="44022" y="31979"/>
                    <a:pt x="43630" y="31694"/>
                    <a:pt x="43452" y="31560"/>
                  </a:cubicBezTo>
                  <a:cubicBezTo>
                    <a:pt x="43042" y="31240"/>
                    <a:pt x="42178" y="30571"/>
                    <a:pt x="41003" y="29645"/>
                  </a:cubicBezTo>
                  <a:cubicBezTo>
                    <a:pt x="37564" y="27000"/>
                    <a:pt x="34233" y="24292"/>
                    <a:pt x="31168" y="21610"/>
                  </a:cubicBezTo>
                  <a:cubicBezTo>
                    <a:pt x="30411" y="20942"/>
                    <a:pt x="29636" y="20230"/>
                    <a:pt x="28852" y="19473"/>
                  </a:cubicBezTo>
                  <a:cubicBezTo>
                    <a:pt x="26029" y="16889"/>
                    <a:pt x="23428" y="14253"/>
                    <a:pt x="21700" y="11981"/>
                  </a:cubicBezTo>
                  <a:cubicBezTo>
                    <a:pt x="16783" y="5505"/>
                    <a:pt x="5479" y="1"/>
                    <a:pt x="1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3" name="Google Shape;52803;p50"/>
            <p:cNvSpPr/>
            <p:nvPr/>
          </p:nvSpPr>
          <p:spPr>
            <a:xfrm>
              <a:off x="4057300" y="1727225"/>
              <a:ext cx="1640575" cy="1748475"/>
            </a:xfrm>
            <a:custGeom>
              <a:avLst/>
              <a:gdLst/>
              <a:ahLst/>
              <a:cxnLst/>
              <a:rect l="l" t="t" r="r" b="b"/>
              <a:pathLst>
                <a:path w="65623" h="69939" extrusionOk="0">
                  <a:moveTo>
                    <a:pt x="13269" y="0"/>
                  </a:moveTo>
                  <a:cubicBezTo>
                    <a:pt x="9759" y="0"/>
                    <a:pt x="6250" y="3510"/>
                    <a:pt x="2744" y="3510"/>
                  </a:cubicBezTo>
                  <a:cubicBezTo>
                    <a:pt x="2019" y="3510"/>
                    <a:pt x="1295" y="3360"/>
                    <a:pt x="570" y="2998"/>
                  </a:cubicBezTo>
                  <a:cubicBezTo>
                    <a:pt x="383" y="2900"/>
                    <a:pt x="187" y="2811"/>
                    <a:pt x="0" y="2731"/>
                  </a:cubicBezTo>
                  <a:lnTo>
                    <a:pt x="0" y="62323"/>
                  </a:lnTo>
                  <a:cubicBezTo>
                    <a:pt x="1701" y="61815"/>
                    <a:pt x="3046" y="59891"/>
                    <a:pt x="3046" y="52587"/>
                  </a:cubicBezTo>
                  <a:cubicBezTo>
                    <a:pt x="3046" y="45972"/>
                    <a:pt x="6351" y="42667"/>
                    <a:pt x="8555" y="42667"/>
                  </a:cubicBezTo>
                  <a:cubicBezTo>
                    <a:pt x="9657" y="42667"/>
                    <a:pt x="10484" y="43494"/>
                    <a:pt x="10484" y="45149"/>
                  </a:cubicBezTo>
                  <a:cubicBezTo>
                    <a:pt x="10484" y="49194"/>
                    <a:pt x="12136" y="53244"/>
                    <a:pt x="14096" y="53244"/>
                  </a:cubicBezTo>
                  <a:cubicBezTo>
                    <a:pt x="14535" y="53244"/>
                    <a:pt x="14990" y="53040"/>
                    <a:pt x="15446" y="52587"/>
                  </a:cubicBezTo>
                  <a:cubicBezTo>
                    <a:pt x="16684" y="51344"/>
                    <a:pt x="17452" y="50104"/>
                    <a:pt x="18530" y="50104"/>
                  </a:cubicBezTo>
                  <a:cubicBezTo>
                    <a:pt x="19608" y="50104"/>
                    <a:pt x="20995" y="51344"/>
                    <a:pt x="23472" y="55063"/>
                  </a:cubicBezTo>
                  <a:cubicBezTo>
                    <a:pt x="28433" y="62501"/>
                    <a:pt x="38348" y="69939"/>
                    <a:pt x="40833" y="69939"/>
                  </a:cubicBezTo>
                  <a:cubicBezTo>
                    <a:pt x="43309" y="69939"/>
                    <a:pt x="35871" y="62501"/>
                    <a:pt x="35871" y="57539"/>
                  </a:cubicBezTo>
                  <a:cubicBezTo>
                    <a:pt x="35871" y="53914"/>
                    <a:pt x="39856" y="51611"/>
                    <a:pt x="42963" y="51611"/>
                  </a:cubicBezTo>
                  <a:cubicBezTo>
                    <a:pt x="44101" y="51611"/>
                    <a:pt x="45122" y="51920"/>
                    <a:pt x="45786" y="52587"/>
                  </a:cubicBezTo>
                  <a:cubicBezTo>
                    <a:pt x="47999" y="54792"/>
                    <a:pt x="58073" y="62895"/>
                    <a:pt x="62002" y="62895"/>
                  </a:cubicBezTo>
                  <a:cubicBezTo>
                    <a:pt x="62485" y="62895"/>
                    <a:pt x="62875" y="62772"/>
                    <a:pt x="63147" y="62501"/>
                  </a:cubicBezTo>
                  <a:cubicBezTo>
                    <a:pt x="65623" y="60024"/>
                    <a:pt x="40833" y="35226"/>
                    <a:pt x="35871" y="25311"/>
                  </a:cubicBezTo>
                  <a:cubicBezTo>
                    <a:pt x="30910" y="15388"/>
                    <a:pt x="20399" y="2998"/>
                    <a:pt x="15446" y="513"/>
                  </a:cubicBezTo>
                  <a:cubicBezTo>
                    <a:pt x="14720" y="150"/>
                    <a:pt x="13994" y="0"/>
                    <a:pt x="13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804" name="Google Shape;52804;p50"/>
          <p:cNvGrpSpPr/>
          <p:nvPr/>
        </p:nvGrpSpPr>
        <p:grpSpPr>
          <a:xfrm>
            <a:off x="5648263" y="1877196"/>
            <a:ext cx="3495807" cy="3285554"/>
            <a:chOff x="754100" y="1761375"/>
            <a:chExt cx="2813300" cy="2293100"/>
          </a:xfrm>
        </p:grpSpPr>
        <p:sp>
          <p:nvSpPr>
            <p:cNvPr id="52805" name="Google Shape;52805;p50"/>
            <p:cNvSpPr/>
            <p:nvPr/>
          </p:nvSpPr>
          <p:spPr>
            <a:xfrm>
              <a:off x="754100" y="1827550"/>
              <a:ext cx="2813300" cy="2226925"/>
            </a:xfrm>
            <a:custGeom>
              <a:avLst/>
              <a:gdLst/>
              <a:ahLst/>
              <a:cxnLst/>
              <a:rect l="l" t="t" r="r" b="b"/>
              <a:pathLst>
                <a:path w="112532" h="89077" extrusionOk="0">
                  <a:moveTo>
                    <a:pt x="112531" y="428"/>
                  </a:moveTo>
                  <a:cubicBezTo>
                    <a:pt x="107552" y="1185"/>
                    <a:pt x="103819" y="0"/>
                    <a:pt x="100087" y="1862"/>
                  </a:cubicBezTo>
                  <a:cubicBezTo>
                    <a:pt x="95517" y="4151"/>
                    <a:pt x="81808" y="20140"/>
                    <a:pt x="74949" y="26999"/>
                  </a:cubicBezTo>
                  <a:cubicBezTo>
                    <a:pt x="68091" y="33849"/>
                    <a:pt x="47532" y="54417"/>
                    <a:pt x="33823" y="65845"/>
                  </a:cubicBezTo>
                  <a:cubicBezTo>
                    <a:pt x="24576" y="73542"/>
                    <a:pt x="9095" y="82289"/>
                    <a:pt x="0" y="87161"/>
                  </a:cubicBezTo>
                  <a:lnTo>
                    <a:pt x="0" y="89077"/>
                  </a:lnTo>
                  <a:lnTo>
                    <a:pt x="112531" y="89077"/>
                  </a:lnTo>
                  <a:lnTo>
                    <a:pt x="112531" y="4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6" name="Google Shape;52806;p50"/>
            <p:cNvSpPr/>
            <p:nvPr/>
          </p:nvSpPr>
          <p:spPr>
            <a:xfrm>
              <a:off x="2716225" y="3470100"/>
              <a:ext cx="308025" cy="584375"/>
            </a:xfrm>
            <a:custGeom>
              <a:avLst/>
              <a:gdLst/>
              <a:ahLst/>
              <a:cxnLst/>
              <a:rect l="l" t="t" r="r" b="b"/>
              <a:pathLst>
                <a:path w="12321" h="23375" extrusionOk="0">
                  <a:moveTo>
                    <a:pt x="12151" y="1"/>
                  </a:moveTo>
                  <a:cubicBezTo>
                    <a:pt x="11447" y="1"/>
                    <a:pt x="8142" y="6610"/>
                    <a:pt x="8142" y="6610"/>
                  </a:cubicBezTo>
                  <a:cubicBezTo>
                    <a:pt x="8142" y="6610"/>
                    <a:pt x="4401" y="12846"/>
                    <a:pt x="2165" y="18404"/>
                  </a:cubicBezTo>
                  <a:cubicBezTo>
                    <a:pt x="1310" y="20533"/>
                    <a:pt x="722" y="22029"/>
                    <a:pt x="1" y="23375"/>
                  </a:cubicBezTo>
                  <a:lnTo>
                    <a:pt x="5613" y="23375"/>
                  </a:lnTo>
                  <a:cubicBezTo>
                    <a:pt x="7198" y="20480"/>
                    <a:pt x="8419" y="17335"/>
                    <a:pt x="9051" y="14378"/>
                  </a:cubicBezTo>
                  <a:cubicBezTo>
                    <a:pt x="10423" y="7982"/>
                    <a:pt x="11795" y="3876"/>
                    <a:pt x="12249" y="678"/>
                  </a:cubicBezTo>
                  <a:cubicBezTo>
                    <a:pt x="12320" y="206"/>
                    <a:pt x="12276" y="1"/>
                    <a:pt x="121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7" name="Google Shape;52807;p50"/>
            <p:cNvSpPr/>
            <p:nvPr/>
          </p:nvSpPr>
          <p:spPr>
            <a:xfrm>
              <a:off x="2276200" y="3273475"/>
              <a:ext cx="325375" cy="493275"/>
            </a:xfrm>
            <a:custGeom>
              <a:avLst/>
              <a:gdLst/>
              <a:ahLst/>
              <a:cxnLst/>
              <a:rect l="l" t="t" r="r" b="b"/>
              <a:pathLst>
                <a:path w="13015" h="19731" extrusionOk="0">
                  <a:moveTo>
                    <a:pt x="10832" y="0"/>
                  </a:moveTo>
                  <a:cubicBezTo>
                    <a:pt x="10511" y="0"/>
                    <a:pt x="10244" y="90"/>
                    <a:pt x="10137" y="232"/>
                  </a:cubicBezTo>
                  <a:cubicBezTo>
                    <a:pt x="10137" y="232"/>
                    <a:pt x="8854" y="784"/>
                    <a:pt x="8391" y="2156"/>
                  </a:cubicBezTo>
                  <a:cubicBezTo>
                    <a:pt x="7937" y="3528"/>
                    <a:pt x="6111" y="8543"/>
                    <a:pt x="3831" y="11741"/>
                  </a:cubicBezTo>
                  <a:cubicBezTo>
                    <a:pt x="1550" y="14939"/>
                    <a:pt x="463" y="15357"/>
                    <a:pt x="89" y="18573"/>
                  </a:cubicBezTo>
                  <a:cubicBezTo>
                    <a:pt x="0" y="19383"/>
                    <a:pt x="72" y="19731"/>
                    <a:pt x="321" y="19731"/>
                  </a:cubicBezTo>
                  <a:cubicBezTo>
                    <a:pt x="1060" y="19731"/>
                    <a:pt x="3278" y="16747"/>
                    <a:pt x="7028" y="14021"/>
                  </a:cubicBezTo>
                  <a:cubicBezTo>
                    <a:pt x="12043" y="10369"/>
                    <a:pt x="10306" y="6521"/>
                    <a:pt x="11865" y="3198"/>
                  </a:cubicBezTo>
                  <a:cubicBezTo>
                    <a:pt x="13014" y="740"/>
                    <a:pt x="11732" y="0"/>
                    <a:pt x="108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8" name="Google Shape;52808;p50"/>
            <p:cNvSpPr/>
            <p:nvPr/>
          </p:nvSpPr>
          <p:spPr>
            <a:xfrm>
              <a:off x="754100" y="3297300"/>
              <a:ext cx="1047775" cy="709300"/>
            </a:xfrm>
            <a:custGeom>
              <a:avLst/>
              <a:gdLst/>
              <a:ahLst/>
              <a:cxnLst/>
              <a:rect l="l" t="t" r="r" b="b"/>
              <a:pathLst>
                <a:path w="41911" h="28372" extrusionOk="0">
                  <a:moveTo>
                    <a:pt x="41911" y="1"/>
                  </a:moveTo>
                  <a:lnTo>
                    <a:pt x="41911" y="1"/>
                  </a:lnTo>
                  <a:cubicBezTo>
                    <a:pt x="38437" y="2726"/>
                    <a:pt x="35275" y="5381"/>
                    <a:pt x="33671" y="7136"/>
                  </a:cubicBezTo>
                  <a:cubicBezTo>
                    <a:pt x="33627" y="7189"/>
                    <a:pt x="33573" y="7251"/>
                    <a:pt x="33520" y="7305"/>
                  </a:cubicBezTo>
                  <a:cubicBezTo>
                    <a:pt x="33618" y="7216"/>
                    <a:pt x="33725" y="7136"/>
                    <a:pt x="33823" y="7055"/>
                  </a:cubicBezTo>
                  <a:cubicBezTo>
                    <a:pt x="36326" y="4962"/>
                    <a:pt x="39069" y="2566"/>
                    <a:pt x="41911" y="1"/>
                  </a:cubicBezTo>
                  <a:close/>
                  <a:moveTo>
                    <a:pt x="16016" y="19286"/>
                  </a:moveTo>
                  <a:cubicBezTo>
                    <a:pt x="11518" y="21967"/>
                    <a:pt x="7830" y="24033"/>
                    <a:pt x="7313" y="24354"/>
                  </a:cubicBezTo>
                  <a:cubicBezTo>
                    <a:pt x="10075" y="22804"/>
                    <a:pt x="13041" y="21085"/>
                    <a:pt x="16016" y="19286"/>
                  </a:cubicBezTo>
                  <a:close/>
                  <a:moveTo>
                    <a:pt x="6779" y="24657"/>
                  </a:moveTo>
                  <a:cubicBezTo>
                    <a:pt x="5683" y="25254"/>
                    <a:pt x="3127" y="26590"/>
                    <a:pt x="0" y="28211"/>
                  </a:cubicBezTo>
                  <a:lnTo>
                    <a:pt x="0" y="28371"/>
                  </a:lnTo>
                  <a:cubicBezTo>
                    <a:pt x="1995" y="27302"/>
                    <a:pt x="4303" y="26046"/>
                    <a:pt x="6779" y="24657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9" name="Google Shape;52809;p50"/>
            <p:cNvSpPr/>
            <p:nvPr/>
          </p:nvSpPr>
          <p:spPr>
            <a:xfrm>
              <a:off x="754100" y="3029850"/>
              <a:ext cx="1527675" cy="1024625"/>
            </a:xfrm>
            <a:custGeom>
              <a:avLst/>
              <a:gdLst/>
              <a:ahLst/>
              <a:cxnLst/>
              <a:rect l="l" t="t" r="r" b="b"/>
              <a:pathLst>
                <a:path w="61107" h="40985" extrusionOk="0">
                  <a:moveTo>
                    <a:pt x="56635" y="1"/>
                  </a:moveTo>
                  <a:cubicBezTo>
                    <a:pt x="56591" y="1"/>
                    <a:pt x="56537" y="9"/>
                    <a:pt x="56502" y="27"/>
                  </a:cubicBezTo>
                  <a:cubicBezTo>
                    <a:pt x="55905" y="330"/>
                    <a:pt x="48369" y="5639"/>
                    <a:pt x="41911" y="10699"/>
                  </a:cubicBezTo>
                  <a:cubicBezTo>
                    <a:pt x="39069" y="13264"/>
                    <a:pt x="36326" y="15660"/>
                    <a:pt x="33823" y="17753"/>
                  </a:cubicBezTo>
                  <a:cubicBezTo>
                    <a:pt x="33725" y="17834"/>
                    <a:pt x="33618" y="17914"/>
                    <a:pt x="33520" y="18003"/>
                  </a:cubicBezTo>
                  <a:cubicBezTo>
                    <a:pt x="30652" y="21014"/>
                    <a:pt x="22492" y="26127"/>
                    <a:pt x="16016" y="29984"/>
                  </a:cubicBezTo>
                  <a:cubicBezTo>
                    <a:pt x="13041" y="31783"/>
                    <a:pt x="10075" y="33502"/>
                    <a:pt x="7313" y="35052"/>
                  </a:cubicBezTo>
                  <a:cubicBezTo>
                    <a:pt x="7233" y="35105"/>
                    <a:pt x="7055" y="35203"/>
                    <a:pt x="6779" y="35355"/>
                  </a:cubicBezTo>
                  <a:cubicBezTo>
                    <a:pt x="4303" y="36744"/>
                    <a:pt x="1995" y="38000"/>
                    <a:pt x="0" y="39069"/>
                  </a:cubicBezTo>
                  <a:lnTo>
                    <a:pt x="0" y="40985"/>
                  </a:lnTo>
                  <a:lnTo>
                    <a:pt x="24906" y="40985"/>
                  </a:lnTo>
                  <a:cubicBezTo>
                    <a:pt x="24995" y="40887"/>
                    <a:pt x="25093" y="40797"/>
                    <a:pt x="25182" y="40699"/>
                  </a:cubicBezTo>
                  <a:cubicBezTo>
                    <a:pt x="44173" y="20568"/>
                    <a:pt x="49197" y="18288"/>
                    <a:pt x="50560" y="17834"/>
                  </a:cubicBezTo>
                  <a:cubicBezTo>
                    <a:pt x="50596" y="17825"/>
                    <a:pt x="50623" y="17816"/>
                    <a:pt x="50640" y="17816"/>
                  </a:cubicBezTo>
                  <a:cubicBezTo>
                    <a:pt x="51576" y="17816"/>
                    <a:pt x="43603" y="27730"/>
                    <a:pt x="36433" y="35702"/>
                  </a:cubicBezTo>
                  <a:cubicBezTo>
                    <a:pt x="34785" y="37537"/>
                    <a:pt x="33493" y="39301"/>
                    <a:pt x="32406" y="40985"/>
                  </a:cubicBezTo>
                  <a:lnTo>
                    <a:pt x="45750" y="40985"/>
                  </a:lnTo>
                  <a:cubicBezTo>
                    <a:pt x="47309" y="38517"/>
                    <a:pt x="49278" y="35622"/>
                    <a:pt x="51959" y="32023"/>
                  </a:cubicBezTo>
                  <a:cubicBezTo>
                    <a:pt x="61107" y="19740"/>
                    <a:pt x="56502" y="16008"/>
                    <a:pt x="58132" y="9977"/>
                  </a:cubicBezTo>
                  <a:cubicBezTo>
                    <a:pt x="59682" y="4241"/>
                    <a:pt x="57624" y="1"/>
                    <a:pt x="566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0" name="Google Shape;52810;p50"/>
            <p:cNvSpPr/>
            <p:nvPr/>
          </p:nvSpPr>
          <p:spPr>
            <a:xfrm>
              <a:off x="1376750" y="3475225"/>
              <a:ext cx="666750" cy="579250"/>
            </a:xfrm>
            <a:custGeom>
              <a:avLst/>
              <a:gdLst/>
              <a:ahLst/>
              <a:cxnLst/>
              <a:rect l="l" t="t" r="r" b="b"/>
              <a:pathLst>
                <a:path w="26670" h="23170" extrusionOk="0">
                  <a:moveTo>
                    <a:pt x="25734" y="1"/>
                  </a:moveTo>
                  <a:cubicBezTo>
                    <a:pt x="25717" y="1"/>
                    <a:pt x="25690" y="10"/>
                    <a:pt x="25654" y="19"/>
                  </a:cubicBezTo>
                  <a:cubicBezTo>
                    <a:pt x="24291" y="473"/>
                    <a:pt x="19267" y="2753"/>
                    <a:pt x="276" y="22884"/>
                  </a:cubicBezTo>
                  <a:cubicBezTo>
                    <a:pt x="187" y="22982"/>
                    <a:pt x="89" y="23072"/>
                    <a:pt x="0" y="23170"/>
                  </a:cubicBezTo>
                  <a:lnTo>
                    <a:pt x="7500" y="23170"/>
                  </a:lnTo>
                  <a:cubicBezTo>
                    <a:pt x="8587" y="21486"/>
                    <a:pt x="9879" y="19722"/>
                    <a:pt x="11527" y="17887"/>
                  </a:cubicBezTo>
                  <a:cubicBezTo>
                    <a:pt x="18697" y="9915"/>
                    <a:pt x="26670" y="1"/>
                    <a:pt x="257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1" name="Google Shape;52811;p50"/>
            <p:cNvSpPr/>
            <p:nvPr/>
          </p:nvSpPr>
          <p:spPr>
            <a:xfrm>
              <a:off x="3202600" y="2613875"/>
              <a:ext cx="364800" cy="1440600"/>
            </a:xfrm>
            <a:custGeom>
              <a:avLst/>
              <a:gdLst/>
              <a:ahLst/>
              <a:cxnLst/>
              <a:rect l="l" t="t" r="r" b="b"/>
              <a:pathLst>
                <a:path w="14592" h="57624" extrusionOk="0">
                  <a:moveTo>
                    <a:pt x="14128" y="0"/>
                  </a:moveTo>
                  <a:cubicBezTo>
                    <a:pt x="10681" y="0"/>
                    <a:pt x="7697" y="552"/>
                    <a:pt x="6636" y="1568"/>
                  </a:cubicBezTo>
                  <a:cubicBezTo>
                    <a:pt x="6636" y="1568"/>
                    <a:pt x="4240" y="7099"/>
                    <a:pt x="5140" y="11651"/>
                  </a:cubicBezTo>
                  <a:cubicBezTo>
                    <a:pt x="6031" y="16212"/>
                    <a:pt x="4000" y="18341"/>
                    <a:pt x="4107" y="28237"/>
                  </a:cubicBezTo>
                  <a:cubicBezTo>
                    <a:pt x="4205" y="38125"/>
                    <a:pt x="5737" y="39960"/>
                    <a:pt x="3608" y="49313"/>
                  </a:cubicBezTo>
                  <a:cubicBezTo>
                    <a:pt x="2797" y="52849"/>
                    <a:pt x="1381" y="55379"/>
                    <a:pt x="0" y="57624"/>
                  </a:cubicBezTo>
                  <a:lnTo>
                    <a:pt x="14591" y="57624"/>
                  </a:lnTo>
                  <a:lnTo>
                    <a:pt x="14591" y="39862"/>
                  </a:lnTo>
                  <a:cubicBezTo>
                    <a:pt x="14431" y="39568"/>
                    <a:pt x="14315" y="39292"/>
                    <a:pt x="14253" y="39033"/>
                  </a:cubicBezTo>
                  <a:cubicBezTo>
                    <a:pt x="13789" y="37207"/>
                    <a:pt x="12881" y="32192"/>
                    <a:pt x="12881" y="32192"/>
                  </a:cubicBezTo>
                  <a:cubicBezTo>
                    <a:pt x="12569" y="31061"/>
                    <a:pt x="12631" y="30607"/>
                    <a:pt x="12908" y="30607"/>
                  </a:cubicBezTo>
                  <a:cubicBezTo>
                    <a:pt x="13246" y="30607"/>
                    <a:pt x="13896" y="31275"/>
                    <a:pt x="14591" y="32246"/>
                  </a:cubicBezTo>
                  <a:lnTo>
                    <a:pt x="145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2" name="Google Shape;52812;p50"/>
            <p:cNvSpPr/>
            <p:nvPr/>
          </p:nvSpPr>
          <p:spPr>
            <a:xfrm>
              <a:off x="3516825" y="3379025"/>
              <a:ext cx="50575" cy="231400"/>
            </a:xfrm>
            <a:custGeom>
              <a:avLst/>
              <a:gdLst/>
              <a:ahLst/>
              <a:cxnLst/>
              <a:rect l="l" t="t" r="r" b="b"/>
              <a:pathLst>
                <a:path w="2023" h="9256" extrusionOk="0">
                  <a:moveTo>
                    <a:pt x="339" y="1"/>
                  </a:moveTo>
                  <a:cubicBezTo>
                    <a:pt x="62" y="1"/>
                    <a:pt x="0" y="455"/>
                    <a:pt x="312" y="1586"/>
                  </a:cubicBezTo>
                  <a:cubicBezTo>
                    <a:pt x="312" y="1586"/>
                    <a:pt x="1220" y="6601"/>
                    <a:pt x="1684" y="8427"/>
                  </a:cubicBezTo>
                  <a:cubicBezTo>
                    <a:pt x="1746" y="8686"/>
                    <a:pt x="1862" y="8962"/>
                    <a:pt x="2022" y="9256"/>
                  </a:cubicBezTo>
                  <a:lnTo>
                    <a:pt x="2022" y="1640"/>
                  </a:lnTo>
                  <a:cubicBezTo>
                    <a:pt x="1327" y="669"/>
                    <a:pt x="677" y="1"/>
                    <a:pt x="3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3" name="Google Shape;52813;p50"/>
            <p:cNvSpPr/>
            <p:nvPr/>
          </p:nvSpPr>
          <p:spPr>
            <a:xfrm>
              <a:off x="1845950" y="1761375"/>
              <a:ext cx="1721450" cy="1606825"/>
            </a:xfrm>
            <a:custGeom>
              <a:avLst/>
              <a:gdLst/>
              <a:ahLst/>
              <a:cxnLst/>
              <a:rect l="l" t="t" r="r" b="b"/>
              <a:pathLst>
                <a:path w="68858" h="64273" extrusionOk="0">
                  <a:moveTo>
                    <a:pt x="62334" y="0"/>
                  </a:moveTo>
                  <a:cubicBezTo>
                    <a:pt x="58725" y="0"/>
                    <a:pt x="54970" y="1204"/>
                    <a:pt x="52066" y="4108"/>
                  </a:cubicBezTo>
                  <a:cubicBezTo>
                    <a:pt x="47113" y="9070"/>
                    <a:pt x="37190" y="21460"/>
                    <a:pt x="29752" y="28907"/>
                  </a:cubicBezTo>
                  <a:lnTo>
                    <a:pt x="2477" y="56173"/>
                  </a:lnTo>
                  <a:cubicBezTo>
                    <a:pt x="2477" y="56173"/>
                    <a:pt x="1" y="58658"/>
                    <a:pt x="1" y="61135"/>
                  </a:cubicBezTo>
                  <a:cubicBezTo>
                    <a:pt x="1" y="61358"/>
                    <a:pt x="121" y="61460"/>
                    <a:pt x="342" y="61460"/>
                  </a:cubicBezTo>
                  <a:cubicBezTo>
                    <a:pt x="2579" y="61460"/>
                    <a:pt x="15099" y="50997"/>
                    <a:pt x="17353" y="48735"/>
                  </a:cubicBezTo>
                  <a:cubicBezTo>
                    <a:pt x="18788" y="47306"/>
                    <a:pt x="22699" y="45876"/>
                    <a:pt x="25749" y="45876"/>
                  </a:cubicBezTo>
                  <a:cubicBezTo>
                    <a:pt x="27981" y="45876"/>
                    <a:pt x="29752" y="46642"/>
                    <a:pt x="29752" y="48735"/>
                  </a:cubicBezTo>
                  <a:cubicBezTo>
                    <a:pt x="29752" y="53697"/>
                    <a:pt x="34714" y="51221"/>
                    <a:pt x="34714" y="56173"/>
                  </a:cubicBezTo>
                  <a:cubicBezTo>
                    <a:pt x="34714" y="60223"/>
                    <a:pt x="36364" y="64273"/>
                    <a:pt x="38322" y="64273"/>
                  </a:cubicBezTo>
                  <a:cubicBezTo>
                    <a:pt x="38762" y="64273"/>
                    <a:pt x="39219" y="64068"/>
                    <a:pt x="39675" y="63611"/>
                  </a:cubicBezTo>
                  <a:cubicBezTo>
                    <a:pt x="42152" y="61135"/>
                    <a:pt x="52066" y="43783"/>
                    <a:pt x="57028" y="41297"/>
                  </a:cubicBezTo>
                  <a:cubicBezTo>
                    <a:pt x="58268" y="40678"/>
                    <a:pt x="59353" y="40369"/>
                    <a:pt x="60282" y="40369"/>
                  </a:cubicBezTo>
                  <a:cubicBezTo>
                    <a:pt x="63072" y="40369"/>
                    <a:pt x="64466" y="43156"/>
                    <a:pt x="64466" y="48735"/>
                  </a:cubicBezTo>
                  <a:cubicBezTo>
                    <a:pt x="64466" y="56173"/>
                    <a:pt x="64466" y="61135"/>
                    <a:pt x="66942" y="61135"/>
                  </a:cubicBezTo>
                  <a:cubicBezTo>
                    <a:pt x="67601" y="61135"/>
                    <a:pt x="68251" y="61135"/>
                    <a:pt x="68857" y="60957"/>
                  </a:cubicBezTo>
                  <a:lnTo>
                    <a:pt x="68857" y="1365"/>
                  </a:lnTo>
                  <a:cubicBezTo>
                    <a:pt x="66921" y="499"/>
                    <a:pt x="64658" y="0"/>
                    <a:pt x="62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0_1_1_1_1_1_1">
    <p:spTree>
      <p:nvGrpSpPr>
        <p:cNvPr id="1" name="Shape 52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815" name="Google Shape;52815;p51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52816" name="Google Shape;52816;p51"/>
            <p:cNvSpPr/>
            <p:nvPr/>
          </p:nvSpPr>
          <p:spPr>
            <a:xfrm>
              <a:off x="3450750" y="2336425"/>
              <a:ext cx="259975" cy="62900"/>
            </a:xfrm>
            <a:custGeom>
              <a:avLst/>
              <a:gdLst/>
              <a:ahLst/>
              <a:cxnLst/>
              <a:rect l="l" t="t" r="r" b="b"/>
              <a:pathLst>
                <a:path w="10399" h="2516" extrusionOk="0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7" name="Google Shape;52817;p51"/>
            <p:cNvSpPr/>
            <p:nvPr/>
          </p:nvSpPr>
          <p:spPr>
            <a:xfrm>
              <a:off x="3450750" y="2336425"/>
              <a:ext cx="261150" cy="63900"/>
            </a:xfrm>
            <a:custGeom>
              <a:avLst/>
              <a:gdLst/>
              <a:ahLst/>
              <a:cxnLst/>
              <a:rect l="l" t="t" r="r" b="b"/>
              <a:pathLst>
                <a:path w="10446" h="2556" extrusionOk="0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8" name="Google Shape;52818;p51"/>
            <p:cNvSpPr/>
            <p:nvPr/>
          </p:nvSpPr>
          <p:spPr>
            <a:xfrm>
              <a:off x="347992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9" name="Google Shape;52819;p51"/>
            <p:cNvSpPr/>
            <p:nvPr/>
          </p:nvSpPr>
          <p:spPr>
            <a:xfrm>
              <a:off x="34785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0" name="Google Shape;52820;p51"/>
            <p:cNvSpPr/>
            <p:nvPr/>
          </p:nvSpPr>
          <p:spPr>
            <a:xfrm>
              <a:off x="3522075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1" name="Google Shape;52821;p51"/>
            <p:cNvSpPr/>
            <p:nvPr/>
          </p:nvSpPr>
          <p:spPr>
            <a:xfrm>
              <a:off x="35200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2" name="Google Shape;52822;p51"/>
            <p:cNvSpPr/>
            <p:nvPr/>
          </p:nvSpPr>
          <p:spPr>
            <a:xfrm>
              <a:off x="3783700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3" name="Google Shape;52823;p51"/>
            <p:cNvSpPr/>
            <p:nvPr/>
          </p:nvSpPr>
          <p:spPr>
            <a:xfrm>
              <a:off x="3782350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4" name="Google Shape;52824;p51"/>
            <p:cNvSpPr/>
            <p:nvPr/>
          </p:nvSpPr>
          <p:spPr>
            <a:xfrm>
              <a:off x="381420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5" name="Google Shape;52825;p51"/>
            <p:cNvSpPr/>
            <p:nvPr/>
          </p:nvSpPr>
          <p:spPr>
            <a:xfrm>
              <a:off x="381267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6" name="Google Shape;52826;p51"/>
            <p:cNvSpPr/>
            <p:nvPr/>
          </p:nvSpPr>
          <p:spPr>
            <a:xfrm>
              <a:off x="385617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7" name="Google Shape;52827;p51"/>
            <p:cNvSpPr/>
            <p:nvPr/>
          </p:nvSpPr>
          <p:spPr>
            <a:xfrm>
              <a:off x="385415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8" name="Google Shape;52828;p51"/>
            <p:cNvSpPr/>
            <p:nvPr/>
          </p:nvSpPr>
          <p:spPr>
            <a:xfrm>
              <a:off x="4117975" y="2336425"/>
              <a:ext cx="261125" cy="62900"/>
            </a:xfrm>
            <a:custGeom>
              <a:avLst/>
              <a:gdLst/>
              <a:ahLst/>
              <a:cxnLst/>
              <a:rect l="l" t="t" r="r" b="b"/>
              <a:pathLst>
                <a:path w="10445" h="2516" extrusionOk="0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9" name="Google Shape;52829;p51"/>
            <p:cNvSpPr/>
            <p:nvPr/>
          </p:nvSpPr>
          <p:spPr>
            <a:xfrm>
              <a:off x="4116625" y="2336425"/>
              <a:ext cx="263825" cy="63900"/>
            </a:xfrm>
            <a:custGeom>
              <a:avLst/>
              <a:gdLst/>
              <a:ahLst/>
              <a:cxnLst/>
              <a:rect l="l" t="t" r="r" b="b"/>
              <a:pathLst>
                <a:path w="10553" h="2556" extrusionOk="0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0" name="Google Shape;52830;p51"/>
            <p:cNvSpPr/>
            <p:nvPr/>
          </p:nvSpPr>
          <p:spPr>
            <a:xfrm>
              <a:off x="4148475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1" name="Google Shape;52831;p51"/>
            <p:cNvSpPr/>
            <p:nvPr/>
          </p:nvSpPr>
          <p:spPr>
            <a:xfrm>
              <a:off x="4146975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2" name="Google Shape;52832;p51"/>
            <p:cNvSpPr/>
            <p:nvPr/>
          </p:nvSpPr>
          <p:spPr>
            <a:xfrm>
              <a:off x="419045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3" name="Google Shape;52833;p51"/>
            <p:cNvSpPr/>
            <p:nvPr/>
          </p:nvSpPr>
          <p:spPr>
            <a:xfrm>
              <a:off x="4188425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4" name="Google Shape;52834;p51"/>
            <p:cNvSpPr/>
            <p:nvPr/>
          </p:nvSpPr>
          <p:spPr>
            <a:xfrm>
              <a:off x="445207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5" name="Google Shape;52835;p51"/>
            <p:cNvSpPr/>
            <p:nvPr/>
          </p:nvSpPr>
          <p:spPr>
            <a:xfrm>
              <a:off x="4450900" y="2336425"/>
              <a:ext cx="263850" cy="63900"/>
            </a:xfrm>
            <a:custGeom>
              <a:avLst/>
              <a:gdLst/>
              <a:ahLst/>
              <a:cxnLst/>
              <a:rect l="l" t="t" r="r" b="b"/>
              <a:pathLst>
                <a:path w="10554" h="2556" extrusionOk="0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6" name="Google Shape;52836;p51"/>
            <p:cNvSpPr/>
            <p:nvPr/>
          </p:nvSpPr>
          <p:spPr>
            <a:xfrm>
              <a:off x="4482750" y="2336425"/>
              <a:ext cx="196600" cy="39475"/>
            </a:xfrm>
            <a:custGeom>
              <a:avLst/>
              <a:gdLst/>
              <a:ahLst/>
              <a:cxnLst/>
              <a:rect l="l" t="t" r="r" b="b"/>
              <a:pathLst>
                <a:path w="7864" h="1579" extrusionOk="0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7" name="Google Shape;52837;p51"/>
            <p:cNvSpPr/>
            <p:nvPr/>
          </p:nvSpPr>
          <p:spPr>
            <a:xfrm>
              <a:off x="4481250" y="2336425"/>
              <a:ext cx="199425" cy="40650"/>
            </a:xfrm>
            <a:custGeom>
              <a:avLst/>
              <a:gdLst/>
              <a:ahLst/>
              <a:cxnLst/>
              <a:rect l="l" t="t" r="r" b="b"/>
              <a:pathLst>
                <a:path w="7977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8" name="Google Shape;52838;p51"/>
            <p:cNvSpPr/>
            <p:nvPr/>
          </p:nvSpPr>
          <p:spPr>
            <a:xfrm>
              <a:off x="4524725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9" name="Google Shape;52839;p51"/>
            <p:cNvSpPr/>
            <p:nvPr/>
          </p:nvSpPr>
          <p:spPr>
            <a:xfrm>
              <a:off x="4522700" y="2336425"/>
              <a:ext cx="116525" cy="15350"/>
            </a:xfrm>
            <a:custGeom>
              <a:avLst/>
              <a:gdLst/>
              <a:ahLst/>
              <a:cxnLst/>
              <a:rect l="l" t="t" r="r" b="b"/>
              <a:pathLst>
                <a:path w="4661" h="614" extrusionOk="0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0" name="Google Shape;52840;p51"/>
            <p:cNvSpPr/>
            <p:nvPr/>
          </p:nvSpPr>
          <p:spPr>
            <a:xfrm>
              <a:off x="4786350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1" name="Google Shape;52841;p51"/>
            <p:cNvSpPr/>
            <p:nvPr/>
          </p:nvSpPr>
          <p:spPr>
            <a:xfrm>
              <a:off x="4785175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2" name="Google Shape;52842;p51"/>
            <p:cNvSpPr/>
            <p:nvPr/>
          </p:nvSpPr>
          <p:spPr>
            <a:xfrm>
              <a:off x="4817050" y="2336425"/>
              <a:ext cx="196400" cy="39475"/>
            </a:xfrm>
            <a:custGeom>
              <a:avLst/>
              <a:gdLst/>
              <a:ahLst/>
              <a:cxnLst/>
              <a:rect l="l" t="t" r="r" b="b"/>
              <a:pathLst>
                <a:path w="7856" h="1579" extrusionOk="0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3" name="Google Shape;52843;p51"/>
            <p:cNvSpPr/>
            <p:nvPr/>
          </p:nvSpPr>
          <p:spPr>
            <a:xfrm>
              <a:off x="4815525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4" name="Google Shape;52844;p51"/>
            <p:cNvSpPr/>
            <p:nvPr/>
          </p:nvSpPr>
          <p:spPr>
            <a:xfrm>
              <a:off x="4859000" y="2336425"/>
              <a:ext cx="112475" cy="14350"/>
            </a:xfrm>
            <a:custGeom>
              <a:avLst/>
              <a:gdLst/>
              <a:ahLst/>
              <a:cxnLst/>
              <a:rect l="l" t="t" r="r" b="b"/>
              <a:pathLst>
                <a:path w="4499" h="574" extrusionOk="0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5" name="Google Shape;52845;p51"/>
            <p:cNvSpPr/>
            <p:nvPr/>
          </p:nvSpPr>
          <p:spPr>
            <a:xfrm>
              <a:off x="4857000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6" name="Google Shape;52846;p51"/>
            <p:cNvSpPr/>
            <p:nvPr/>
          </p:nvSpPr>
          <p:spPr>
            <a:xfrm>
              <a:off x="5120625" y="2336425"/>
              <a:ext cx="261325" cy="62900"/>
            </a:xfrm>
            <a:custGeom>
              <a:avLst/>
              <a:gdLst/>
              <a:ahLst/>
              <a:cxnLst/>
              <a:rect l="l" t="t" r="r" b="b"/>
              <a:pathLst>
                <a:path w="10453" h="2516" extrusionOk="0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7" name="Google Shape;52847;p51"/>
            <p:cNvSpPr/>
            <p:nvPr/>
          </p:nvSpPr>
          <p:spPr>
            <a:xfrm>
              <a:off x="5119450" y="2336425"/>
              <a:ext cx="263675" cy="63900"/>
            </a:xfrm>
            <a:custGeom>
              <a:avLst/>
              <a:gdLst/>
              <a:ahLst/>
              <a:cxnLst/>
              <a:rect l="l" t="t" r="r" b="b"/>
              <a:pathLst>
                <a:path w="10547" h="2556" extrusionOk="0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8" name="Google Shape;52848;p51"/>
            <p:cNvSpPr/>
            <p:nvPr/>
          </p:nvSpPr>
          <p:spPr>
            <a:xfrm>
              <a:off x="5151150" y="2336425"/>
              <a:ext cx="196575" cy="39475"/>
            </a:xfrm>
            <a:custGeom>
              <a:avLst/>
              <a:gdLst/>
              <a:ahLst/>
              <a:cxnLst/>
              <a:rect l="l" t="t" r="r" b="b"/>
              <a:pathLst>
                <a:path w="7863" h="1579" extrusionOk="0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9" name="Google Shape;52849;p51"/>
            <p:cNvSpPr/>
            <p:nvPr/>
          </p:nvSpPr>
          <p:spPr>
            <a:xfrm>
              <a:off x="5149800" y="2336425"/>
              <a:ext cx="199450" cy="40650"/>
            </a:xfrm>
            <a:custGeom>
              <a:avLst/>
              <a:gdLst/>
              <a:ahLst/>
              <a:cxnLst/>
              <a:rect l="l" t="t" r="r" b="b"/>
              <a:pathLst>
                <a:path w="7978" h="1626" extrusionOk="0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0" name="Google Shape;52850;p51"/>
            <p:cNvSpPr/>
            <p:nvPr/>
          </p:nvSpPr>
          <p:spPr>
            <a:xfrm>
              <a:off x="5193300" y="2336425"/>
              <a:ext cx="112450" cy="14350"/>
            </a:xfrm>
            <a:custGeom>
              <a:avLst/>
              <a:gdLst/>
              <a:ahLst/>
              <a:cxnLst/>
              <a:rect l="l" t="t" r="r" b="b"/>
              <a:pathLst>
                <a:path w="4498" h="574" extrusionOk="0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1" name="Google Shape;52851;p51"/>
            <p:cNvSpPr/>
            <p:nvPr/>
          </p:nvSpPr>
          <p:spPr>
            <a:xfrm>
              <a:off x="5191275" y="2336425"/>
              <a:ext cx="116500" cy="15350"/>
            </a:xfrm>
            <a:custGeom>
              <a:avLst/>
              <a:gdLst/>
              <a:ahLst/>
              <a:cxnLst/>
              <a:rect l="l" t="t" r="r" b="b"/>
              <a:pathLst>
                <a:path w="4660" h="614" extrusionOk="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2" name="Google Shape;52852;p51"/>
            <p:cNvSpPr/>
            <p:nvPr/>
          </p:nvSpPr>
          <p:spPr>
            <a:xfrm>
              <a:off x="35817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3" name="Google Shape;52853;p51"/>
            <p:cNvSpPr/>
            <p:nvPr/>
          </p:nvSpPr>
          <p:spPr>
            <a:xfrm>
              <a:off x="358072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4" name="Google Shape;52854;p51"/>
            <p:cNvSpPr/>
            <p:nvPr/>
          </p:nvSpPr>
          <p:spPr>
            <a:xfrm>
              <a:off x="360517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5" name="Google Shape;52855;p51"/>
            <p:cNvSpPr/>
            <p:nvPr/>
          </p:nvSpPr>
          <p:spPr>
            <a:xfrm>
              <a:off x="360400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6" name="Google Shape;52856;p51"/>
            <p:cNvSpPr/>
            <p:nvPr/>
          </p:nvSpPr>
          <p:spPr>
            <a:xfrm>
              <a:off x="363030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7" name="Google Shape;52857;p51"/>
            <p:cNvSpPr/>
            <p:nvPr/>
          </p:nvSpPr>
          <p:spPr>
            <a:xfrm>
              <a:off x="3629275" y="2336425"/>
              <a:ext cx="235175" cy="110425"/>
            </a:xfrm>
            <a:custGeom>
              <a:avLst/>
              <a:gdLst/>
              <a:ahLst/>
              <a:cxnLst/>
              <a:rect l="l" t="t" r="r" b="b"/>
              <a:pathLst>
                <a:path w="9407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8" name="Google Shape;52858;p51"/>
            <p:cNvSpPr/>
            <p:nvPr/>
          </p:nvSpPr>
          <p:spPr>
            <a:xfrm>
              <a:off x="365912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9" name="Google Shape;52859;p51"/>
            <p:cNvSpPr/>
            <p:nvPr/>
          </p:nvSpPr>
          <p:spPr>
            <a:xfrm>
              <a:off x="3658100" y="2336425"/>
              <a:ext cx="177525" cy="81775"/>
            </a:xfrm>
            <a:custGeom>
              <a:avLst/>
              <a:gdLst/>
              <a:ahLst/>
              <a:cxnLst/>
              <a:rect l="l" t="t" r="r" b="b"/>
              <a:pathLst>
                <a:path w="7101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0" name="Google Shape;52860;p51"/>
            <p:cNvSpPr/>
            <p:nvPr/>
          </p:nvSpPr>
          <p:spPr>
            <a:xfrm>
              <a:off x="368440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1" name="Google Shape;52861;p51"/>
            <p:cNvSpPr/>
            <p:nvPr/>
          </p:nvSpPr>
          <p:spPr>
            <a:xfrm>
              <a:off x="3683400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2" name="Google Shape;52862;p51"/>
            <p:cNvSpPr/>
            <p:nvPr/>
          </p:nvSpPr>
          <p:spPr>
            <a:xfrm>
              <a:off x="371357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3" name="Google Shape;52863;p51"/>
            <p:cNvSpPr/>
            <p:nvPr/>
          </p:nvSpPr>
          <p:spPr>
            <a:xfrm>
              <a:off x="3712375" y="2336425"/>
              <a:ext cx="68975" cy="27825"/>
            </a:xfrm>
            <a:custGeom>
              <a:avLst/>
              <a:gdLst/>
              <a:ahLst/>
              <a:cxnLst/>
              <a:rect l="l" t="t" r="r" b="b"/>
              <a:pathLst>
                <a:path w="2759" h="1113" extrusionOk="0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4" name="Google Shape;52864;p51"/>
            <p:cNvSpPr/>
            <p:nvPr/>
          </p:nvSpPr>
          <p:spPr>
            <a:xfrm>
              <a:off x="391602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5" name="Google Shape;52865;p51"/>
            <p:cNvSpPr/>
            <p:nvPr/>
          </p:nvSpPr>
          <p:spPr>
            <a:xfrm>
              <a:off x="3915000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6" name="Google Shape;52866;p51"/>
            <p:cNvSpPr/>
            <p:nvPr/>
          </p:nvSpPr>
          <p:spPr>
            <a:xfrm>
              <a:off x="3939275" y="2336425"/>
              <a:ext cx="283750" cy="134550"/>
            </a:xfrm>
            <a:custGeom>
              <a:avLst/>
              <a:gdLst/>
              <a:ahLst/>
              <a:cxnLst/>
              <a:rect l="l" t="t" r="r" b="b"/>
              <a:pathLst>
                <a:path w="11350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7" name="Google Shape;52867;p51"/>
            <p:cNvSpPr/>
            <p:nvPr/>
          </p:nvSpPr>
          <p:spPr>
            <a:xfrm>
              <a:off x="3938275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8" name="Google Shape;52868;p51"/>
            <p:cNvSpPr/>
            <p:nvPr/>
          </p:nvSpPr>
          <p:spPr>
            <a:xfrm>
              <a:off x="396457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9" name="Google Shape;52869;p51"/>
            <p:cNvSpPr/>
            <p:nvPr/>
          </p:nvSpPr>
          <p:spPr>
            <a:xfrm>
              <a:off x="3963550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0" name="Google Shape;52870;p51"/>
            <p:cNvSpPr/>
            <p:nvPr/>
          </p:nvSpPr>
          <p:spPr>
            <a:xfrm>
              <a:off x="399340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1" name="Google Shape;52871;p51"/>
            <p:cNvSpPr/>
            <p:nvPr/>
          </p:nvSpPr>
          <p:spPr>
            <a:xfrm>
              <a:off x="3992375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2" name="Google Shape;52872;p51"/>
            <p:cNvSpPr/>
            <p:nvPr/>
          </p:nvSpPr>
          <p:spPr>
            <a:xfrm>
              <a:off x="401867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3" name="Google Shape;52873;p51"/>
            <p:cNvSpPr/>
            <p:nvPr/>
          </p:nvSpPr>
          <p:spPr>
            <a:xfrm>
              <a:off x="4017675" y="2336425"/>
              <a:ext cx="126950" cy="56500"/>
            </a:xfrm>
            <a:custGeom>
              <a:avLst/>
              <a:gdLst/>
              <a:ahLst/>
              <a:cxnLst/>
              <a:rect l="l" t="t" r="r" b="b"/>
              <a:pathLst>
                <a:path w="5078" h="2260" extrusionOk="0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4" name="Google Shape;52874;p51"/>
            <p:cNvSpPr/>
            <p:nvPr/>
          </p:nvSpPr>
          <p:spPr>
            <a:xfrm>
              <a:off x="4047850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5" name="Google Shape;52875;p51"/>
            <p:cNvSpPr/>
            <p:nvPr/>
          </p:nvSpPr>
          <p:spPr>
            <a:xfrm>
              <a:off x="4046675" y="2336425"/>
              <a:ext cx="68950" cy="27825"/>
            </a:xfrm>
            <a:custGeom>
              <a:avLst/>
              <a:gdLst/>
              <a:ahLst/>
              <a:cxnLst/>
              <a:rect l="l" t="t" r="r" b="b"/>
              <a:pathLst>
                <a:path w="2758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6" name="Google Shape;52876;p51"/>
            <p:cNvSpPr/>
            <p:nvPr/>
          </p:nvSpPr>
          <p:spPr>
            <a:xfrm>
              <a:off x="425030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7" name="Google Shape;52877;p51"/>
            <p:cNvSpPr/>
            <p:nvPr/>
          </p:nvSpPr>
          <p:spPr>
            <a:xfrm>
              <a:off x="4249275" y="2336425"/>
              <a:ext cx="335825" cy="158975"/>
            </a:xfrm>
            <a:custGeom>
              <a:avLst/>
              <a:gdLst/>
              <a:ahLst/>
              <a:cxnLst/>
              <a:rect l="l" t="t" r="r" b="b"/>
              <a:pathLst>
                <a:path w="13433" h="6359" extrusionOk="0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8" name="Google Shape;52878;p51"/>
            <p:cNvSpPr/>
            <p:nvPr/>
          </p:nvSpPr>
          <p:spPr>
            <a:xfrm>
              <a:off x="4273550" y="2336425"/>
              <a:ext cx="283575" cy="134550"/>
            </a:xfrm>
            <a:custGeom>
              <a:avLst/>
              <a:gdLst/>
              <a:ahLst/>
              <a:cxnLst/>
              <a:rect l="l" t="t" r="r" b="b"/>
              <a:pathLst>
                <a:path w="11343" h="5382" extrusionOk="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9" name="Google Shape;52879;p51"/>
            <p:cNvSpPr/>
            <p:nvPr/>
          </p:nvSpPr>
          <p:spPr>
            <a:xfrm>
              <a:off x="4272550" y="2336425"/>
              <a:ext cx="285750" cy="135725"/>
            </a:xfrm>
            <a:custGeom>
              <a:avLst/>
              <a:gdLst/>
              <a:ahLst/>
              <a:cxnLst/>
              <a:rect l="l" t="t" r="r" b="b"/>
              <a:pathLst>
                <a:path w="11430" h="5429" extrusionOk="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0" name="Google Shape;52880;p51"/>
            <p:cNvSpPr/>
            <p:nvPr/>
          </p:nvSpPr>
          <p:spPr>
            <a:xfrm>
              <a:off x="4298850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1" name="Google Shape;52881;p51"/>
            <p:cNvSpPr/>
            <p:nvPr/>
          </p:nvSpPr>
          <p:spPr>
            <a:xfrm>
              <a:off x="4297825" y="2336425"/>
              <a:ext cx="235200" cy="110425"/>
            </a:xfrm>
            <a:custGeom>
              <a:avLst/>
              <a:gdLst/>
              <a:ahLst/>
              <a:cxnLst/>
              <a:rect l="l" t="t" r="r" b="b"/>
              <a:pathLst>
                <a:path w="9408" h="4417" extrusionOk="0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2" name="Google Shape;52882;p51"/>
            <p:cNvSpPr/>
            <p:nvPr/>
          </p:nvSpPr>
          <p:spPr>
            <a:xfrm>
              <a:off x="4327675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3" name="Google Shape;52883;p51"/>
            <p:cNvSpPr/>
            <p:nvPr/>
          </p:nvSpPr>
          <p:spPr>
            <a:xfrm>
              <a:off x="4326650" y="2336425"/>
              <a:ext cx="177550" cy="81775"/>
            </a:xfrm>
            <a:custGeom>
              <a:avLst/>
              <a:gdLst/>
              <a:ahLst/>
              <a:cxnLst/>
              <a:rect l="l" t="t" r="r" b="b"/>
              <a:pathLst>
                <a:path w="7102" h="3271" extrusionOk="0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4" name="Google Shape;52884;p51"/>
            <p:cNvSpPr/>
            <p:nvPr/>
          </p:nvSpPr>
          <p:spPr>
            <a:xfrm>
              <a:off x="4352950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5" name="Google Shape;52885;p51"/>
            <p:cNvSpPr/>
            <p:nvPr/>
          </p:nvSpPr>
          <p:spPr>
            <a:xfrm>
              <a:off x="435177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6" name="Google Shape;52886;p51"/>
            <p:cNvSpPr/>
            <p:nvPr/>
          </p:nvSpPr>
          <p:spPr>
            <a:xfrm>
              <a:off x="4382125" y="2336425"/>
              <a:ext cx="66600" cy="26825"/>
            </a:xfrm>
            <a:custGeom>
              <a:avLst/>
              <a:gdLst/>
              <a:ahLst/>
              <a:cxnLst/>
              <a:rect l="l" t="t" r="r" b="b"/>
              <a:pathLst>
                <a:path w="2664" h="1073" extrusionOk="0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7" name="Google Shape;52887;p51"/>
            <p:cNvSpPr/>
            <p:nvPr/>
          </p:nvSpPr>
          <p:spPr>
            <a:xfrm>
              <a:off x="438095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8" name="Google Shape;52888;p51"/>
            <p:cNvSpPr/>
            <p:nvPr/>
          </p:nvSpPr>
          <p:spPr>
            <a:xfrm>
              <a:off x="4584575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9" name="Google Shape;52889;p51"/>
            <p:cNvSpPr/>
            <p:nvPr/>
          </p:nvSpPr>
          <p:spPr>
            <a:xfrm>
              <a:off x="4583575" y="2336425"/>
              <a:ext cx="335800" cy="158975"/>
            </a:xfrm>
            <a:custGeom>
              <a:avLst/>
              <a:gdLst/>
              <a:ahLst/>
              <a:cxnLst/>
              <a:rect l="l" t="t" r="r" b="b"/>
              <a:pathLst>
                <a:path w="13432" h="6359" extrusionOk="0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0" name="Google Shape;52890;p51"/>
            <p:cNvSpPr/>
            <p:nvPr/>
          </p:nvSpPr>
          <p:spPr>
            <a:xfrm>
              <a:off x="4607850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1" name="Google Shape;52891;p51"/>
            <p:cNvSpPr/>
            <p:nvPr/>
          </p:nvSpPr>
          <p:spPr>
            <a:xfrm>
              <a:off x="4606825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2" name="Google Shape;52892;p51"/>
            <p:cNvSpPr/>
            <p:nvPr/>
          </p:nvSpPr>
          <p:spPr>
            <a:xfrm>
              <a:off x="4633125" y="2336425"/>
              <a:ext cx="233150" cy="109425"/>
            </a:xfrm>
            <a:custGeom>
              <a:avLst/>
              <a:gdLst/>
              <a:ahLst/>
              <a:cxnLst/>
              <a:rect l="l" t="t" r="r" b="b"/>
              <a:pathLst>
                <a:path w="9326" h="4377" extrusionOk="0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3" name="Google Shape;52893;p51"/>
            <p:cNvSpPr/>
            <p:nvPr/>
          </p:nvSpPr>
          <p:spPr>
            <a:xfrm>
              <a:off x="4631950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4" name="Google Shape;52894;p51"/>
            <p:cNvSpPr/>
            <p:nvPr/>
          </p:nvSpPr>
          <p:spPr>
            <a:xfrm>
              <a:off x="46619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5" name="Google Shape;52895;p51"/>
            <p:cNvSpPr/>
            <p:nvPr/>
          </p:nvSpPr>
          <p:spPr>
            <a:xfrm>
              <a:off x="466077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6" name="Google Shape;52896;p51"/>
            <p:cNvSpPr/>
            <p:nvPr/>
          </p:nvSpPr>
          <p:spPr>
            <a:xfrm>
              <a:off x="4687225" y="2336425"/>
              <a:ext cx="124950" cy="55475"/>
            </a:xfrm>
            <a:custGeom>
              <a:avLst/>
              <a:gdLst/>
              <a:ahLst/>
              <a:cxnLst/>
              <a:rect l="l" t="t" r="r" b="b"/>
              <a:pathLst>
                <a:path w="4998" h="2219" extrusionOk="0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7" name="Google Shape;52897;p51"/>
            <p:cNvSpPr/>
            <p:nvPr/>
          </p:nvSpPr>
          <p:spPr>
            <a:xfrm>
              <a:off x="4686050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8" name="Google Shape;52898;p51"/>
            <p:cNvSpPr/>
            <p:nvPr/>
          </p:nvSpPr>
          <p:spPr>
            <a:xfrm>
              <a:off x="4716225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9" name="Google Shape;52899;p51"/>
            <p:cNvSpPr/>
            <p:nvPr/>
          </p:nvSpPr>
          <p:spPr>
            <a:xfrm>
              <a:off x="471522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0" name="Google Shape;52900;p51"/>
            <p:cNvSpPr/>
            <p:nvPr/>
          </p:nvSpPr>
          <p:spPr>
            <a:xfrm>
              <a:off x="4918850" y="2336425"/>
              <a:ext cx="333800" cy="157975"/>
            </a:xfrm>
            <a:custGeom>
              <a:avLst/>
              <a:gdLst/>
              <a:ahLst/>
              <a:cxnLst/>
              <a:rect l="l" t="t" r="r" b="b"/>
              <a:pathLst>
                <a:path w="13352" h="6319" extrusionOk="0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1" name="Google Shape;52901;p51"/>
            <p:cNvSpPr/>
            <p:nvPr/>
          </p:nvSpPr>
          <p:spPr>
            <a:xfrm>
              <a:off x="4917675" y="2336425"/>
              <a:ext cx="336000" cy="158975"/>
            </a:xfrm>
            <a:custGeom>
              <a:avLst/>
              <a:gdLst/>
              <a:ahLst/>
              <a:cxnLst/>
              <a:rect l="l" t="t" r="r" b="b"/>
              <a:pathLst>
                <a:path w="13440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2" name="Google Shape;52902;p51"/>
            <p:cNvSpPr/>
            <p:nvPr/>
          </p:nvSpPr>
          <p:spPr>
            <a:xfrm>
              <a:off x="4942125" y="2336425"/>
              <a:ext cx="283550" cy="134550"/>
            </a:xfrm>
            <a:custGeom>
              <a:avLst/>
              <a:gdLst/>
              <a:ahLst/>
              <a:cxnLst/>
              <a:rect l="l" t="t" r="r" b="b"/>
              <a:pathLst>
                <a:path w="11342" h="5382" extrusionOk="0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3" name="Google Shape;52903;p51"/>
            <p:cNvSpPr/>
            <p:nvPr/>
          </p:nvSpPr>
          <p:spPr>
            <a:xfrm>
              <a:off x="4941100" y="2336425"/>
              <a:ext cx="285600" cy="135725"/>
            </a:xfrm>
            <a:custGeom>
              <a:avLst/>
              <a:gdLst/>
              <a:ahLst/>
              <a:cxnLst/>
              <a:rect l="l" t="t" r="r" b="b"/>
              <a:pathLst>
                <a:path w="11424" h="5429" extrusionOk="0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4" name="Google Shape;52904;p51"/>
            <p:cNvSpPr/>
            <p:nvPr/>
          </p:nvSpPr>
          <p:spPr>
            <a:xfrm>
              <a:off x="4967400" y="2336425"/>
              <a:ext cx="233000" cy="109425"/>
            </a:xfrm>
            <a:custGeom>
              <a:avLst/>
              <a:gdLst/>
              <a:ahLst/>
              <a:cxnLst/>
              <a:rect l="l" t="t" r="r" b="b"/>
              <a:pathLst>
                <a:path w="9320" h="4377" extrusionOk="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5" name="Google Shape;52905;p51"/>
            <p:cNvSpPr/>
            <p:nvPr/>
          </p:nvSpPr>
          <p:spPr>
            <a:xfrm>
              <a:off x="4966225" y="2336425"/>
              <a:ext cx="235350" cy="110425"/>
            </a:xfrm>
            <a:custGeom>
              <a:avLst/>
              <a:gdLst/>
              <a:ahLst/>
              <a:cxnLst/>
              <a:rect l="l" t="t" r="r" b="b"/>
              <a:pathLst>
                <a:path w="9414" h="4417" extrusionOk="0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6" name="Google Shape;52906;p51"/>
            <p:cNvSpPr/>
            <p:nvPr/>
          </p:nvSpPr>
          <p:spPr>
            <a:xfrm>
              <a:off x="4996225" y="2336425"/>
              <a:ext cx="175350" cy="80600"/>
            </a:xfrm>
            <a:custGeom>
              <a:avLst/>
              <a:gdLst/>
              <a:ahLst/>
              <a:cxnLst/>
              <a:rect l="l" t="t" r="r" b="b"/>
              <a:pathLst>
                <a:path w="7014" h="3224" extrusionOk="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7" name="Google Shape;52907;p51"/>
            <p:cNvSpPr/>
            <p:nvPr/>
          </p:nvSpPr>
          <p:spPr>
            <a:xfrm>
              <a:off x="4995050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8" name="Google Shape;52908;p51"/>
            <p:cNvSpPr/>
            <p:nvPr/>
          </p:nvSpPr>
          <p:spPr>
            <a:xfrm>
              <a:off x="5021350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9" name="Google Shape;52909;p51"/>
            <p:cNvSpPr/>
            <p:nvPr/>
          </p:nvSpPr>
          <p:spPr>
            <a:xfrm>
              <a:off x="5020325" y="2336425"/>
              <a:ext cx="127150" cy="56500"/>
            </a:xfrm>
            <a:custGeom>
              <a:avLst/>
              <a:gdLst/>
              <a:ahLst/>
              <a:cxnLst/>
              <a:rect l="l" t="t" r="r" b="b"/>
              <a:pathLst>
                <a:path w="5086" h="2260" extrusionOk="0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0" name="Google Shape;52910;p51"/>
            <p:cNvSpPr/>
            <p:nvPr/>
          </p:nvSpPr>
          <p:spPr>
            <a:xfrm>
              <a:off x="5050500" y="2336425"/>
              <a:ext cx="66800" cy="26825"/>
            </a:xfrm>
            <a:custGeom>
              <a:avLst/>
              <a:gdLst/>
              <a:ahLst/>
              <a:cxnLst/>
              <a:rect l="l" t="t" r="r" b="b"/>
              <a:pathLst>
                <a:path w="2672" h="1073" extrusionOk="0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1" name="Google Shape;52911;p51"/>
            <p:cNvSpPr/>
            <p:nvPr/>
          </p:nvSpPr>
          <p:spPr>
            <a:xfrm>
              <a:off x="5049500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2" name="Google Shape;52912;p51"/>
            <p:cNvSpPr/>
            <p:nvPr/>
          </p:nvSpPr>
          <p:spPr>
            <a:xfrm>
              <a:off x="5253125" y="2336425"/>
              <a:ext cx="273975" cy="157975"/>
            </a:xfrm>
            <a:custGeom>
              <a:avLst/>
              <a:gdLst/>
              <a:ahLst/>
              <a:cxnLst/>
              <a:rect l="l" t="t" r="r" b="b"/>
              <a:pathLst>
                <a:path w="10959" h="6319" extrusionOk="0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3" name="Google Shape;52913;p51"/>
            <p:cNvSpPr/>
            <p:nvPr/>
          </p:nvSpPr>
          <p:spPr>
            <a:xfrm>
              <a:off x="5251950" y="2336425"/>
              <a:ext cx="275150" cy="158975"/>
            </a:xfrm>
            <a:custGeom>
              <a:avLst/>
              <a:gdLst/>
              <a:ahLst/>
              <a:cxnLst/>
              <a:rect l="l" t="t" r="r" b="b"/>
              <a:pathLst>
                <a:path w="11006" h="6359" extrusionOk="0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4" name="Google Shape;52914;p51"/>
            <p:cNvSpPr/>
            <p:nvPr/>
          </p:nvSpPr>
          <p:spPr>
            <a:xfrm>
              <a:off x="5276400" y="2336425"/>
              <a:ext cx="250700" cy="134550"/>
            </a:xfrm>
            <a:custGeom>
              <a:avLst/>
              <a:gdLst/>
              <a:ahLst/>
              <a:cxnLst/>
              <a:rect l="l" t="t" r="r" b="b"/>
              <a:pathLst>
                <a:path w="10028" h="5382" extrusionOk="0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5" name="Google Shape;52915;p51"/>
            <p:cNvSpPr/>
            <p:nvPr/>
          </p:nvSpPr>
          <p:spPr>
            <a:xfrm>
              <a:off x="5275375" y="2336425"/>
              <a:ext cx="251725" cy="135725"/>
            </a:xfrm>
            <a:custGeom>
              <a:avLst/>
              <a:gdLst/>
              <a:ahLst/>
              <a:cxnLst/>
              <a:rect l="l" t="t" r="r" b="b"/>
              <a:pathLst>
                <a:path w="10069" h="5429" extrusionOk="0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6" name="Google Shape;52916;p51"/>
            <p:cNvSpPr/>
            <p:nvPr/>
          </p:nvSpPr>
          <p:spPr>
            <a:xfrm>
              <a:off x="5301525" y="2336425"/>
              <a:ext cx="225575" cy="109425"/>
            </a:xfrm>
            <a:custGeom>
              <a:avLst/>
              <a:gdLst/>
              <a:ahLst/>
              <a:cxnLst/>
              <a:rect l="l" t="t" r="r" b="b"/>
              <a:pathLst>
                <a:path w="9023" h="4377" extrusionOk="0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7" name="Google Shape;52917;p51"/>
            <p:cNvSpPr/>
            <p:nvPr/>
          </p:nvSpPr>
          <p:spPr>
            <a:xfrm>
              <a:off x="5300500" y="2336425"/>
              <a:ext cx="226600" cy="110425"/>
            </a:xfrm>
            <a:custGeom>
              <a:avLst/>
              <a:gdLst/>
              <a:ahLst/>
              <a:cxnLst/>
              <a:rect l="l" t="t" r="r" b="b"/>
              <a:pathLst>
                <a:path w="9064" h="4417" extrusionOk="0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8" name="Google Shape;52918;p51"/>
            <p:cNvSpPr/>
            <p:nvPr/>
          </p:nvSpPr>
          <p:spPr>
            <a:xfrm>
              <a:off x="5330350" y="2336425"/>
              <a:ext cx="175500" cy="80600"/>
            </a:xfrm>
            <a:custGeom>
              <a:avLst/>
              <a:gdLst/>
              <a:ahLst/>
              <a:cxnLst/>
              <a:rect l="l" t="t" r="r" b="b"/>
              <a:pathLst>
                <a:path w="7020" h="3224" extrusionOk="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9" name="Google Shape;52919;p51"/>
            <p:cNvSpPr/>
            <p:nvPr/>
          </p:nvSpPr>
          <p:spPr>
            <a:xfrm>
              <a:off x="5329325" y="2336425"/>
              <a:ext cx="177700" cy="81775"/>
            </a:xfrm>
            <a:custGeom>
              <a:avLst/>
              <a:gdLst/>
              <a:ahLst/>
              <a:cxnLst/>
              <a:rect l="l" t="t" r="r" b="b"/>
              <a:pathLst>
                <a:path w="7108" h="3271" extrusionOk="0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0" name="Google Shape;52920;p51"/>
            <p:cNvSpPr/>
            <p:nvPr/>
          </p:nvSpPr>
          <p:spPr>
            <a:xfrm>
              <a:off x="5355625" y="2336425"/>
              <a:ext cx="124925" cy="55475"/>
            </a:xfrm>
            <a:custGeom>
              <a:avLst/>
              <a:gdLst/>
              <a:ahLst/>
              <a:cxnLst/>
              <a:rect l="l" t="t" r="r" b="b"/>
              <a:pathLst>
                <a:path w="4997" h="2219" extrusionOk="0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1" name="Google Shape;52921;p51"/>
            <p:cNvSpPr/>
            <p:nvPr/>
          </p:nvSpPr>
          <p:spPr>
            <a:xfrm>
              <a:off x="5354625" y="2336425"/>
              <a:ext cx="127125" cy="56500"/>
            </a:xfrm>
            <a:custGeom>
              <a:avLst/>
              <a:gdLst/>
              <a:ahLst/>
              <a:cxnLst/>
              <a:rect l="l" t="t" r="r" b="b"/>
              <a:pathLst>
                <a:path w="5085" h="2260" extrusionOk="0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2" name="Google Shape;52922;p51"/>
            <p:cNvSpPr/>
            <p:nvPr/>
          </p:nvSpPr>
          <p:spPr>
            <a:xfrm>
              <a:off x="5384800" y="2336425"/>
              <a:ext cx="66775" cy="26825"/>
            </a:xfrm>
            <a:custGeom>
              <a:avLst/>
              <a:gdLst/>
              <a:ahLst/>
              <a:cxnLst/>
              <a:rect l="l" t="t" r="r" b="b"/>
              <a:pathLst>
                <a:path w="2671" h="1073" extrusionOk="0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3" name="Google Shape;52923;p51"/>
            <p:cNvSpPr/>
            <p:nvPr/>
          </p:nvSpPr>
          <p:spPr>
            <a:xfrm>
              <a:off x="5383775" y="2336425"/>
              <a:ext cx="68800" cy="27825"/>
            </a:xfrm>
            <a:custGeom>
              <a:avLst/>
              <a:gdLst/>
              <a:ahLst/>
              <a:cxnLst/>
              <a:rect l="l" t="t" r="r" b="b"/>
              <a:pathLst>
                <a:path w="2752" h="1113" extrusionOk="0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4" name="Google Shape;52924;p51"/>
            <p:cNvSpPr/>
            <p:nvPr/>
          </p:nvSpPr>
          <p:spPr>
            <a:xfrm>
              <a:off x="3450750" y="2336425"/>
              <a:ext cx="296375" cy="256075"/>
            </a:xfrm>
            <a:custGeom>
              <a:avLst/>
              <a:gdLst/>
              <a:ahLst/>
              <a:cxnLst/>
              <a:rect l="l" t="t" r="r" b="b"/>
              <a:pathLst>
                <a:path w="11855" h="10243" extrusionOk="0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5" name="Google Shape;52925;p51"/>
            <p:cNvSpPr/>
            <p:nvPr/>
          </p:nvSpPr>
          <p:spPr>
            <a:xfrm>
              <a:off x="3450750" y="2336425"/>
              <a:ext cx="297400" cy="257100"/>
            </a:xfrm>
            <a:custGeom>
              <a:avLst/>
              <a:gdLst/>
              <a:ahLst/>
              <a:cxnLst/>
              <a:rect l="l" t="t" r="r" b="b"/>
              <a:pathLst>
                <a:path w="11896" h="10284" extrusionOk="0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6" name="Google Shape;52926;p51"/>
            <p:cNvSpPr/>
            <p:nvPr/>
          </p:nvSpPr>
          <p:spPr>
            <a:xfrm>
              <a:off x="3450750" y="2336425"/>
              <a:ext cx="269425" cy="232650"/>
            </a:xfrm>
            <a:custGeom>
              <a:avLst/>
              <a:gdLst/>
              <a:ahLst/>
              <a:cxnLst/>
              <a:rect l="l" t="t" r="r" b="b"/>
              <a:pathLst>
                <a:path w="10777" h="9306" extrusionOk="0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7" name="Google Shape;52927;p51"/>
            <p:cNvSpPr/>
            <p:nvPr/>
          </p:nvSpPr>
          <p:spPr>
            <a:xfrm>
              <a:off x="3450750" y="2336425"/>
              <a:ext cx="270600" cy="233825"/>
            </a:xfrm>
            <a:custGeom>
              <a:avLst/>
              <a:gdLst/>
              <a:ahLst/>
              <a:cxnLst/>
              <a:rect l="l" t="t" r="r" b="b"/>
              <a:pathLst>
                <a:path w="10824" h="9353" extrusionOk="0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8" name="Google Shape;52928;p51"/>
            <p:cNvSpPr/>
            <p:nvPr/>
          </p:nvSpPr>
          <p:spPr>
            <a:xfrm>
              <a:off x="3450750" y="2336425"/>
              <a:ext cx="19750" cy="30525"/>
            </a:xfrm>
            <a:custGeom>
              <a:avLst/>
              <a:gdLst/>
              <a:ahLst/>
              <a:cxnLst/>
              <a:rect l="l" t="t" r="r" b="b"/>
              <a:pathLst>
                <a:path w="790" h="1221" extrusionOk="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9" name="Google Shape;52929;p51"/>
            <p:cNvSpPr/>
            <p:nvPr/>
          </p:nvSpPr>
          <p:spPr>
            <a:xfrm>
              <a:off x="3461375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0" name="Google Shape;52930;p51"/>
            <p:cNvSpPr/>
            <p:nvPr/>
          </p:nvSpPr>
          <p:spPr>
            <a:xfrm>
              <a:off x="3460375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1" name="Google Shape;52931;p51"/>
            <p:cNvSpPr/>
            <p:nvPr/>
          </p:nvSpPr>
          <p:spPr>
            <a:xfrm>
              <a:off x="3490200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2" name="Google Shape;52932;p51"/>
            <p:cNvSpPr/>
            <p:nvPr/>
          </p:nvSpPr>
          <p:spPr>
            <a:xfrm>
              <a:off x="3489025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3" name="Google Shape;52933;p51"/>
            <p:cNvSpPr/>
            <p:nvPr/>
          </p:nvSpPr>
          <p:spPr>
            <a:xfrm>
              <a:off x="351532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4" name="Google Shape;52934;p51"/>
            <p:cNvSpPr/>
            <p:nvPr/>
          </p:nvSpPr>
          <p:spPr>
            <a:xfrm>
              <a:off x="3514300" y="236322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5" name="Google Shape;52935;p51"/>
            <p:cNvSpPr/>
            <p:nvPr/>
          </p:nvSpPr>
          <p:spPr>
            <a:xfrm>
              <a:off x="35441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6" name="Google Shape;52936;p51"/>
            <p:cNvSpPr/>
            <p:nvPr/>
          </p:nvSpPr>
          <p:spPr>
            <a:xfrm>
              <a:off x="3542975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7" name="Google Shape;52937;p51"/>
            <p:cNvSpPr/>
            <p:nvPr/>
          </p:nvSpPr>
          <p:spPr>
            <a:xfrm>
              <a:off x="3747100" y="2336425"/>
              <a:ext cx="334325" cy="256075"/>
            </a:xfrm>
            <a:custGeom>
              <a:avLst/>
              <a:gdLst/>
              <a:ahLst/>
              <a:cxnLst/>
              <a:rect l="l" t="t" r="r" b="b"/>
              <a:pathLst>
                <a:path w="13373" h="10243" extrusionOk="0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8" name="Google Shape;52938;p51"/>
            <p:cNvSpPr/>
            <p:nvPr/>
          </p:nvSpPr>
          <p:spPr>
            <a:xfrm>
              <a:off x="374610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9" name="Google Shape;52939;p51"/>
            <p:cNvSpPr/>
            <p:nvPr/>
          </p:nvSpPr>
          <p:spPr>
            <a:xfrm>
              <a:off x="3770550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0" name="Google Shape;52940;p51"/>
            <p:cNvSpPr/>
            <p:nvPr/>
          </p:nvSpPr>
          <p:spPr>
            <a:xfrm>
              <a:off x="3769525" y="2336425"/>
              <a:ext cx="285925" cy="233825"/>
            </a:xfrm>
            <a:custGeom>
              <a:avLst/>
              <a:gdLst/>
              <a:ahLst/>
              <a:cxnLst/>
              <a:rect l="l" t="t" r="r" b="b"/>
              <a:pathLst>
                <a:path w="11437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1" name="Google Shape;52941;p51"/>
            <p:cNvSpPr/>
            <p:nvPr/>
          </p:nvSpPr>
          <p:spPr>
            <a:xfrm>
              <a:off x="379565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2" name="Google Shape;52942;p51"/>
            <p:cNvSpPr/>
            <p:nvPr/>
          </p:nvSpPr>
          <p:spPr>
            <a:xfrm>
              <a:off x="379465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3" name="Google Shape;52943;p51"/>
            <p:cNvSpPr/>
            <p:nvPr/>
          </p:nvSpPr>
          <p:spPr>
            <a:xfrm>
              <a:off x="3824475" y="233912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4" name="Google Shape;52944;p51"/>
            <p:cNvSpPr/>
            <p:nvPr/>
          </p:nvSpPr>
          <p:spPr>
            <a:xfrm>
              <a:off x="3823300" y="23381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5" name="Google Shape;52945;p51"/>
            <p:cNvSpPr/>
            <p:nvPr/>
          </p:nvSpPr>
          <p:spPr>
            <a:xfrm>
              <a:off x="384960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6" name="Google Shape;52946;p51"/>
            <p:cNvSpPr/>
            <p:nvPr/>
          </p:nvSpPr>
          <p:spPr>
            <a:xfrm>
              <a:off x="3848600" y="23632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7" name="Google Shape;52947;p51"/>
            <p:cNvSpPr/>
            <p:nvPr/>
          </p:nvSpPr>
          <p:spPr>
            <a:xfrm>
              <a:off x="387825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8" name="Google Shape;52948;p51"/>
            <p:cNvSpPr/>
            <p:nvPr/>
          </p:nvSpPr>
          <p:spPr>
            <a:xfrm>
              <a:off x="3877250" y="239187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9" name="Google Shape;52949;p51"/>
            <p:cNvSpPr/>
            <p:nvPr/>
          </p:nvSpPr>
          <p:spPr>
            <a:xfrm>
              <a:off x="408140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0" name="Google Shape;52950;p51"/>
            <p:cNvSpPr/>
            <p:nvPr/>
          </p:nvSpPr>
          <p:spPr>
            <a:xfrm>
              <a:off x="4080375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1" name="Google Shape;52951;p51"/>
            <p:cNvSpPr/>
            <p:nvPr/>
          </p:nvSpPr>
          <p:spPr>
            <a:xfrm>
              <a:off x="4104825" y="2336425"/>
              <a:ext cx="283900" cy="232650"/>
            </a:xfrm>
            <a:custGeom>
              <a:avLst/>
              <a:gdLst/>
              <a:ahLst/>
              <a:cxnLst/>
              <a:rect l="l" t="t" r="r" b="b"/>
              <a:pathLst>
                <a:path w="11356" h="9306" extrusionOk="0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2" name="Google Shape;52952;p51"/>
            <p:cNvSpPr/>
            <p:nvPr/>
          </p:nvSpPr>
          <p:spPr>
            <a:xfrm>
              <a:off x="4103650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3" name="Google Shape;52953;p51"/>
            <p:cNvSpPr/>
            <p:nvPr/>
          </p:nvSpPr>
          <p:spPr>
            <a:xfrm>
              <a:off x="4129950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4" name="Google Shape;52954;p51"/>
            <p:cNvSpPr/>
            <p:nvPr/>
          </p:nvSpPr>
          <p:spPr>
            <a:xfrm>
              <a:off x="4128925" y="2336425"/>
              <a:ext cx="235700" cy="208550"/>
            </a:xfrm>
            <a:custGeom>
              <a:avLst/>
              <a:gdLst/>
              <a:ahLst/>
              <a:cxnLst/>
              <a:rect l="l" t="t" r="r" b="b"/>
              <a:pathLst>
                <a:path w="9428" h="8342" extrusionOk="0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5" name="Google Shape;52955;p51"/>
            <p:cNvSpPr/>
            <p:nvPr/>
          </p:nvSpPr>
          <p:spPr>
            <a:xfrm>
              <a:off x="415860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6" name="Google Shape;52956;p51"/>
            <p:cNvSpPr/>
            <p:nvPr/>
          </p:nvSpPr>
          <p:spPr>
            <a:xfrm>
              <a:off x="4157575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7" name="Google Shape;52957;p51"/>
            <p:cNvSpPr/>
            <p:nvPr/>
          </p:nvSpPr>
          <p:spPr>
            <a:xfrm>
              <a:off x="4183875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8" name="Google Shape;52958;p51"/>
            <p:cNvSpPr/>
            <p:nvPr/>
          </p:nvSpPr>
          <p:spPr>
            <a:xfrm>
              <a:off x="418270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9" name="Google Shape;52959;p51"/>
            <p:cNvSpPr/>
            <p:nvPr/>
          </p:nvSpPr>
          <p:spPr>
            <a:xfrm>
              <a:off x="4212550" y="23930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0" name="Google Shape;52960;p51"/>
            <p:cNvSpPr/>
            <p:nvPr/>
          </p:nvSpPr>
          <p:spPr>
            <a:xfrm>
              <a:off x="4211525" y="239187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1" name="Google Shape;52961;p51"/>
            <p:cNvSpPr/>
            <p:nvPr/>
          </p:nvSpPr>
          <p:spPr>
            <a:xfrm>
              <a:off x="4415675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2" name="Google Shape;52962;p51"/>
            <p:cNvSpPr/>
            <p:nvPr/>
          </p:nvSpPr>
          <p:spPr>
            <a:xfrm>
              <a:off x="4414650" y="2336425"/>
              <a:ext cx="336325" cy="257100"/>
            </a:xfrm>
            <a:custGeom>
              <a:avLst/>
              <a:gdLst/>
              <a:ahLst/>
              <a:cxnLst/>
              <a:rect l="l" t="t" r="r" b="b"/>
              <a:pathLst>
                <a:path w="13453" h="10284" extrusionOk="0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3" name="Google Shape;52963;p51"/>
            <p:cNvSpPr/>
            <p:nvPr/>
          </p:nvSpPr>
          <p:spPr>
            <a:xfrm>
              <a:off x="4438925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4" name="Google Shape;52964;p51"/>
            <p:cNvSpPr/>
            <p:nvPr/>
          </p:nvSpPr>
          <p:spPr>
            <a:xfrm>
              <a:off x="4437925" y="2336425"/>
              <a:ext cx="286075" cy="233825"/>
            </a:xfrm>
            <a:custGeom>
              <a:avLst/>
              <a:gdLst/>
              <a:ahLst/>
              <a:cxnLst/>
              <a:rect l="l" t="t" r="r" b="b"/>
              <a:pathLst>
                <a:path w="11443" h="9353" extrusionOk="0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5" name="Google Shape;52965;p51"/>
            <p:cNvSpPr/>
            <p:nvPr/>
          </p:nvSpPr>
          <p:spPr>
            <a:xfrm>
              <a:off x="4464225" y="2336425"/>
              <a:ext cx="233650" cy="207525"/>
            </a:xfrm>
            <a:custGeom>
              <a:avLst/>
              <a:gdLst/>
              <a:ahLst/>
              <a:cxnLst/>
              <a:rect l="l" t="t" r="r" b="b"/>
              <a:pathLst>
                <a:path w="9346" h="8301" extrusionOk="0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6" name="Google Shape;52966;p51"/>
            <p:cNvSpPr/>
            <p:nvPr/>
          </p:nvSpPr>
          <p:spPr>
            <a:xfrm>
              <a:off x="4463025" y="2336425"/>
              <a:ext cx="235875" cy="208550"/>
            </a:xfrm>
            <a:custGeom>
              <a:avLst/>
              <a:gdLst/>
              <a:ahLst/>
              <a:cxnLst/>
              <a:rect l="l" t="t" r="r" b="b"/>
              <a:pathLst>
                <a:path w="9435" h="8342" extrusionOk="0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7" name="Google Shape;52967;p51"/>
            <p:cNvSpPr/>
            <p:nvPr/>
          </p:nvSpPr>
          <p:spPr>
            <a:xfrm>
              <a:off x="4492875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8" name="Google Shape;52968;p51"/>
            <p:cNvSpPr/>
            <p:nvPr/>
          </p:nvSpPr>
          <p:spPr>
            <a:xfrm>
              <a:off x="4491850" y="23381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9" name="Google Shape;52969;p51"/>
            <p:cNvSpPr/>
            <p:nvPr/>
          </p:nvSpPr>
          <p:spPr>
            <a:xfrm>
              <a:off x="4518150" y="236422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0" name="Google Shape;52970;p51"/>
            <p:cNvSpPr/>
            <p:nvPr/>
          </p:nvSpPr>
          <p:spPr>
            <a:xfrm>
              <a:off x="451697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1" name="Google Shape;52971;p51"/>
            <p:cNvSpPr/>
            <p:nvPr/>
          </p:nvSpPr>
          <p:spPr>
            <a:xfrm>
              <a:off x="454682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2" name="Google Shape;52972;p51"/>
            <p:cNvSpPr/>
            <p:nvPr/>
          </p:nvSpPr>
          <p:spPr>
            <a:xfrm>
              <a:off x="454580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3" name="Google Shape;52973;p51"/>
            <p:cNvSpPr/>
            <p:nvPr/>
          </p:nvSpPr>
          <p:spPr>
            <a:xfrm>
              <a:off x="4749950" y="2336425"/>
              <a:ext cx="334300" cy="256075"/>
            </a:xfrm>
            <a:custGeom>
              <a:avLst/>
              <a:gdLst/>
              <a:ahLst/>
              <a:cxnLst/>
              <a:rect l="l" t="t" r="r" b="b"/>
              <a:pathLst>
                <a:path w="13372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4" name="Google Shape;52974;p51"/>
            <p:cNvSpPr/>
            <p:nvPr/>
          </p:nvSpPr>
          <p:spPr>
            <a:xfrm>
              <a:off x="4748775" y="2336425"/>
              <a:ext cx="336475" cy="257100"/>
            </a:xfrm>
            <a:custGeom>
              <a:avLst/>
              <a:gdLst/>
              <a:ahLst/>
              <a:cxnLst/>
              <a:rect l="l" t="t" r="r" b="b"/>
              <a:pathLst>
                <a:path w="13459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5" name="Google Shape;52975;p51"/>
            <p:cNvSpPr/>
            <p:nvPr/>
          </p:nvSpPr>
          <p:spPr>
            <a:xfrm>
              <a:off x="4773200" y="2336425"/>
              <a:ext cx="284075" cy="232650"/>
            </a:xfrm>
            <a:custGeom>
              <a:avLst/>
              <a:gdLst/>
              <a:ahLst/>
              <a:cxnLst/>
              <a:rect l="l" t="t" r="r" b="b"/>
              <a:pathLst>
                <a:path w="11363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6" name="Google Shape;52976;p51"/>
            <p:cNvSpPr/>
            <p:nvPr/>
          </p:nvSpPr>
          <p:spPr>
            <a:xfrm>
              <a:off x="4772200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7" name="Google Shape;52977;p51"/>
            <p:cNvSpPr/>
            <p:nvPr/>
          </p:nvSpPr>
          <p:spPr>
            <a:xfrm>
              <a:off x="4798500" y="2336425"/>
              <a:ext cx="233500" cy="207525"/>
            </a:xfrm>
            <a:custGeom>
              <a:avLst/>
              <a:gdLst/>
              <a:ahLst/>
              <a:cxnLst/>
              <a:rect l="l" t="t" r="r" b="b"/>
              <a:pathLst>
                <a:path w="9340" h="8301" extrusionOk="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8" name="Google Shape;52978;p51"/>
            <p:cNvSpPr/>
            <p:nvPr/>
          </p:nvSpPr>
          <p:spPr>
            <a:xfrm>
              <a:off x="4797325" y="2336425"/>
              <a:ext cx="235850" cy="208550"/>
            </a:xfrm>
            <a:custGeom>
              <a:avLst/>
              <a:gdLst/>
              <a:ahLst/>
              <a:cxnLst/>
              <a:rect l="l" t="t" r="r" b="b"/>
              <a:pathLst>
                <a:path w="9434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9" name="Google Shape;52979;p51"/>
            <p:cNvSpPr/>
            <p:nvPr/>
          </p:nvSpPr>
          <p:spPr>
            <a:xfrm>
              <a:off x="4827150" y="23391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0" name="Google Shape;52980;p51"/>
            <p:cNvSpPr/>
            <p:nvPr/>
          </p:nvSpPr>
          <p:spPr>
            <a:xfrm>
              <a:off x="4826150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1" name="Google Shape;52981;p51"/>
            <p:cNvSpPr/>
            <p:nvPr/>
          </p:nvSpPr>
          <p:spPr>
            <a:xfrm>
              <a:off x="4852275" y="236422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2" name="Google Shape;52982;p51"/>
            <p:cNvSpPr/>
            <p:nvPr/>
          </p:nvSpPr>
          <p:spPr>
            <a:xfrm>
              <a:off x="4851250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3" name="Google Shape;52983;p51"/>
            <p:cNvSpPr/>
            <p:nvPr/>
          </p:nvSpPr>
          <p:spPr>
            <a:xfrm>
              <a:off x="4881100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4" name="Google Shape;52984;p51"/>
            <p:cNvSpPr/>
            <p:nvPr/>
          </p:nvSpPr>
          <p:spPr>
            <a:xfrm>
              <a:off x="4880075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5" name="Google Shape;52985;p51"/>
            <p:cNvSpPr/>
            <p:nvPr/>
          </p:nvSpPr>
          <p:spPr>
            <a:xfrm>
              <a:off x="5084225" y="2336425"/>
              <a:ext cx="334125" cy="256075"/>
            </a:xfrm>
            <a:custGeom>
              <a:avLst/>
              <a:gdLst/>
              <a:ahLst/>
              <a:cxnLst/>
              <a:rect l="l" t="t" r="r" b="b"/>
              <a:pathLst>
                <a:path w="13365" h="10243" extrusionOk="0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6" name="Google Shape;52986;p51"/>
            <p:cNvSpPr/>
            <p:nvPr/>
          </p:nvSpPr>
          <p:spPr>
            <a:xfrm>
              <a:off x="5083050" y="2336425"/>
              <a:ext cx="336500" cy="257100"/>
            </a:xfrm>
            <a:custGeom>
              <a:avLst/>
              <a:gdLst/>
              <a:ahLst/>
              <a:cxnLst/>
              <a:rect l="l" t="t" r="r" b="b"/>
              <a:pathLst>
                <a:path w="13460" h="10284" extrusionOk="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7" name="Google Shape;52987;p51"/>
            <p:cNvSpPr/>
            <p:nvPr/>
          </p:nvSpPr>
          <p:spPr>
            <a:xfrm>
              <a:off x="5107475" y="2336425"/>
              <a:ext cx="283925" cy="232650"/>
            </a:xfrm>
            <a:custGeom>
              <a:avLst/>
              <a:gdLst/>
              <a:ahLst/>
              <a:cxnLst/>
              <a:rect l="l" t="t" r="r" b="b"/>
              <a:pathLst>
                <a:path w="11357" h="9306" extrusionOk="0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8" name="Google Shape;52988;p51"/>
            <p:cNvSpPr/>
            <p:nvPr/>
          </p:nvSpPr>
          <p:spPr>
            <a:xfrm>
              <a:off x="5106475" y="2336425"/>
              <a:ext cx="286100" cy="233825"/>
            </a:xfrm>
            <a:custGeom>
              <a:avLst/>
              <a:gdLst/>
              <a:ahLst/>
              <a:cxnLst/>
              <a:rect l="l" t="t" r="r" b="b"/>
              <a:pathLst>
                <a:path w="11444" h="9353" extrusionOk="0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9" name="Google Shape;52989;p51"/>
            <p:cNvSpPr/>
            <p:nvPr/>
          </p:nvSpPr>
          <p:spPr>
            <a:xfrm>
              <a:off x="5132600" y="2336425"/>
              <a:ext cx="233675" cy="207525"/>
            </a:xfrm>
            <a:custGeom>
              <a:avLst/>
              <a:gdLst/>
              <a:ahLst/>
              <a:cxnLst/>
              <a:rect l="l" t="t" r="r" b="b"/>
              <a:pathLst>
                <a:path w="9347" h="8301" extrusionOk="0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0" name="Google Shape;52990;p51"/>
            <p:cNvSpPr/>
            <p:nvPr/>
          </p:nvSpPr>
          <p:spPr>
            <a:xfrm>
              <a:off x="5131600" y="2336425"/>
              <a:ext cx="235675" cy="208550"/>
            </a:xfrm>
            <a:custGeom>
              <a:avLst/>
              <a:gdLst/>
              <a:ahLst/>
              <a:cxnLst/>
              <a:rect l="l" t="t" r="r" b="b"/>
              <a:pathLst>
                <a:path w="9427" h="8342" extrusionOk="0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1" name="Google Shape;52991;p51"/>
            <p:cNvSpPr/>
            <p:nvPr/>
          </p:nvSpPr>
          <p:spPr>
            <a:xfrm>
              <a:off x="5161425" y="23391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2" name="Google Shape;52992;p51"/>
            <p:cNvSpPr/>
            <p:nvPr/>
          </p:nvSpPr>
          <p:spPr>
            <a:xfrm>
              <a:off x="5160425" y="23381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3" name="Google Shape;52993;p51"/>
            <p:cNvSpPr/>
            <p:nvPr/>
          </p:nvSpPr>
          <p:spPr>
            <a:xfrm>
              <a:off x="5186550" y="236422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4" name="Google Shape;52994;p51"/>
            <p:cNvSpPr/>
            <p:nvPr/>
          </p:nvSpPr>
          <p:spPr>
            <a:xfrm>
              <a:off x="5185525" y="23632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5" name="Google Shape;52995;p51"/>
            <p:cNvSpPr/>
            <p:nvPr/>
          </p:nvSpPr>
          <p:spPr>
            <a:xfrm>
              <a:off x="5215375" y="23930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6" name="Google Shape;52996;p51"/>
            <p:cNvSpPr/>
            <p:nvPr/>
          </p:nvSpPr>
          <p:spPr>
            <a:xfrm>
              <a:off x="5214350" y="239187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7" name="Google Shape;52997;p51"/>
            <p:cNvSpPr/>
            <p:nvPr/>
          </p:nvSpPr>
          <p:spPr>
            <a:xfrm>
              <a:off x="358157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8" name="Google Shape;52998;p51"/>
            <p:cNvSpPr/>
            <p:nvPr/>
          </p:nvSpPr>
          <p:spPr>
            <a:xfrm>
              <a:off x="358055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9" name="Google Shape;52999;p51"/>
            <p:cNvSpPr/>
            <p:nvPr/>
          </p:nvSpPr>
          <p:spPr>
            <a:xfrm>
              <a:off x="3604825" y="23802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0" name="Google Shape;53000;p51"/>
            <p:cNvSpPr/>
            <p:nvPr/>
          </p:nvSpPr>
          <p:spPr>
            <a:xfrm>
              <a:off x="360382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1" name="Google Shape;53001;p51"/>
            <p:cNvSpPr/>
            <p:nvPr/>
          </p:nvSpPr>
          <p:spPr>
            <a:xfrm>
              <a:off x="363012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2" name="Google Shape;53002;p51"/>
            <p:cNvSpPr/>
            <p:nvPr/>
          </p:nvSpPr>
          <p:spPr>
            <a:xfrm>
              <a:off x="3628950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3" name="Google Shape;53003;p51"/>
            <p:cNvSpPr/>
            <p:nvPr/>
          </p:nvSpPr>
          <p:spPr>
            <a:xfrm>
              <a:off x="365877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4" name="Google Shape;53004;p51"/>
            <p:cNvSpPr/>
            <p:nvPr/>
          </p:nvSpPr>
          <p:spPr>
            <a:xfrm>
              <a:off x="365777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5" name="Google Shape;53005;p51"/>
            <p:cNvSpPr/>
            <p:nvPr/>
          </p:nvSpPr>
          <p:spPr>
            <a:xfrm>
              <a:off x="3683900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6" name="Google Shape;53006;p51"/>
            <p:cNvSpPr/>
            <p:nvPr/>
          </p:nvSpPr>
          <p:spPr>
            <a:xfrm>
              <a:off x="368287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7" name="Google Shape;53007;p51"/>
            <p:cNvSpPr/>
            <p:nvPr/>
          </p:nvSpPr>
          <p:spPr>
            <a:xfrm>
              <a:off x="371272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8" name="Google Shape;53008;p51"/>
            <p:cNvSpPr/>
            <p:nvPr/>
          </p:nvSpPr>
          <p:spPr>
            <a:xfrm>
              <a:off x="3711700" y="2486950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9" name="Google Shape;53009;p51"/>
            <p:cNvSpPr/>
            <p:nvPr/>
          </p:nvSpPr>
          <p:spPr>
            <a:xfrm>
              <a:off x="39158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0" name="Google Shape;53010;p51"/>
            <p:cNvSpPr/>
            <p:nvPr/>
          </p:nvSpPr>
          <p:spPr>
            <a:xfrm>
              <a:off x="3914675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1" name="Google Shape;53011;p51"/>
            <p:cNvSpPr/>
            <p:nvPr/>
          </p:nvSpPr>
          <p:spPr>
            <a:xfrm>
              <a:off x="3939125" y="238025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2" name="Google Shape;53012;p51"/>
            <p:cNvSpPr/>
            <p:nvPr/>
          </p:nvSpPr>
          <p:spPr>
            <a:xfrm>
              <a:off x="393810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3" name="Google Shape;53013;p51"/>
            <p:cNvSpPr/>
            <p:nvPr/>
          </p:nvSpPr>
          <p:spPr>
            <a:xfrm>
              <a:off x="3964400" y="240537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4" name="Google Shape;53014;p51"/>
            <p:cNvSpPr/>
            <p:nvPr/>
          </p:nvSpPr>
          <p:spPr>
            <a:xfrm>
              <a:off x="3963225" y="24043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5" name="Google Shape;53015;p51"/>
            <p:cNvSpPr/>
            <p:nvPr/>
          </p:nvSpPr>
          <p:spPr>
            <a:xfrm>
              <a:off x="3993050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6" name="Google Shape;53016;p51"/>
            <p:cNvSpPr/>
            <p:nvPr/>
          </p:nvSpPr>
          <p:spPr>
            <a:xfrm>
              <a:off x="399205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7" name="Google Shape;53017;p51"/>
            <p:cNvSpPr/>
            <p:nvPr/>
          </p:nvSpPr>
          <p:spPr>
            <a:xfrm>
              <a:off x="4018175" y="24593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8" name="Google Shape;53018;p51"/>
            <p:cNvSpPr/>
            <p:nvPr/>
          </p:nvSpPr>
          <p:spPr>
            <a:xfrm>
              <a:off x="4017175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9" name="Google Shape;53019;p51"/>
            <p:cNvSpPr/>
            <p:nvPr/>
          </p:nvSpPr>
          <p:spPr>
            <a:xfrm>
              <a:off x="404700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0" name="Google Shape;53020;p51"/>
            <p:cNvSpPr/>
            <p:nvPr/>
          </p:nvSpPr>
          <p:spPr>
            <a:xfrm>
              <a:off x="4046000" y="2486950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1" name="Google Shape;53021;p51"/>
            <p:cNvSpPr/>
            <p:nvPr/>
          </p:nvSpPr>
          <p:spPr>
            <a:xfrm>
              <a:off x="4250125" y="235327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2" name="Google Shape;53022;p51"/>
            <p:cNvSpPr/>
            <p:nvPr/>
          </p:nvSpPr>
          <p:spPr>
            <a:xfrm>
              <a:off x="4248950" y="23522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3" name="Google Shape;53023;p51"/>
            <p:cNvSpPr/>
            <p:nvPr/>
          </p:nvSpPr>
          <p:spPr>
            <a:xfrm>
              <a:off x="427340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4" name="Google Shape;53024;p51"/>
            <p:cNvSpPr/>
            <p:nvPr/>
          </p:nvSpPr>
          <p:spPr>
            <a:xfrm>
              <a:off x="4272375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5" name="Google Shape;53025;p51"/>
            <p:cNvSpPr/>
            <p:nvPr/>
          </p:nvSpPr>
          <p:spPr>
            <a:xfrm>
              <a:off x="4298500" y="240537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6" name="Google Shape;53026;p51"/>
            <p:cNvSpPr/>
            <p:nvPr/>
          </p:nvSpPr>
          <p:spPr>
            <a:xfrm>
              <a:off x="4297500" y="24043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7" name="Google Shape;53027;p51"/>
            <p:cNvSpPr/>
            <p:nvPr/>
          </p:nvSpPr>
          <p:spPr>
            <a:xfrm>
              <a:off x="4327325" y="24342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8" name="Google Shape;53028;p51"/>
            <p:cNvSpPr/>
            <p:nvPr/>
          </p:nvSpPr>
          <p:spPr>
            <a:xfrm>
              <a:off x="4326325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9" name="Google Shape;53029;p51"/>
            <p:cNvSpPr/>
            <p:nvPr/>
          </p:nvSpPr>
          <p:spPr>
            <a:xfrm>
              <a:off x="435245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0" name="Google Shape;53030;p51"/>
            <p:cNvSpPr/>
            <p:nvPr/>
          </p:nvSpPr>
          <p:spPr>
            <a:xfrm>
              <a:off x="4351450" y="245830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1" name="Google Shape;53031;p51"/>
            <p:cNvSpPr/>
            <p:nvPr/>
          </p:nvSpPr>
          <p:spPr>
            <a:xfrm>
              <a:off x="4381275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2" name="Google Shape;53032;p51"/>
            <p:cNvSpPr/>
            <p:nvPr/>
          </p:nvSpPr>
          <p:spPr>
            <a:xfrm>
              <a:off x="4380100" y="2486950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3" name="Google Shape;53033;p51"/>
            <p:cNvSpPr/>
            <p:nvPr/>
          </p:nvSpPr>
          <p:spPr>
            <a:xfrm>
              <a:off x="4584250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4" name="Google Shape;53034;p51"/>
            <p:cNvSpPr/>
            <p:nvPr/>
          </p:nvSpPr>
          <p:spPr>
            <a:xfrm>
              <a:off x="4583225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5" name="Google Shape;53035;p51"/>
            <p:cNvSpPr/>
            <p:nvPr/>
          </p:nvSpPr>
          <p:spPr>
            <a:xfrm>
              <a:off x="4607675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6" name="Google Shape;53036;p51"/>
            <p:cNvSpPr/>
            <p:nvPr/>
          </p:nvSpPr>
          <p:spPr>
            <a:xfrm>
              <a:off x="4606650" y="23792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7" name="Google Shape;53037;p51"/>
            <p:cNvSpPr/>
            <p:nvPr/>
          </p:nvSpPr>
          <p:spPr>
            <a:xfrm>
              <a:off x="4632800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8" name="Google Shape;53038;p51"/>
            <p:cNvSpPr/>
            <p:nvPr/>
          </p:nvSpPr>
          <p:spPr>
            <a:xfrm>
              <a:off x="4631775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9" name="Google Shape;53039;p51"/>
            <p:cNvSpPr/>
            <p:nvPr/>
          </p:nvSpPr>
          <p:spPr>
            <a:xfrm>
              <a:off x="4661625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0" name="Google Shape;53040;p51"/>
            <p:cNvSpPr/>
            <p:nvPr/>
          </p:nvSpPr>
          <p:spPr>
            <a:xfrm>
              <a:off x="46606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1" name="Google Shape;53041;p51"/>
            <p:cNvSpPr/>
            <p:nvPr/>
          </p:nvSpPr>
          <p:spPr>
            <a:xfrm>
              <a:off x="4686725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2" name="Google Shape;53042;p51"/>
            <p:cNvSpPr/>
            <p:nvPr/>
          </p:nvSpPr>
          <p:spPr>
            <a:xfrm>
              <a:off x="4685725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3" name="Google Shape;53043;p51"/>
            <p:cNvSpPr/>
            <p:nvPr/>
          </p:nvSpPr>
          <p:spPr>
            <a:xfrm>
              <a:off x="47155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4" name="Google Shape;53044;p51"/>
            <p:cNvSpPr/>
            <p:nvPr/>
          </p:nvSpPr>
          <p:spPr>
            <a:xfrm>
              <a:off x="471437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5" name="Google Shape;53045;p51"/>
            <p:cNvSpPr/>
            <p:nvPr/>
          </p:nvSpPr>
          <p:spPr>
            <a:xfrm>
              <a:off x="4918525" y="23532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6" name="Google Shape;53046;p51"/>
            <p:cNvSpPr/>
            <p:nvPr/>
          </p:nvSpPr>
          <p:spPr>
            <a:xfrm>
              <a:off x="4917500" y="23522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7" name="Google Shape;53047;p51"/>
            <p:cNvSpPr/>
            <p:nvPr/>
          </p:nvSpPr>
          <p:spPr>
            <a:xfrm>
              <a:off x="4941950" y="23802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8" name="Google Shape;53048;p51"/>
            <p:cNvSpPr/>
            <p:nvPr/>
          </p:nvSpPr>
          <p:spPr>
            <a:xfrm>
              <a:off x="4940950" y="237922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9" name="Google Shape;53049;p51"/>
            <p:cNvSpPr/>
            <p:nvPr/>
          </p:nvSpPr>
          <p:spPr>
            <a:xfrm>
              <a:off x="4967075" y="240537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0" name="Google Shape;53050;p51"/>
            <p:cNvSpPr/>
            <p:nvPr/>
          </p:nvSpPr>
          <p:spPr>
            <a:xfrm>
              <a:off x="4966050" y="24043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1" name="Google Shape;53051;p51"/>
            <p:cNvSpPr/>
            <p:nvPr/>
          </p:nvSpPr>
          <p:spPr>
            <a:xfrm>
              <a:off x="4995900" y="243420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2" name="Google Shape;53052;p51"/>
            <p:cNvSpPr/>
            <p:nvPr/>
          </p:nvSpPr>
          <p:spPr>
            <a:xfrm>
              <a:off x="4994725" y="24331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3" name="Google Shape;53053;p51"/>
            <p:cNvSpPr/>
            <p:nvPr/>
          </p:nvSpPr>
          <p:spPr>
            <a:xfrm>
              <a:off x="5021000" y="24593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4" name="Google Shape;53054;p51"/>
            <p:cNvSpPr/>
            <p:nvPr/>
          </p:nvSpPr>
          <p:spPr>
            <a:xfrm>
              <a:off x="5020000" y="24583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5" name="Google Shape;53055;p51"/>
            <p:cNvSpPr/>
            <p:nvPr/>
          </p:nvSpPr>
          <p:spPr>
            <a:xfrm>
              <a:off x="5049675" y="24881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6" name="Google Shape;53056;p51"/>
            <p:cNvSpPr/>
            <p:nvPr/>
          </p:nvSpPr>
          <p:spPr>
            <a:xfrm>
              <a:off x="5048650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7" name="Google Shape;53057;p51"/>
            <p:cNvSpPr/>
            <p:nvPr/>
          </p:nvSpPr>
          <p:spPr>
            <a:xfrm>
              <a:off x="5252800" y="235327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8" name="Google Shape;53058;p51"/>
            <p:cNvSpPr/>
            <p:nvPr/>
          </p:nvSpPr>
          <p:spPr>
            <a:xfrm>
              <a:off x="5251775" y="235227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9" name="Google Shape;53059;p51"/>
            <p:cNvSpPr/>
            <p:nvPr/>
          </p:nvSpPr>
          <p:spPr>
            <a:xfrm>
              <a:off x="5276225" y="238025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0" name="Google Shape;53060;p51"/>
            <p:cNvSpPr/>
            <p:nvPr/>
          </p:nvSpPr>
          <p:spPr>
            <a:xfrm>
              <a:off x="5275050" y="237922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1" name="Google Shape;53061;p51"/>
            <p:cNvSpPr/>
            <p:nvPr/>
          </p:nvSpPr>
          <p:spPr>
            <a:xfrm>
              <a:off x="5301350" y="240537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2" name="Google Shape;53062;p51"/>
            <p:cNvSpPr/>
            <p:nvPr/>
          </p:nvSpPr>
          <p:spPr>
            <a:xfrm>
              <a:off x="5300325" y="240435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3" name="Google Shape;53063;p51"/>
            <p:cNvSpPr/>
            <p:nvPr/>
          </p:nvSpPr>
          <p:spPr>
            <a:xfrm>
              <a:off x="5330000" y="24342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4" name="Google Shape;53064;p51"/>
            <p:cNvSpPr/>
            <p:nvPr/>
          </p:nvSpPr>
          <p:spPr>
            <a:xfrm>
              <a:off x="5329000" y="24331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5" name="Google Shape;53065;p51"/>
            <p:cNvSpPr/>
            <p:nvPr/>
          </p:nvSpPr>
          <p:spPr>
            <a:xfrm>
              <a:off x="5355300" y="24593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6" name="Google Shape;53066;p51"/>
            <p:cNvSpPr/>
            <p:nvPr/>
          </p:nvSpPr>
          <p:spPr>
            <a:xfrm>
              <a:off x="5354100" y="24583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7" name="Google Shape;53067;p51"/>
            <p:cNvSpPr/>
            <p:nvPr/>
          </p:nvSpPr>
          <p:spPr>
            <a:xfrm>
              <a:off x="5383950" y="24881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8" name="Google Shape;53068;p51"/>
            <p:cNvSpPr/>
            <p:nvPr/>
          </p:nvSpPr>
          <p:spPr>
            <a:xfrm>
              <a:off x="5382925" y="2486950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9" name="Google Shape;53069;p51"/>
            <p:cNvSpPr/>
            <p:nvPr/>
          </p:nvSpPr>
          <p:spPr>
            <a:xfrm>
              <a:off x="3450750" y="245137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0" name="Google Shape;53070;p51"/>
            <p:cNvSpPr/>
            <p:nvPr/>
          </p:nvSpPr>
          <p:spPr>
            <a:xfrm>
              <a:off x="3450750" y="245037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1" name="Google Shape;53071;p51"/>
            <p:cNvSpPr/>
            <p:nvPr/>
          </p:nvSpPr>
          <p:spPr>
            <a:xfrm>
              <a:off x="3450750" y="2478350"/>
              <a:ext cx="269425" cy="283900"/>
            </a:xfrm>
            <a:custGeom>
              <a:avLst/>
              <a:gdLst/>
              <a:ahLst/>
              <a:cxnLst/>
              <a:rect l="l" t="t" r="r" b="b"/>
              <a:pathLst>
                <a:path w="10777" h="11356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2" name="Google Shape;53072;p51"/>
            <p:cNvSpPr/>
            <p:nvPr/>
          </p:nvSpPr>
          <p:spPr>
            <a:xfrm>
              <a:off x="3450750" y="247735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3" name="Google Shape;53073;p51"/>
            <p:cNvSpPr/>
            <p:nvPr/>
          </p:nvSpPr>
          <p:spPr>
            <a:xfrm>
              <a:off x="3461375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4" name="Google Shape;53074;p51"/>
            <p:cNvSpPr/>
            <p:nvPr/>
          </p:nvSpPr>
          <p:spPr>
            <a:xfrm>
              <a:off x="3460375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5" name="Google Shape;53075;p51"/>
            <p:cNvSpPr/>
            <p:nvPr/>
          </p:nvSpPr>
          <p:spPr>
            <a:xfrm>
              <a:off x="3490200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6" name="Google Shape;53076;p51"/>
            <p:cNvSpPr/>
            <p:nvPr/>
          </p:nvSpPr>
          <p:spPr>
            <a:xfrm>
              <a:off x="3489025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7" name="Google Shape;53077;p51"/>
            <p:cNvSpPr/>
            <p:nvPr/>
          </p:nvSpPr>
          <p:spPr>
            <a:xfrm>
              <a:off x="351532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8" name="Google Shape;53078;p51"/>
            <p:cNvSpPr/>
            <p:nvPr/>
          </p:nvSpPr>
          <p:spPr>
            <a:xfrm>
              <a:off x="3514300" y="255640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9" name="Google Shape;53079;p51"/>
            <p:cNvSpPr/>
            <p:nvPr/>
          </p:nvSpPr>
          <p:spPr>
            <a:xfrm>
              <a:off x="35441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0" name="Google Shape;53080;p51"/>
            <p:cNvSpPr/>
            <p:nvPr/>
          </p:nvSpPr>
          <p:spPr>
            <a:xfrm>
              <a:off x="3542975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1" name="Google Shape;53081;p51"/>
            <p:cNvSpPr/>
            <p:nvPr/>
          </p:nvSpPr>
          <p:spPr>
            <a:xfrm>
              <a:off x="3747100" y="245137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2" name="Google Shape;53082;p51"/>
            <p:cNvSpPr/>
            <p:nvPr/>
          </p:nvSpPr>
          <p:spPr>
            <a:xfrm>
              <a:off x="374610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3" name="Google Shape;53083;p51"/>
            <p:cNvSpPr/>
            <p:nvPr/>
          </p:nvSpPr>
          <p:spPr>
            <a:xfrm>
              <a:off x="3770550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4" name="Google Shape;53084;p51"/>
            <p:cNvSpPr/>
            <p:nvPr/>
          </p:nvSpPr>
          <p:spPr>
            <a:xfrm>
              <a:off x="3769525" y="247735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5" name="Google Shape;53085;p51"/>
            <p:cNvSpPr/>
            <p:nvPr/>
          </p:nvSpPr>
          <p:spPr>
            <a:xfrm>
              <a:off x="379565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6" name="Google Shape;53086;p51"/>
            <p:cNvSpPr/>
            <p:nvPr/>
          </p:nvSpPr>
          <p:spPr>
            <a:xfrm>
              <a:off x="379465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7" name="Google Shape;53087;p51"/>
            <p:cNvSpPr/>
            <p:nvPr/>
          </p:nvSpPr>
          <p:spPr>
            <a:xfrm>
              <a:off x="3824475" y="253230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8" name="Google Shape;53088;p51"/>
            <p:cNvSpPr/>
            <p:nvPr/>
          </p:nvSpPr>
          <p:spPr>
            <a:xfrm>
              <a:off x="3823300" y="253130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9" name="Google Shape;53089;p51"/>
            <p:cNvSpPr/>
            <p:nvPr/>
          </p:nvSpPr>
          <p:spPr>
            <a:xfrm>
              <a:off x="384960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0" name="Google Shape;53090;p51"/>
            <p:cNvSpPr/>
            <p:nvPr/>
          </p:nvSpPr>
          <p:spPr>
            <a:xfrm>
              <a:off x="3848600" y="255640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1" name="Google Shape;53091;p51"/>
            <p:cNvSpPr/>
            <p:nvPr/>
          </p:nvSpPr>
          <p:spPr>
            <a:xfrm>
              <a:off x="387825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2" name="Google Shape;53092;p51"/>
            <p:cNvSpPr/>
            <p:nvPr/>
          </p:nvSpPr>
          <p:spPr>
            <a:xfrm>
              <a:off x="3877250" y="258507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3" name="Google Shape;53093;p51"/>
            <p:cNvSpPr/>
            <p:nvPr/>
          </p:nvSpPr>
          <p:spPr>
            <a:xfrm>
              <a:off x="408140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4" name="Google Shape;53094;p51"/>
            <p:cNvSpPr/>
            <p:nvPr/>
          </p:nvSpPr>
          <p:spPr>
            <a:xfrm>
              <a:off x="4080375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5" name="Google Shape;53095;p51"/>
            <p:cNvSpPr/>
            <p:nvPr/>
          </p:nvSpPr>
          <p:spPr>
            <a:xfrm>
              <a:off x="4104825" y="247835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6" name="Google Shape;53096;p51"/>
            <p:cNvSpPr/>
            <p:nvPr/>
          </p:nvSpPr>
          <p:spPr>
            <a:xfrm>
              <a:off x="4103650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7" name="Google Shape;53097;p51"/>
            <p:cNvSpPr/>
            <p:nvPr/>
          </p:nvSpPr>
          <p:spPr>
            <a:xfrm>
              <a:off x="4129950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8" name="Google Shape;53098;p51"/>
            <p:cNvSpPr/>
            <p:nvPr/>
          </p:nvSpPr>
          <p:spPr>
            <a:xfrm>
              <a:off x="4128925" y="250245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9" name="Google Shape;53099;p51"/>
            <p:cNvSpPr/>
            <p:nvPr/>
          </p:nvSpPr>
          <p:spPr>
            <a:xfrm>
              <a:off x="415860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0" name="Google Shape;53100;p51"/>
            <p:cNvSpPr/>
            <p:nvPr/>
          </p:nvSpPr>
          <p:spPr>
            <a:xfrm>
              <a:off x="4157575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1" name="Google Shape;53101;p51"/>
            <p:cNvSpPr/>
            <p:nvPr/>
          </p:nvSpPr>
          <p:spPr>
            <a:xfrm>
              <a:off x="4183875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2" name="Google Shape;53102;p51"/>
            <p:cNvSpPr/>
            <p:nvPr/>
          </p:nvSpPr>
          <p:spPr>
            <a:xfrm>
              <a:off x="418270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3" name="Google Shape;53103;p51"/>
            <p:cNvSpPr/>
            <p:nvPr/>
          </p:nvSpPr>
          <p:spPr>
            <a:xfrm>
              <a:off x="4212550" y="258625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4" name="Google Shape;53104;p51"/>
            <p:cNvSpPr/>
            <p:nvPr/>
          </p:nvSpPr>
          <p:spPr>
            <a:xfrm>
              <a:off x="4211525" y="258507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5" name="Google Shape;53105;p51"/>
            <p:cNvSpPr/>
            <p:nvPr/>
          </p:nvSpPr>
          <p:spPr>
            <a:xfrm>
              <a:off x="4415675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6" name="Google Shape;53106;p51"/>
            <p:cNvSpPr/>
            <p:nvPr/>
          </p:nvSpPr>
          <p:spPr>
            <a:xfrm>
              <a:off x="4414650" y="245037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7" name="Google Shape;53107;p51"/>
            <p:cNvSpPr/>
            <p:nvPr/>
          </p:nvSpPr>
          <p:spPr>
            <a:xfrm>
              <a:off x="4438925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8" name="Google Shape;53108;p51"/>
            <p:cNvSpPr/>
            <p:nvPr/>
          </p:nvSpPr>
          <p:spPr>
            <a:xfrm>
              <a:off x="4437925" y="247735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9" name="Google Shape;53109;p51"/>
            <p:cNvSpPr/>
            <p:nvPr/>
          </p:nvSpPr>
          <p:spPr>
            <a:xfrm>
              <a:off x="4464225" y="250347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0" name="Google Shape;53110;p51"/>
            <p:cNvSpPr/>
            <p:nvPr/>
          </p:nvSpPr>
          <p:spPr>
            <a:xfrm>
              <a:off x="4463025" y="2502450"/>
              <a:ext cx="235875" cy="235700"/>
            </a:xfrm>
            <a:custGeom>
              <a:avLst/>
              <a:gdLst/>
              <a:ahLst/>
              <a:cxnLst/>
              <a:rect l="l" t="t" r="r" b="b"/>
              <a:pathLst>
                <a:path w="9435" h="9428" extrusionOk="0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1" name="Google Shape;53111;p51"/>
            <p:cNvSpPr/>
            <p:nvPr/>
          </p:nvSpPr>
          <p:spPr>
            <a:xfrm>
              <a:off x="4492875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2" name="Google Shape;53112;p51"/>
            <p:cNvSpPr/>
            <p:nvPr/>
          </p:nvSpPr>
          <p:spPr>
            <a:xfrm>
              <a:off x="4491850" y="253130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3" name="Google Shape;53113;p51"/>
            <p:cNvSpPr/>
            <p:nvPr/>
          </p:nvSpPr>
          <p:spPr>
            <a:xfrm>
              <a:off x="4518150" y="255742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4" name="Google Shape;53114;p51"/>
            <p:cNvSpPr/>
            <p:nvPr/>
          </p:nvSpPr>
          <p:spPr>
            <a:xfrm>
              <a:off x="451697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5" name="Google Shape;53115;p51"/>
            <p:cNvSpPr/>
            <p:nvPr/>
          </p:nvSpPr>
          <p:spPr>
            <a:xfrm>
              <a:off x="454682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6" name="Google Shape;53116;p51"/>
            <p:cNvSpPr/>
            <p:nvPr/>
          </p:nvSpPr>
          <p:spPr>
            <a:xfrm>
              <a:off x="454580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7" name="Google Shape;53117;p51"/>
            <p:cNvSpPr/>
            <p:nvPr/>
          </p:nvSpPr>
          <p:spPr>
            <a:xfrm>
              <a:off x="4749950" y="245137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8" name="Google Shape;53118;p51"/>
            <p:cNvSpPr/>
            <p:nvPr/>
          </p:nvSpPr>
          <p:spPr>
            <a:xfrm>
              <a:off x="4748775" y="245037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9" name="Google Shape;53119;p51"/>
            <p:cNvSpPr/>
            <p:nvPr/>
          </p:nvSpPr>
          <p:spPr>
            <a:xfrm>
              <a:off x="4773200" y="247835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0" name="Google Shape;53120;p51"/>
            <p:cNvSpPr/>
            <p:nvPr/>
          </p:nvSpPr>
          <p:spPr>
            <a:xfrm>
              <a:off x="4772200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1" name="Google Shape;53121;p51"/>
            <p:cNvSpPr/>
            <p:nvPr/>
          </p:nvSpPr>
          <p:spPr>
            <a:xfrm>
              <a:off x="4798500" y="250347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2" name="Google Shape;53122;p51"/>
            <p:cNvSpPr/>
            <p:nvPr/>
          </p:nvSpPr>
          <p:spPr>
            <a:xfrm>
              <a:off x="4797325" y="250245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3" name="Google Shape;53123;p51"/>
            <p:cNvSpPr/>
            <p:nvPr/>
          </p:nvSpPr>
          <p:spPr>
            <a:xfrm>
              <a:off x="4827150" y="253230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4" name="Google Shape;53124;p51"/>
            <p:cNvSpPr/>
            <p:nvPr/>
          </p:nvSpPr>
          <p:spPr>
            <a:xfrm>
              <a:off x="4826150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5" name="Google Shape;53125;p51"/>
            <p:cNvSpPr/>
            <p:nvPr/>
          </p:nvSpPr>
          <p:spPr>
            <a:xfrm>
              <a:off x="4852275" y="255742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6" name="Google Shape;53126;p51"/>
            <p:cNvSpPr/>
            <p:nvPr/>
          </p:nvSpPr>
          <p:spPr>
            <a:xfrm>
              <a:off x="4851250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7" name="Google Shape;53127;p51"/>
            <p:cNvSpPr/>
            <p:nvPr/>
          </p:nvSpPr>
          <p:spPr>
            <a:xfrm>
              <a:off x="4881100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8" name="Google Shape;53128;p51"/>
            <p:cNvSpPr/>
            <p:nvPr/>
          </p:nvSpPr>
          <p:spPr>
            <a:xfrm>
              <a:off x="4880075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9" name="Google Shape;53129;p51"/>
            <p:cNvSpPr/>
            <p:nvPr/>
          </p:nvSpPr>
          <p:spPr>
            <a:xfrm>
              <a:off x="5084225" y="245137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0" name="Google Shape;53130;p51"/>
            <p:cNvSpPr/>
            <p:nvPr/>
          </p:nvSpPr>
          <p:spPr>
            <a:xfrm>
              <a:off x="5083050" y="245037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1" name="Google Shape;53131;p51"/>
            <p:cNvSpPr/>
            <p:nvPr/>
          </p:nvSpPr>
          <p:spPr>
            <a:xfrm>
              <a:off x="5107475" y="2478350"/>
              <a:ext cx="283925" cy="283900"/>
            </a:xfrm>
            <a:custGeom>
              <a:avLst/>
              <a:gdLst/>
              <a:ahLst/>
              <a:cxnLst/>
              <a:rect l="l" t="t" r="r" b="b"/>
              <a:pathLst>
                <a:path w="11357" h="11356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2" name="Google Shape;53132;p51"/>
            <p:cNvSpPr/>
            <p:nvPr/>
          </p:nvSpPr>
          <p:spPr>
            <a:xfrm>
              <a:off x="5106475" y="247735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3" name="Google Shape;53133;p51"/>
            <p:cNvSpPr/>
            <p:nvPr/>
          </p:nvSpPr>
          <p:spPr>
            <a:xfrm>
              <a:off x="5132600" y="250347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4" name="Google Shape;53134;p51"/>
            <p:cNvSpPr/>
            <p:nvPr/>
          </p:nvSpPr>
          <p:spPr>
            <a:xfrm>
              <a:off x="5131600" y="250245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5" name="Google Shape;53135;p51"/>
            <p:cNvSpPr/>
            <p:nvPr/>
          </p:nvSpPr>
          <p:spPr>
            <a:xfrm>
              <a:off x="5161425" y="253230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6" name="Google Shape;53136;p51"/>
            <p:cNvSpPr/>
            <p:nvPr/>
          </p:nvSpPr>
          <p:spPr>
            <a:xfrm>
              <a:off x="5160425" y="253130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7" name="Google Shape;53137;p51"/>
            <p:cNvSpPr/>
            <p:nvPr/>
          </p:nvSpPr>
          <p:spPr>
            <a:xfrm>
              <a:off x="5186550" y="255742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8" name="Google Shape;53138;p51"/>
            <p:cNvSpPr/>
            <p:nvPr/>
          </p:nvSpPr>
          <p:spPr>
            <a:xfrm>
              <a:off x="5185525" y="255640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9" name="Google Shape;53139;p51"/>
            <p:cNvSpPr/>
            <p:nvPr/>
          </p:nvSpPr>
          <p:spPr>
            <a:xfrm>
              <a:off x="5215375" y="258625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0" name="Google Shape;53140;p51"/>
            <p:cNvSpPr/>
            <p:nvPr/>
          </p:nvSpPr>
          <p:spPr>
            <a:xfrm>
              <a:off x="5214350" y="258507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1" name="Google Shape;53141;p51"/>
            <p:cNvSpPr/>
            <p:nvPr/>
          </p:nvSpPr>
          <p:spPr>
            <a:xfrm>
              <a:off x="358157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2" name="Google Shape;53142;p51"/>
            <p:cNvSpPr/>
            <p:nvPr/>
          </p:nvSpPr>
          <p:spPr>
            <a:xfrm>
              <a:off x="358055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3" name="Google Shape;53143;p51"/>
            <p:cNvSpPr/>
            <p:nvPr/>
          </p:nvSpPr>
          <p:spPr>
            <a:xfrm>
              <a:off x="3604825" y="25734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4" name="Google Shape;53144;p51"/>
            <p:cNvSpPr/>
            <p:nvPr/>
          </p:nvSpPr>
          <p:spPr>
            <a:xfrm>
              <a:off x="360382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5" name="Google Shape;53145;p51"/>
            <p:cNvSpPr/>
            <p:nvPr/>
          </p:nvSpPr>
          <p:spPr>
            <a:xfrm>
              <a:off x="363012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6" name="Google Shape;53146;p51"/>
            <p:cNvSpPr/>
            <p:nvPr/>
          </p:nvSpPr>
          <p:spPr>
            <a:xfrm>
              <a:off x="3628950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7" name="Google Shape;53147;p51"/>
            <p:cNvSpPr/>
            <p:nvPr/>
          </p:nvSpPr>
          <p:spPr>
            <a:xfrm>
              <a:off x="365877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8" name="Google Shape;53148;p51"/>
            <p:cNvSpPr/>
            <p:nvPr/>
          </p:nvSpPr>
          <p:spPr>
            <a:xfrm>
              <a:off x="365777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9" name="Google Shape;53149;p51"/>
            <p:cNvSpPr/>
            <p:nvPr/>
          </p:nvSpPr>
          <p:spPr>
            <a:xfrm>
              <a:off x="3683900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0" name="Google Shape;53150;p51"/>
            <p:cNvSpPr/>
            <p:nvPr/>
          </p:nvSpPr>
          <p:spPr>
            <a:xfrm>
              <a:off x="368287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1" name="Google Shape;53151;p51"/>
            <p:cNvSpPr/>
            <p:nvPr/>
          </p:nvSpPr>
          <p:spPr>
            <a:xfrm>
              <a:off x="371272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2" name="Google Shape;53152;p51"/>
            <p:cNvSpPr/>
            <p:nvPr/>
          </p:nvSpPr>
          <p:spPr>
            <a:xfrm>
              <a:off x="3711700" y="2680125"/>
              <a:ext cx="70325" cy="70500"/>
            </a:xfrm>
            <a:custGeom>
              <a:avLst/>
              <a:gdLst/>
              <a:ahLst/>
              <a:cxnLst/>
              <a:rect l="l" t="t" r="r" b="b"/>
              <a:pathLst>
                <a:path w="2813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3" name="Google Shape;53153;p51"/>
            <p:cNvSpPr/>
            <p:nvPr/>
          </p:nvSpPr>
          <p:spPr>
            <a:xfrm>
              <a:off x="39158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4" name="Google Shape;53154;p51"/>
            <p:cNvSpPr/>
            <p:nvPr/>
          </p:nvSpPr>
          <p:spPr>
            <a:xfrm>
              <a:off x="3914675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5" name="Google Shape;53155;p51"/>
            <p:cNvSpPr/>
            <p:nvPr/>
          </p:nvSpPr>
          <p:spPr>
            <a:xfrm>
              <a:off x="3939125" y="25734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6" name="Google Shape;53156;p51"/>
            <p:cNvSpPr/>
            <p:nvPr/>
          </p:nvSpPr>
          <p:spPr>
            <a:xfrm>
              <a:off x="393810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7" name="Google Shape;53157;p51"/>
            <p:cNvSpPr/>
            <p:nvPr/>
          </p:nvSpPr>
          <p:spPr>
            <a:xfrm>
              <a:off x="3964400" y="25985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8" name="Google Shape;53158;p51"/>
            <p:cNvSpPr/>
            <p:nvPr/>
          </p:nvSpPr>
          <p:spPr>
            <a:xfrm>
              <a:off x="3963225" y="2597525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9" name="Google Shape;53159;p51"/>
            <p:cNvSpPr/>
            <p:nvPr/>
          </p:nvSpPr>
          <p:spPr>
            <a:xfrm>
              <a:off x="3993050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0" name="Google Shape;53160;p51"/>
            <p:cNvSpPr/>
            <p:nvPr/>
          </p:nvSpPr>
          <p:spPr>
            <a:xfrm>
              <a:off x="399205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1" name="Google Shape;53161;p51"/>
            <p:cNvSpPr/>
            <p:nvPr/>
          </p:nvSpPr>
          <p:spPr>
            <a:xfrm>
              <a:off x="4018175" y="26525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2" name="Google Shape;53162;p51"/>
            <p:cNvSpPr/>
            <p:nvPr/>
          </p:nvSpPr>
          <p:spPr>
            <a:xfrm>
              <a:off x="4017175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3" name="Google Shape;53163;p51"/>
            <p:cNvSpPr/>
            <p:nvPr/>
          </p:nvSpPr>
          <p:spPr>
            <a:xfrm>
              <a:off x="404700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4" name="Google Shape;53164;p51"/>
            <p:cNvSpPr/>
            <p:nvPr/>
          </p:nvSpPr>
          <p:spPr>
            <a:xfrm>
              <a:off x="4046000" y="2680125"/>
              <a:ext cx="70300" cy="70500"/>
            </a:xfrm>
            <a:custGeom>
              <a:avLst/>
              <a:gdLst/>
              <a:ahLst/>
              <a:cxnLst/>
              <a:rect l="l" t="t" r="r" b="b"/>
              <a:pathLst>
                <a:path w="2812" h="2820" extrusionOk="0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5" name="Google Shape;53165;p51"/>
            <p:cNvSpPr/>
            <p:nvPr/>
          </p:nvSpPr>
          <p:spPr>
            <a:xfrm>
              <a:off x="4250125" y="254645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6" name="Google Shape;53166;p51"/>
            <p:cNvSpPr/>
            <p:nvPr/>
          </p:nvSpPr>
          <p:spPr>
            <a:xfrm>
              <a:off x="4248950" y="25454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7" name="Google Shape;53167;p51"/>
            <p:cNvSpPr/>
            <p:nvPr/>
          </p:nvSpPr>
          <p:spPr>
            <a:xfrm>
              <a:off x="427340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8" name="Google Shape;53168;p51"/>
            <p:cNvSpPr/>
            <p:nvPr/>
          </p:nvSpPr>
          <p:spPr>
            <a:xfrm>
              <a:off x="4272375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9" name="Google Shape;53169;p51"/>
            <p:cNvSpPr/>
            <p:nvPr/>
          </p:nvSpPr>
          <p:spPr>
            <a:xfrm>
              <a:off x="4298500" y="25985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0" name="Google Shape;53170;p51"/>
            <p:cNvSpPr/>
            <p:nvPr/>
          </p:nvSpPr>
          <p:spPr>
            <a:xfrm>
              <a:off x="4297500" y="2597525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1" name="Google Shape;53171;p51"/>
            <p:cNvSpPr/>
            <p:nvPr/>
          </p:nvSpPr>
          <p:spPr>
            <a:xfrm>
              <a:off x="4327325" y="26273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2" name="Google Shape;53172;p51"/>
            <p:cNvSpPr/>
            <p:nvPr/>
          </p:nvSpPr>
          <p:spPr>
            <a:xfrm>
              <a:off x="4326325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3" name="Google Shape;53173;p51"/>
            <p:cNvSpPr/>
            <p:nvPr/>
          </p:nvSpPr>
          <p:spPr>
            <a:xfrm>
              <a:off x="435245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4" name="Google Shape;53174;p51"/>
            <p:cNvSpPr/>
            <p:nvPr/>
          </p:nvSpPr>
          <p:spPr>
            <a:xfrm>
              <a:off x="4351450" y="265147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5" name="Google Shape;53175;p51"/>
            <p:cNvSpPr/>
            <p:nvPr/>
          </p:nvSpPr>
          <p:spPr>
            <a:xfrm>
              <a:off x="4381275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6" name="Google Shape;53176;p51"/>
            <p:cNvSpPr/>
            <p:nvPr/>
          </p:nvSpPr>
          <p:spPr>
            <a:xfrm>
              <a:off x="4380100" y="2680125"/>
              <a:ext cx="70475" cy="70500"/>
            </a:xfrm>
            <a:custGeom>
              <a:avLst/>
              <a:gdLst/>
              <a:ahLst/>
              <a:cxnLst/>
              <a:rect l="l" t="t" r="r" b="b"/>
              <a:pathLst>
                <a:path w="2819" h="2820" extrusionOk="0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7" name="Google Shape;53177;p51"/>
            <p:cNvSpPr/>
            <p:nvPr/>
          </p:nvSpPr>
          <p:spPr>
            <a:xfrm>
              <a:off x="4584250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8" name="Google Shape;53178;p51"/>
            <p:cNvSpPr/>
            <p:nvPr/>
          </p:nvSpPr>
          <p:spPr>
            <a:xfrm>
              <a:off x="4583225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9" name="Google Shape;53179;p51"/>
            <p:cNvSpPr/>
            <p:nvPr/>
          </p:nvSpPr>
          <p:spPr>
            <a:xfrm>
              <a:off x="4607675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0" name="Google Shape;53180;p51"/>
            <p:cNvSpPr/>
            <p:nvPr/>
          </p:nvSpPr>
          <p:spPr>
            <a:xfrm>
              <a:off x="4606650" y="257242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1" name="Google Shape;53181;p51"/>
            <p:cNvSpPr/>
            <p:nvPr/>
          </p:nvSpPr>
          <p:spPr>
            <a:xfrm>
              <a:off x="4632800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2" name="Google Shape;53182;p51"/>
            <p:cNvSpPr/>
            <p:nvPr/>
          </p:nvSpPr>
          <p:spPr>
            <a:xfrm>
              <a:off x="4631775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3" name="Google Shape;53183;p51"/>
            <p:cNvSpPr/>
            <p:nvPr/>
          </p:nvSpPr>
          <p:spPr>
            <a:xfrm>
              <a:off x="4661625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4" name="Google Shape;53184;p51"/>
            <p:cNvSpPr/>
            <p:nvPr/>
          </p:nvSpPr>
          <p:spPr>
            <a:xfrm>
              <a:off x="46606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5" name="Google Shape;53185;p51"/>
            <p:cNvSpPr/>
            <p:nvPr/>
          </p:nvSpPr>
          <p:spPr>
            <a:xfrm>
              <a:off x="4686725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6" name="Google Shape;53186;p51"/>
            <p:cNvSpPr/>
            <p:nvPr/>
          </p:nvSpPr>
          <p:spPr>
            <a:xfrm>
              <a:off x="4685725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7" name="Google Shape;53187;p51"/>
            <p:cNvSpPr/>
            <p:nvPr/>
          </p:nvSpPr>
          <p:spPr>
            <a:xfrm>
              <a:off x="47155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8" name="Google Shape;53188;p51"/>
            <p:cNvSpPr/>
            <p:nvPr/>
          </p:nvSpPr>
          <p:spPr>
            <a:xfrm>
              <a:off x="471437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9" name="Google Shape;53189;p51"/>
            <p:cNvSpPr/>
            <p:nvPr/>
          </p:nvSpPr>
          <p:spPr>
            <a:xfrm>
              <a:off x="4918525" y="254645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0" name="Google Shape;53190;p51"/>
            <p:cNvSpPr/>
            <p:nvPr/>
          </p:nvSpPr>
          <p:spPr>
            <a:xfrm>
              <a:off x="4917500" y="25454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1" name="Google Shape;53191;p51"/>
            <p:cNvSpPr/>
            <p:nvPr/>
          </p:nvSpPr>
          <p:spPr>
            <a:xfrm>
              <a:off x="4941950" y="25734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2" name="Google Shape;53192;p51"/>
            <p:cNvSpPr/>
            <p:nvPr/>
          </p:nvSpPr>
          <p:spPr>
            <a:xfrm>
              <a:off x="4940950" y="257242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3" name="Google Shape;53193;p51"/>
            <p:cNvSpPr/>
            <p:nvPr/>
          </p:nvSpPr>
          <p:spPr>
            <a:xfrm>
              <a:off x="4967075" y="25985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4" name="Google Shape;53194;p51"/>
            <p:cNvSpPr/>
            <p:nvPr/>
          </p:nvSpPr>
          <p:spPr>
            <a:xfrm>
              <a:off x="4966050" y="2597525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5" name="Google Shape;53195;p51"/>
            <p:cNvSpPr/>
            <p:nvPr/>
          </p:nvSpPr>
          <p:spPr>
            <a:xfrm>
              <a:off x="4995900" y="262737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6" name="Google Shape;53196;p51"/>
            <p:cNvSpPr/>
            <p:nvPr/>
          </p:nvSpPr>
          <p:spPr>
            <a:xfrm>
              <a:off x="4994725" y="262637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7" name="Google Shape;53197;p51"/>
            <p:cNvSpPr/>
            <p:nvPr/>
          </p:nvSpPr>
          <p:spPr>
            <a:xfrm>
              <a:off x="5021000" y="26525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8" name="Google Shape;53198;p51"/>
            <p:cNvSpPr/>
            <p:nvPr/>
          </p:nvSpPr>
          <p:spPr>
            <a:xfrm>
              <a:off x="5020000" y="26514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9" name="Google Shape;53199;p51"/>
            <p:cNvSpPr/>
            <p:nvPr/>
          </p:nvSpPr>
          <p:spPr>
            <a:xfrm>
              <a:off x="5049675" y="268132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0" name="Google Shape;53200;p51"/>
            <p:cNvSpPr/>
            <p:nvPr/>
          </p:nvSpPr>
          <p:spPr>
            <a:xfrm>
              <a:off x="5048650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1" name="Google Shape;53201;p51"/>
            <p:cNvSpPr/>
            <p:nvPr/>
          </p:nvSpPr>
          <p:spPr>
            <a:xfrm>
              <a:off x="5252800" y="254645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2" name="Google Shape;53202;p51"/>
            <p:cNvSpPr/>
            <p:nvPr/>
          </p:nvSpPr>
          <p:spPr>
            <a:xfrm>
              <a:off x="5251775" y="254545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3" name="Google Shape;53203;p51"/>
            <p:cNvSpPr/>
            <p:nvPr/>
          </p:nvSpPr>
          <p:spPr>
            <a:xfrm>
              <a:off x="5276225" y="25734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4" name="Google Shape;53204;p51"/>
            <p:cNvSpPr/>
            <p:nvPr/>
          </p:nvSpPr>
          <p:spPr>
            <a:xfrm>
              <a:off x="5275050" y="257242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5" name="Google Shape;53205;p51"/>
            <p:cNvSpPr/>
            <p:nvPr/>
          </p:nvSpPr>
          <p:spPr>
            <a:xfrm>
              <a:off x="5301350" y="259855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6" name="Google Shape;53206;p51"/>
            <p:cNvSpPr/>
            <p:nvPr/>
          </p:nvSpPr>
          <p:spPr>
            <a:xfrm>
              <a:off x="5300325" y="2597525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7" name="Google Shape;53207;p51"/>
            <p:cNvSpPr/>
            <p:nvPr/>
          </p:nvSpPr>
          <p:spPr>
            <a:xfrm>
              <a:off x="5330000" y="26273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8" name="Google Shape;53208;p51"/>
            <p:cNvSpPr/>
            <p:nvPr/>
          </p:nvSpPr>
          <p:spPr>
            <a:xfrm>
              <a:off x="5329000" y="26263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9" name="Google Shape;53209;p51"/>
            <p:cNvSpPr/>
            <p:nvPr/>
          </p:nvSpPr>
          <p:spPr>
            <a:xfrm>
              <a:off x="5355300" y="26525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0" name="Google Shape;53210;p51"/>
            <p:cNvSpPr/>
            <p:nvPr/>
          </p:nvSpPr>
          <p:spPr>
            <a:xfrm>
              <a:off x="5354100" y="26514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1" name="Google Shape;53211;p51"/>
            <p:cNvSpPr/>
            <p:nvPr/>
          </p:nvSpPr>
          <p:spPr>
            <a:xfrm>
              <a:off x="5383950" y="26813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2" name="Google Shape;53212;p51"/>
            <p:cNvSpPr/>
            <p:nvPr/>
          </p:nvSpPr>
          <p:spPr>
            <a:xfrm>
              <a:off x="5382925" y="2680125"/>
              <a:ext cx="70500" cy="70500"/>
            </a:xfrm>
            <a:custGeom>
              <a:avLst/>
              <a:gdLst/>
              <a:ahLst/>
              <a:cxnLst/>
              <a:rect l="l" t="t" r="r" b="b"/>
              <a:pathLst>
                <a:path w="2820" h="2820" extrusionOk="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3" name="Google Shape;53213;p51"/>
            <p:cNvSpPr/>
            <p:nvPr/>
          </p:nvSpPr>
          <p:spPr>
            <a:xfrm>
              <a:off x="3450750" y="2644575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4" name="Google Shape;53214;p51"/>
            <p:cNvSpPr/>
            <p:nvPr/>
          </p:nvSpPr>
          <p:spPr>
            <a:xfrm>
              <a:off x="3450750" y="26435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5" name="Google Shape;53215;p51"/>
            <p:cNvSpPr/>
            <p:nvPr/>
          </p:nvSpPr>
          <p:spPr>
            <a:xfrm>
              <a:off x="3450750" y="2671550"/>
              <a:ext cx="269425" cy="284050"/>
            </a:xfrm>
            <a:custGeom>
              <a:avLst/>
              <a:gdLst/>
              <a:ahLst/>
              <a:cxnLst/>
              <a:rect l="l" t="t" r="r" b="b"/>
              <a:pathLst>
                <a:path w="10777" h="11362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6" name="Google Shape;53216;p51"/>
            <p:cNvSpPr/>
            <p:nvPr/>
          </p:nvSpPr>
          <p:spPr>
            <a:xfrm>
              <a:off x="3450750" y="2670525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7" name="Google Shape;53217;p51"/>
            <p:cNvSpPr/>
            <p:nvPr/>
          </p:nvSpPr>
          <p:spPr>
            <a:xfrm>
              <a:off x="3461375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8" name="Google Shape;53218;p51"/>
            <p:cNvSpPr/>
            <p:nvPr/>
          </p:nvSpPr>
          <p:spPr>
            <a:xfrm>
              <a:off x="3460375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9" name="Google Shape;53219;p51"/>
            <p:cNvSpPr/>
            <p:nvPr/>
          </p:nvSpPr>
          <p:spPr>
            <a:xfrm>
              <a:off x="3490200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0" name="Google Shape;53220;p51"/>
            <p:cNvSpPr/>
            <p:nvPr/>
          </p:nvSpPr>
          <p:spPr>
            <a:xfrm>
              <a:off x="3489025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1" name="Google Shape;53221;p51"/>
            <p:cNvSpPr/>
            <p:nvPr/>
          </p:nvSpPr>
          <p:spPr>
            <a:xfrm>
              <a:off x="351532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2" name="Google Shape;53222;p51"/>
            <p:cNvSpPr/>
            <p:nvPr/>
          </p:nvSpPr>
          <p:spPr>
            <a:xfrm>
              <a:off x="3514300" y="274960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3" name="Google Shape;53223;p51"/>
            <p:cNvSpPr/>
            <p:nvPr/>
          </p:nvSpPr>
          <p:spPr>
            <a:xfrm>
              <a:off x="35441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4" name="Google Shape;53224;p51"/>
            <p:cNvSpPr/>
            <p:nvPr/>
          </p:nvSpPr>
          <p:spPr>
            <a:xfrm>
              <a:off x="3542975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5" name="Google Shape;53225;p51"/>
            <p:cNvSpPr/>
            <p:nvPr/>
          </p:nvSpPr>
          <p:spPr>
            <a:xfrm>
              <a:off x="3747100" y="2644575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6" name="Google Shape;53226;p51"/>
            <p:cNvSpPr/>
            <p:nvPr/>
          </p:nvSpPr>
          <p:spPr>
            <a:xfrm>
              <a:off x="374610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7" name="Google Shape;53227;p51"/>
            <p:cNvSpPr/>
            <p:nvPr/>
          </p:nvSpPr>
          <p:spPr>
            <a:xfrm>
              <a:off x="3770550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8" name="Google Shape;53228;p51"/>
            <p:cNvSpPr/>
            <p:nvPr/>
          </p:nvSpPr>
          <p:spPr>
            <a:xfrm>
              <a:off x="3769525" y="2670525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9" name="Google Shape;53229;p51"/>
            <p:cNvSpPr/>
            <p:nvPr/>
          </p:nvSpPr>
          <p:spPr>
            <a:xfrm>
              <a:off x="379565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0" name="Google Shape;53230;p51"/>
            <p:cNvSpPr/>
            <p:nvPr/>
          </p:nvSpPr>
          <p:spPr>
            <a:xfrm>
              <a:off x="379465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1" name="Google Shape;53231;p51"/>
            <p:cNvSpPr/>
            <p:nvPr/>
          </p:nvSpPr>
          <p:spPr>
            <a:xfrm>
              <a:off x="3824475" y="272547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2" name="Google Shape;53232;p51"/>
            <p:cNvSpPr/>
            <p:nvPr/>
          </p:nvSpPr>
          <p:spPr>
            <a:xfrm>
              <a:off x="3823300" y="272447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3" name="Google Shape;53233;p51"/>
            <p:cNvSpPr/>
            <p:nvPr/>
          </p:nvSpPr>
          <p:spPr>
            <a:xfrm>
              <a:off x="384960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4" name="Google Shape;53234;p51"/>
            <p:cNvSpPr/>
            <p:nvPr/>
          </p:nvSpPr>
          <p:spPr>
            <a:xfrm>
              <a:off x="3848600" y="274960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5" name="Google Shape;53235;p51"/>
            <p:cNvSpPr/>
            <p:nvPr/>
          </p:nvSpPr>
          <p:spPr>
            <a:xfrm>
              <a:off x="387825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6" name="Google Shape;53236;p51"/>
            <p:cNvSpPr/>
            <p:nvPr/>
          </p:nvSpPr>
          <p:spPr>
            <a:xfrm>
              <a:off x="3877250" y="277842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7" name="Google Shape;53237;p51"/>
            <p:cNvSpPr/>
            <p:nvPr/>
          </p:nvSpPr>
          <p:spPr>
            <a:xfrm>
              <a:off x="408140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8" name="Google Shape;53238;p51"/>
            <p:cNvSpPr/>
            <p:nvPr/>
          </p:nvSpPr>
          <p:spPr>
            <a:xfrm>
              <a:off x="4080375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9" name="Google Shape;53239;p51"/>
            <p:cNvSpPr/>
            <p:nvPr/>
          </p:nvSpPr>
          <p:spPr>
            <a:xfrm>
              <a:off x="4104825" y="2671550"/>
              <a:ext cx="283900" cy="284050"/>
            </a:xfrm>
            <a:custGeom>
              <a:avLst/>
              <a:gdLst/>
              <a:ahLst/>
              <a:cxnLst/>
              <a:rect l="l" t="t" r="r" b="b"/>
              <a:pathLst>
                <a:path w="11356" h="11362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0" name="Google Shape;53240;p51"/>
            <p:cNvSpPr/>
            <p:nvPr/>
          </p:nvSpPr>
          <p:spPr>
            <a:xfrm>
              <a:off x="4103650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1" name="Google Shape;53241;p51"/>
            <p:cNvSpPr/>
            <p:nvPr/>
          </p:nvSpPr>
          <p:spPr>
            <a:xfrm>
              <a:off x="4129950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2" name="Google Shape;53242;p51"/>
            <p:cNvSpPr/>
            <p:nvPr/>
          </p:nvSpPr>
          <p:spPr>
            <a:xfrm>
              <a:off x="4128925" y="269565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3" name="Google Shape;53243;p51"/>
            <p:cNvSpPr/>
            <p:nvPr/>
          </p:nvSpPr>
          <p:spPr>
            <a:xfrm>
              <a:off x="415860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4" name="Google Shape;53244;p51"/>
            <p:cNvSpPr/>
            <p:nvPr/>
          </p:nvSpPr>
          <p:spPr>
            <a:xfrm>
              <a:off x="4157575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5" name="Google Shape;53245;p51"/>
            <p:cNvSpPr/>
            <p:nvPr/>
          </p:nvSpPr>
          <p:spPr>
            <a:xfrm>
              <a:off x="4183875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6" name="Google Shape;53246;p51"/>
            <p:cNvSpPr/>
            <p:nvPr/>
          </p:nvSpPr>
          <p:spPr>
            <a:xfrm>
              <a:off x="418270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7" name="Google Shape;53247;p51"/>
            <p:cNvSpPr/>
            <p:nvPr/>
          </p:nvSpPr>
          <p:spPr>
            <a:xfrm>
              <a:off x="4212550" y="277942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8" name="Google Shape;53248;p51"/>
            <p:cNvSpPr/>
            <p:nvPr/>
          </p:nvSpPr>
          <p:spPr>
            <a:xfrm>
              <a:off x="4211525" y="277842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9" name="Google Shape;53249;p51"/>
            <p:cNvSpPr/>
            <p:nvPr/>
          </p:nvSpPr>
          <p:spPr>
            <a:xfrm>
              <a:off x="4415675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0" name="Google Shape;53250;p51"/>
            <p:cNvSpPr/>
            <p:nvPr/>
          </p:nvSpPr>
          <p:spPr>
            <a:xfrm>
              <a:off x="4414650" y="26435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1" name="Google Shape;53251;p51"/>
            <p:cNvSpPr/>
            <p:nvPr/>
          </p:nvSpPr>
          <p:spPr>
            <a:xfrm>
              <a:off x="4438925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2" name="Google Shape;53252;p51"/>
            <p:cNvSpPr/>
            <p:nvPr/>
          </p:nvSpPr>
          <p:spPr>
            <a:xfrm>
              <a:off x="4437925" y="2670525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3" name="Google Shape;53253;p51"/>
            <p:cNvSpPr/>
            <p:nvPr/>
          </p:nvSpPr>
          <p:spPr>
            <a:xfrm>
              <a:off x="4464225" y="269665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4" name="Google Shape;53254;p51"/>
            <p:cNvSpPr/>
            <p:nvPr/>
          </p:nvSpPr>
          <p:spPr>
            <a:xfrm>
              <a:off x="4463025" y="2695650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5" name="Google Shape;53255;p51"/>
            <p:cNvSpPr/>
            <p:nvPr/>
          </p:nvSpPr>
          <p:spPr>
            <a:xfrm>
              <a:off x="4492875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6" name="Google Shape;53256;p51"/>
            <p:cNvSpPr/>
            <p:nvPr/>
          </p:nvSpPr>
          <p:spPr>
            <a:xfrm>
              <a:off x="4491850" y="272447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7" name="Google Shape;53257;p51"/>
            <p:cNvSpPr/>
            <p:nvPr/>
          </p:nvSpPr>
          <p:spPr>
            <a:xfrm>
              <a:off x="4518150" y="275060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8" name="Google Shape;53258;p51"/>
            <p:cNvSpPr/>
            <p:nvPr/>
          </p:nvSpPr>
          <p:spPr>
            <a:xfrm>
              <a:off x="451697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9" name="Google Shape;53259;p51"/>
            <p:cNvSpPr/>
            <p:nvPr/>
          </p:nvSpPr>
          <p:spPr>
            <a:xfrm>
              <a:off x="454682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0" name="Google Shape;53260;p51"/>
            <p:cNvSpPr/>
            <p:nvPr/>
          </p:nvSpPr>
          <p:spPr>
            <a:xfrm>
              <a:off x="454580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1" name="Google Shape;53261;p51"/>
            <p:cNvSpPr/>
            <p:nvPr/>
          </p:nvSpPr>
          <p:spPr>
            <a:xfrm>
              <a:off x="4749950" y="264457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2" name="Google Shape;53262;p51"/>
            <p:cNvSpPr/>
            <p:nvPr/>
          </p:nvSpPr>
          <p:spPr>
            <a:xfrm>
              <a:off x="4748775" y="26435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3" name="Google Shape;53263;p51"/>
            <p:cNvSpPr/>
            <p:nvPr/>
          </p:nvSpPr>
          <p:spPr>
            <a:xfrm>
              <a:off x="4773200" y="2671550"/>
              <a:ext cx="284075" cy="284050"/>
            </a:xfrm>
            <a:custGeom>
              <a:avLst/>
              <a:gdLst/>
              <a:ahLst/>
              <a:cxnLst/>
              <a:rect l="l" t="t" r="r" b="b"/>
              <a:pathLst>
                <a:path w="11363" h="11362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4" name="Google Shape;53264;p51"/>
            <p:cNvSpPr/>
            <p:nvPr/>
          </p:nvSpPr>
          <p:spPr>
            <a:xfrm>
              <a:off x="4772200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5" name="Google Shape;53265;p51"/>
            <p:cNvSpPr/>
            <p:nvPr/>
          </p:nvSpPr>
          <p:spPr>
            <a:xfrm>
              <a:off x="4798500" y="269665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6" name="Google Shape;53266;p51"/>
            <p:cNvSpPr/>
            <p:nvPr/>
          </p:nvSpPr>
          <p:spPr>
            <a:xfrm>
              <a:off x="4797325" y="269565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7" name="Google Shape;53267;p51"/>
            <p:cNvSpPr/>
            <p:nvPr/>
          </p:nvSpPr>
          <p:spPr>
            <a:xfrm>
              <a:off x="4827150" y="272547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8" name="Google Shape;53268;p51"/>
            <p:cNvSpPr/>
            <p:nvPr/>
          </p:nvSpPr>
          <p:spPr>
            <a:xfrm>
              <a:off x="4826150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9" name="Google Shape;53269;p51"/>
            <p:cNvSpPr/>
            <p:nvPr/>
          </p:nvSpPr>
          <p:spPr>
            <a:xfrm>
              <a:off x="4852275" y="275060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0" name="Google Shape;53270;p51"/>
            <p:cNvSpPr/>
            <p:nvPr/>
          </p:nvSpPr>
          <p:spPr>
            <a:xfrm>
              <a:off x="4851250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1" name="Google Shape;53271;p51"/>
            <p:cNvSpPr/>
            <p:nvPr/>
          </p:nvSpPr>
          <p:spPr>
            <a:xfrm>
              <a:off x="4881100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2" name="Google Shape;53272;p51"/>
            <p:cNvSpPr/>
            <p:nvPr/>
          </p:nvSpPr>
          <p:spPr>
            <a:xfrm>
              <a:off x="4880075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3" name="Google Shape;53273;p51"/>
            <p:cNvSpPr/>
            <p:nvPr/>
          </p:nvSpPr>
          <p:spPr>
            <a:xfrm>
              <a:off x="5084225" y="2644575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4" name="Google Shape;53274;p51"/>
            <p:cNvSpPr/>
            <p:nvPr/>
          </p:nvSpPr>
          <p:spPr>
            <a:xfrm>
              <a:off x="5083050" y="26435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5" name="Google Shape;53275;p51"/>
            <p:cNvSpPr/>
            <p:nvPr/>
          </p:nvSpPr>
          <p:spPr>
            <a:xfrm>
              <a:off x="5107475" y="2671550"/>
              <a:ext cx="283925" cy="284050"/>
            </a:xfrm>
            <a:custGeom>
              <a:avLst/>
              <a:gdLst/>
              <a:ahLst/>
              <a:cxnLst/>
              <a:rect l="l" t="t" r="r" b="b"/>
              <a:pathLst>
                <a:path w="11357" h="11362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6" name="Google Shape;53276;p51"/>
            <p:cNvSpPr/>
            <p:nvPr/>
          </p:nvSpPr>
          <p:spPr>
            <a:xfrm>
              <a:off x="5106475" y="267052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7" name="Google Shape;53277;p51"/>
            <p:cNvSpPr/>
            <p:nvPr/>
          </p:nvSpPr>
          <p:spPr>
            <a:xfrm>
              <a:off x="5132600" y="269665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8" name="Google Shape;53278;p51"/>
            <p:cNvSpPr/>
            <p:nvPr/>
          </p:nvSpPr>
          <p:spPr>
            <a:xfrm>
              <a:off x="5131600" y="269565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9" name="Google Shape;53279;p51"/>
            <p:cNvSpPr/>
            <p:nvPr/>
          </p:nvSpPr>
          <p:spPr>
            <a:xfrm>
              <a:off x="5161425" y="272547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0" name="Google Shape;53280;p51"/>
            <p:cNvSpPr/>
            <p:nvPr/>
          </p:nvSpPr>
          <p:spPr>
            <a:xfrm>
              <a:off x="5160425" y="272447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1" name="Google Shape;53281;p51"/>
            <p:cNvSpPr/>
            <p:nvPr/>
          </p:nvSpPr>
          <p:spPr>
            <a:xfrm>
              <a:off x="5186550" y="275060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2" name="Google Shape;53282;p51"/>
            <p:cNvSpPr/>
            <p:nvPr/>
          </p:nvSpPr>
          <p:spPr>
            <a:xfrm>
              <a:off x="5185525" y="274960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3" name="Google Shape;53283;p51"/>
            <p:cNvSpPr/>
            <p:nvPr/>
          </p:nvSpPr>
          <p:spPr>
            <a:xfrm>
              <a:off x="5215375" y="277942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4" name="Google Shape;53284;p51"/>
            <p:cNvSpPr/>
            <p:nvPr/>
          </p:nvSpPr>
          <p:spPr>
            <a:xfrm>
              <a:off x="5214350" y="277842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5" name="Google Shape;53285;p51"/>
            <p:cNvSpPr/>
            <p:nvPr/>
          </p:nvSpPr>
          <p:spPr>
            <a:xfrm>
              <a:off x="358157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6" name="Google Shape;53286;p51"/>
            <p:cNvSpPr/>
            <p:nvPr/>
          </p:nvSpPr>
          <p:spPr>
            <a:xfrm>
              <a:off x="358055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7" name="Google Shape;53287;p51"/>
            <p:cNvSpPr/>
            <p:nvPr/>
          </p:nvSpPr>
          <p:spPr>
            <a:xfrm>
              <a:off x="3604825" y="2766625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8" name="Google Shape;53288;p51"/>
            <p:cNvSpPr/>
            <p:nvPr/>
          </p:nvSpPr>
          <p:spPr>
            <a:xfrm>
              <a:off x="360382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9" name="Google Shape;53289;p51"/>
            <p:cNvSpPr/>
            <p:nvPr/>
          </p:nvSpPr>
          <p:spPr>
            <a:xfrm>
              <a:off x="363012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0" name="Google Shape;53290;p51"/>
            <p:cNvSpPr/>
            <p:nvPr/>
          </p:nvSpPr>
          <p:spPr>
            <a:xfrm>
              <a:off x="3628950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1" name="Google Shape;53291;p51"/>
            <p:cNvSpPr/>
            <p:nvPr/>
          </p:nvSpPr>
          <p:spPr>
            <a:xfrm>
              <a:off x="365877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2" name="Google Shape;53292;p51"/>
            <p:cNvSpPr/>
            <p:nvPr/>
          </p:nvSpPr>
          <p:spPr>
            <a:xfrm>
              <a:off x="365777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3" name="Google Shape;53293;p51"/>
            <p:cNvSpPr/>
            <p:nvPr/>
          </p:nvSpPr>
          <p:spPr>
            <a:xfrm>
              <a:off x="3683900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4" name="Google Shape;53294;p51"/>
            <p:cNvSpPr/>
            <p:nvPr/>
          </p:nvSpPr>
          <p:spPr>
            <a:xfrm>
              <a:off x="368287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5" name="Google Shape;53295;p51"/>
            <p:cNvSpPr/>
            <p:nvPr/>
          </p:nvSpPr>
          <p:spPr>
            <a:xfrm>
              <a:off x="371272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6" name="Google Shape;53296;p51"/>
            <p:cNvSpPr/>
            <p:nvPr/>
          </p:nvSpPr>
          <p:spPr>
            <a:xfrm>
              <a:off x="3711700" y="2873325"/>
              <a:ext cx="70325" cy="70475"/>
            </a:xfrm>
            <a:custGeom>
              <a:avLst/>
              <a:gdLst/>
              <a:ahLst/>
              <a:cxnLst/>
              <a:rect l="l" t="t" r="r" b="b"/>
              <a:pathLst>
                <a:path w="2813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7" name="Google Shape;53297;p51"/>
            <p:cNvSpPr/>
            <p:nvPr/>
          </p:nvSpPr>
          <p:spPr>
            <a:xfrm>
              <a:off x="39158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8" name="Google Shape;53298;p51"/>
            <p:cNvSpPr/>
            <p:nvPr/>
          </p:nvSpPr>
          <p:spPr>
            <a:xfrm>
              <a:off x="3914675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9" name="Google Shape;53299;p51"/>
            <p:cNvSpPr/>
            <p:nvPr/>
          </p:nvSpPr>
          <p:spPr>
            <a:xfrm>
              <a:off x="3939125" y="2766625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0" name="Google Shape;53300;p51"/>
            <p:cNvSpPr/>
            <p:nvPr/>
          </p:nvSpPr>
          <p:spPr>
            <a:xfrm>
              <a:off x="393810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1" name="Google Shape;53301;p51"/>
            <p:cNvSpPr/>
            <p:nvPr/>
          </p:nvSpPr>
          <p:spPr>
            <a:xfrm>
              <a:off x="3964400" y="2791725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2" name="Google Shape;53302;p51"/>
            <p:cNvSpPr/>
            <p:nvPr/>
          </p:nvSpPr>
          <p:spPr>
            <a:xfrm>
              <a:off x="3963225" y="2790725"/>
              <a:ext cx="235850" cy="235675"/>
            </a:xfrm>
            <a:custGeom>
              <a:avLst/>
              <a:gdLst/>
              <a:ahLst/>
              <a:cxnLst/>
              <a:rect l="l" t="t" r="r" b="b"/>
              <a:pathLst>
                <a:path w="9434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3" name="Google Shape;53303;p51"/>
            <p:cNvSpPr/>
            <p:nvPr/>
          </p:nvSpPr>
          <p:spPr>
            <a:xfrm>
              <a:off x="3993050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4" name="Google Shape;53304;p51"/>
            <p:cNvSpPr/>
            <p:nvPr/>
          </p:nvSpPr>
          <p:spPr>
            <a:xfrm>
              <a:off x="399205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5" name="Google Shape;53305;p51"/>
            <p:cNvSpPr/>
            <p:nvPr/>
          </p:nvSpPr>
          <p:spPr>
            <a:xfrm>
              <a:off x="4018175" y="2845675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6" name="Google Shape;53306;p51"/>
            <p:cNvSpPr/>
            <p:nvPr/>
          </p:nvSpPr>
          <p:spPr>
            <a:xfrm>
              <a:off x="4017175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7" name="Google Shape;53307;p51"/>
            <p:cNvSpPr/>
            <p:nvPr/>
          </p:nvSpPr>
          <p:spPr>
            <a:xfrm>
              <a:off x="404700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8" name="Google Shape;53308;p51"/>
            <p:cNvSpPr/>
            <p:nvPr/>
          </p:nvSpPr>
          <p:spPr>
            <a:xfrm>
              <a:off x="4046000" y="2873325"/>
              <a:ext cx="70300" cy="70475"/>
            </a:xfrm>
            <a:custGeom>
              <a:avLst/>
              <a:gdLst/>
              <a:ahLst/>
              <a:cxnLst/>
              <a:rect l="l" t="t" r="r" b="b"/>
              <a:pathLst>
                <a:path w="2812" h="2819" extrusionOk="0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9" name="Google Shape;53309;p51"/>
            <p:cNvSpPr/>
            <p:nvPr/>
          </p:nvSpPr>
          <p:spPr>
            <a:xfrm>
              <a:off x="4250125" y="2739650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0" name="Google Shape;53310;p51"/>
            <p:cNvSpPr/>
            <p:nvPr/>
          </p:nvSpPr>
          <p:spPr>
            <a:xfrm>
              <a:off x="4248950" y="27386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1" name="Google Shape;53311;p51"/>
            <p:cNvSpPr/>
            <p:nvPr/>
          </p:nvSpPr>
          <p:spPr>
            <a:xfrm>
              <a:off x="427340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2" name="Google Shape;53312;p51"/>
            <p:cNvSpPr/>
            <p:nvPr/>
          </p:nvSpPr>
          <p:spPr>
            <a:xfrm>
              <a:off x="4272375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3" name="Google Shape;53313;p51"/>
            <p:cNvSpPr/>
            <p:nvPr/>
          </p:nvSpPr>
          <p:spPr>
            <a:xfrm>
              <a:off x="4298500" y="2791725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4" name="Google Shape;53314;p51"/>
            <p:cNvSpPr/>
            <p:nvPr/>
          </p:nvSpPr>
          <p:spPr>
            <a:xfrm>
              <a:off x="4297500" y="2790725"/>
              <a:ext cx="235675" cy="235675"/>
            </a:xfrm>
            <a:custGeom>
              <a:avLst/>
              <a:gdLst/>
              <a:ahLst/>
              <a:cxnLst/>
              <a:rect l="l" t="t" r="r" b="b"/>
              <a:pathLst>
                <a:path w="9427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5" name="Google Shape;53315;p51"/>
            <p:cNvSpPr/>
            <p:nvPr/>
          </p:nvSpPr>
          <p:spPr>
            <a:xfrm>
              <a:off x="4327325" y="2820550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6" name="Google Shape;53316;p51"/>
            <p:cNvSpPr/>
            <p:nvPr/>
          </p:nvSpPr>
          <p:spPr>
            <a:xfrm>
              <a:off x="4326325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7" name="Google Shape;53317;p51"/>
            <p:cNvSpPr/>
            <p:nvPr/>
          </p:nvSpPr>
          <p:spPr>
            <a:xfrm>
              <a:off x="435245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8" name="Google Shape;53318;p51"/>
            <p:cNvSpPr/>
            <p:nvPr/>
          </p:nvSpPr>
          <p:spPr>
            <a:xfrm>
              <a:off x="4351450" y="2844675"/>
              <a:ext cx="127950" cy="127950"/>
            </a:xfrm>
            <a:custGeom>
              <a:avLst/>
              <a:gdLst/>
              <a:ahLst/>
              <a:cxnLst/>
              <a:rect l="l" t="t" r="r" b="b"/>
              <a:pathLst>
                <a:path w="5118" h="5118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9" name="Google Shape;53319;p51"/>
            <p:cNvSpPr/>
            <p:nvPr/>
          </p:nvSpPr>
          <p:spPr>
            <a:xfrm>
              <a:off x="4381275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0" name="Google Shape;53320;p51"/>
            <p:cNvSpPr/>
            <p:nvPr/>
          </p:nvSpPr>
          <p:spPr>
            <a:xfrm>
              <a:off x="4380100" y="2873325"/>
              <a:ext cx="70475" cy="70475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1" name="Google Shape;53321;p51"/>
            <p:cNvSpPr/>
            <p:nvPr/>
          </p:nvSpPr>
          <p:spPr>
            <a:xfrm>
              <a:off x="4584250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2" name="Google Shape;53322;p51"/>
            <p:cNvSpPr/>
            <p:nvPr/>
          </p:nvSpPr>
          <p:spPr>
            <a:xfrm>
              <a:off x="4583225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3" name="Google Shape;53323;p51"/>
            <p:cNvSpPr/>
            <p:nvPr/>
          </p:nvSpPr>
          <p:spPr>
            <a:xfrm>
              <a:off x="4607675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4" name="Google Shape;53324;p51"/>
            <p:cNvSpPr/>
            <p:nvPr/>
          </p:nvSpPr>
          <p:spPr>
            <a:xfrm>
              <a:off x="4606650" y="27656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5" name="Google Shape;53325;p51"/>
            <p:cNvSpPr/>
            <p:nvPr/>
          </p:nvSpPr>
          <p:spPr>
            <a:xfrm>
              <a:off x="4632800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6" name="Google Shape;53326;p51"/>
            <p:cNvSpPr/>
            <p:nvPr/>
          </p:nvSpPr>
          <p:spPr>
            <a:xfrm>
              <a:off x="4631775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7" name="Google Shape;53327;p51"/>
            <p:cNvSpPr/>
            <p:nvPr/>
          </p:nvSpPr>
          <p:spPr>
            <a:xfrm>
              <a:off x="4661625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8" name="Google Shape;53328;p51"/>
            <p:cNvSpPr/>
            <p:nvPr/>
          </p:nvSpPr>
          <p:spPr>
            <a:xfrm>
              <a:off x="46606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9" name="Google Shape;53329;p51"/>
            <p:cNvSpPr/>
            <p:nvPr/>
          </p:nvSpPr>
          <p:spPr>
            <a:xfrm>
              <a:off x="4686725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0" name="Google Shape;53330;p51"/>
            <p:cNvSpPr/>
            <p:nvPr/>
          </p:nvSpPr>
          <p:spPr>
            <a:xfrm>
              <a:off x="4685725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1" name="Google Shape;53331;p51"/>
            <p:cNvSpPr/>
            <p:nvPr/>
          </p:nvSpPr>
          <p:spPr>
            <a:xfrm>
              <a:off x="47155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2" name="Google Shape;53332;p51"/>
            <p:cNvSpPr/>
            <p:nvPr/>
          </p:nvSpPr>
          <p:spPr>
            <a:xfrm>
              <a:off x="471437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3" name="Google Shape;53333;p51"/>
            <p:cNvSpPr/>
            <p:nvPr/>
          </p:nvSpPr>
          <p:spPr>
            <a:xfrm>
              <a:off x="4918525" y="27396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4" name="Google Shape;53334;p51"/>
            <p:cNvSpPr/>
            <p:nvPr/>
          </p:nvSpPr>
          <p:spPr>
            <a:xfrm>
              <a:off x="4917500" y="27386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5" name="Google Shape;53335;p51"/>
            <p:cNvSpPr/>
            <p:nvPr/>
          </p:nvSpPr>
          <p:spPr>
            <a:xfrm>
              <a:off x="4941950" y="2766625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6" name="Google Shape;53336;p51"/>
            <p:cNvSpPr/>
            <p:nvPr/>
          </p:nvSpPr>
          <p:spPr>
            <a:xfrm>
              <a:off x="4940950" y="2765600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7" name="Google Shape;53337;p51"/>
            <p:cNvSpPr/>
            <p:nvPr/>
          </p:nvSpPr>
          <p:spPr>
            <a:xfrm>
              <a:off x="4967075" y="2791725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8" name="Google Shape;53338;p51"/>
            <p:cNvSpPr/>
            <p:nvPr/>
          </p:nvSpPr>
          <p:spPr>
            <a:xfrm>
              <a:off x="4966050" y="2790725"/>
              <a:ext cx="235700" cy="235675"/>
            </a:xfrm>
            <a:custGeom>
              <a:avLst/>
              <a:gdLst/>
              <a:ahLst/>
              <a:cxnLst/>
              <a:rect l="l" t="t" r="r" b="b"/>
              <a:pathLst>
                <a:path w="9428" h="9427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9" name="Google Shape;53339;p51"/>
            <p:cNvSpPr/>
            <p:nvPr/>
          </p:nvSpPr>
          <p:spPr>
            <a:xfrm>
              <a:off x="4995900" y="2820550"/>
              <a:ext cx="176000" cy="176200"/>
            </a:xfrm>
            <a:custGeom>
              <a:avLst/>
              <a:gdLst/>
              <a:ahLst/>
              <a:cxnLst/>
              <a:rect l="l" t="t" r="r" b="b"/>
              <a:pathLst>
                <a:path w="7040" h="704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0" name="Google Shape;53340;p51"/>
            <p:cNvSpPr/>
            <p:nvPr/>
          </p:nvSpPr>
          <p:spPr>
            <a:xfrm>
              <a:off x="4994725" y="2819550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1" name="Google Shape;53341;p51"/>
            <p:cNvSpPr/>
            <p:nvPr/>
          </p:nvSpPr>
          <p:spPr>
            <a:xfrm>
              <a:off x="5021000" y="2845675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2" name="Google Shape;53342;p51"/>
            <p:cNvSpPr/>
            <p:nvPr/>
          </p:nvSpPr>
          <p:spPr>
            <a:xfrm>
              <a:off x="5020000" y="2844675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3" name="Google Shape;53343;p51"/>
            <p:cNvSpPr/>
            <p:nvPr/>
          </p:nvSpPr>
          <p:spPr>
            <a:xfrm>
              <a:off x="5049675" y="2874500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4" name="Google Shape;53344;p51"/>
            <p:cNvSpPr/>
            <p:nvPr/>
          </p:nvSpPr>
          <p:spPr>
            <a:xfrm>
              <a:off x="5048650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5" name="Google Shape;53345;p51"/>
            <p:cNvSpPr/>
            <p:nvPr/>
          </p:nvSpPr>
          <p:spPr>
            <a:xfrm>
              <a:off x="5252800" y="2739650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6" name="Google Shape;53346;p51"/>
            <p:cNvSpPr/>
            <p:nvPr/>
          </p:nvSpPr>
          <p:spPr>
            <a:xfrm>
              <a:off x="5251775" y="27386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7" name="Google Shape;53347;p51"/>
            <p:cNvSpPr/>
            <p:nvPr/>
          </p:nvSpPr>
          <p:spPr>
            <a:xfrm>
              <a:off x="5276225" y="2766625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8" name="Google Shape;53348;p51"/>
            <p:cNvSpPr/>
            <p:nvPr/>
          </p:nvSpPr>
          <p:spPr>
            <a:xfrm>
              <a:off x="5275050" y="2765600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9" name="Google Shape;53349;p51"/>
            <p:cNvSpPr/>
            <p:nvPr/>
          </p:nvSpPr>
          <p:spPr>
            <a:xfrm>
              <a:off x="5301350" y="2791725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0" name="Google Shape;53350;p51"/>
            <p:cNvSpPr/>
            <p:nvPr/>
          </p:nvSpPr>
          <p:spPr>
            <a:xfrm>
              <a:off x="5300325" y="2790725"/>
              <a:ext cx="226775" cy="235675"/>
            </a:xfrm>
            <a:custGeom>
              <a:avLst/>
              <a:gdLst/>
              <a:ahLst/>
              <a:cxnLst/>
              <a:rect l="l" t="t" r="r" b="b"/>
              <a:pathLst>
                <a:path w="9071" h="9427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1" name="Google Shape;53351;p51"/>
            <p:cNvSpPr/>
            <p:nvPr/>
          </p:nvSpPr>
          <p:spPr>
            <a:xfrm>
              <a:off x="5330000" y="2820550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2" name="Google Shape;53352;p51"/>
            <p:cNvSpPr/>
            <p:nvPr/>
          </p:nvSpPr>
          <p:spPr>
            <a:xfrm>
              <a:off x="5329000" y="28195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3" name="Google Shape;53353;p51"/>
            <p:cNvSpPr/>
            <p:nvPr/>
          </p:nvSpPr>
          <p:spPr>
            <a:xfrm>
              <a:off x="5355300" y="2845675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4" name="Google Shape;53354;p51"/>
            <p:cNvSpPr/>
            <p:nvPr/>
          </p:nvSpPr>
          <p:spPr>
            <a:xfrm>
              <a:off x="5354100" y="2844675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5" name="Google Shape;53355;p51"/>
            <p:cNvSpPr/>
            <p:nvPr/>
          </p:nvSpPr>
          <p:spPr>
            <a:xfrm>
              <a:off x="5383950" y="28745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6" name="Google Shape;53356;p51"/>
            <p:cNvSpPr/>
            <p:nvPr/>
          </p:nvSpPr>
          <p:spPr>
            <a:xfrm>
              <a:off x="5382925" y="2873325"/>
              <a:ext cx="70500" cy="70475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7" name="Google Shape;53357;p51"/>
            <p:cNvSpPr/>
            <p:nvPr/>
          </p:nvSpPr>
          <p:spPr>
            <a:xfrm>
              <a:off x="3450750" y="2837750"/>
              <a:ext cx="296375" cy="334300"/>
            </a:xfrm>
            <a:custGeom>
              <a:avLst/>
              <a:gdLst/>
              <a:ahLst/>
              <a:cxnLst/>
              <a:rect l="l" t="t" r="r" b="b"/>
              <a:pathLst>
                <a:path w="11855" h="13372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8" name="Google Shape;53358;p51"/>
            <p:cNvSpPr/>
            <p:nvPr/>
          </p:nvSpPr>
          <p:spPr>
            <a:xfrm>
              <a:off x="3450750" y="2836750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9" name="Google Shape;53359;p51"/>
            <p:cNvSpPr/>
            <p:nvPr/>
          </p:nvSpPr>
          <p:spPr>
            <a:xfrm>
              <a:off x="3450750" y="2864725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0" name="Google Shape;53360;p51"/>
            <p:cNvSpPr/>
            <p:nvPr/>
          </p:nvSpPr>
          <p:spPr>
            <a:xfrm>
              <a:off x="3450750" y="2863700"/>
              <a:ext cx="270600" cy="286100"/>
            </a:xfrm>
            <a:custGeom>
              <a:avLst/>
              <a:gdLst/>
              <a:ahLst/>
              <a:cxnLst/>
              <a:rect l="l" t="t" r="r" b="b"/>
              <a:pathLst>
                <a:path w="10824" h="11444" extrusionOk="0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1" name="Google Shape;53361;p51"/>
            <p:cNvSpPr/>
            <p:nvPr/>
          </p:nvSpPr>
          <p:spPr>
            <a:xfrm>
              <a:off x="3461375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2" name="Google Shape;53362;p51"/>
            <p:cNvSpPr/>
            <p:nvPr/>
          </p:nvSpPr>
          <p:spPr>
            <a:xfrm>
              <a:off x="3460375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3" name="Google Shape;53363;p51"/>
            <p:cNvSpPr/>
            <p:nvPr/>
          </p:nvSpPr>
          <p:spPr>
            <a:xfrm>
              <a:off x="3490200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4" name="Google Shape;53364;p51"/>
            <p:cNvSpPr/>
            <p:nvPr/>
          </p:nvSpPr>
          <p:spPr>
            <a:xfrm>
              <a:off x="3489025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5" name="Google Shape;53365;p51"/>
            <p:cNvSpPr/>
            <p:nvPr/>
          </p:nvSpPr>
          <p:spPr>
            <a:xfrm>
              <a:off x="351532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6" name="Google Shape;53366;p51"/>
            <p:cNvSpPr/>
            <p:nvPr/>
          </p:nvSpPr>
          <p:spPr>
            <a:xfrm>
              <a:off x="3514300" y="2942775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7" name="Google Shape;53367;p51"/>
            <p:cNvSpPr/>
            <p:nvPr/>
          </p:nvSpPr>
          <p:spPr>
            <a:xfrm>
              <a:off x="35441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8" name="Google Shape;53368;p51"/>
            <p:cNvSpPr/>
            <p:nvPr/>
          </p:nvSpPr>
          <p:spPr>
            <a:xfrm>
              <a:off x="3542975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9" name="Google Shape;53369;p51"/>
            <p:cNvSpPr/>
            <p:nvPr/>
          </p:nvSpPr>
          <p:spPr>
            <a:xfrm>
              <a:off x="3747100" y="2837750"/>
              <a:ext cx="334325" cy="334300"/>
            </a:xfrm>
            <a:custGeom>
              <a:avLst/>
              <a:gdLst/>
              <a:ahLst/>
              <a:cxnLst/>
              <a:rect l="l" t="t" r="r" b="b"/>
              <a:pathLst>
                <a:path w="13373" h="13372" extrusionOk="0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0" name="Google Shape;53370;p51"/>
            <p:cNvSpPr/>
            <p:nvPr/>
          </p:nvSpPr>
          <p:spPr>
            <a:xfrm>
              <a:off x="374610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1" name="Google Shape;53371;p51"/>
            <p:cNvSpPr/>
            <p:nvPr/>
          </p:nvSpPr>
          <p:spPr>
            <a:xfrm>
              <a:off x="3770550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2" name="Google Shape;53372;p51"/>
            <p:cNvSpPr/>
            <p:nvPr/>
          </p:nvSpPr>
          <p:spPr>
            <a:xfrm>
              <a:off x="3769525" y="2863700"/>
              <a:ext cx="285925" cy="286100"/>
            </a:xfrm>
            <a:custGeom>
              <a:avLst/>
              <a:gdLst/>
              <a:ahLst/>
              <a:cxnLst/>
              <a:rect l="l" t="t" r="r" b="b"/>
              <a:pathLst>
                <a:path w="11437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3" name="Google Shape;53373;p51"/>
            <p:cNvSpPr/>
            <p:nvPr/>
          </p:nvSpPr>
          <p:spPr>
            <a:xfrm>
              <a:off x="379565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4" name="Google Shape;53374;p51"/>
            <p:cNvSpPr/>
            <p:nvPr/>
          </p:nvSpPr>
          <p:spPr>
            <a:xfrm>
              <a:off x="379465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5" name="Google Shape;53375;p51"/>
            <p:cNvSpPr/>
            <p:nvPr/>
          </p:nvSpPr>
          <p:spPr>
            <a:xfrm>
              <a:off x="3824475" y="2918675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6" name="Google Shape;53376;p51"/>
            <p:cNvSpPr/>
            <p:nvPr/>
          </p:nvSpPr>
          <p:spPr>
            <a:xfrm>
              <a:off x="3823300" y="29176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7" name="Google Shape;53377;p51"/>
            <p:cNvSpPr/>
            <p:nvPr/>
          </p:nvSpPr>
          <p:spPr>
            <a:xfrm>
              <a:off x="384960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8" name="Google Shape;53378;p51"/>
            <p:cNvSpPr/>
            <p:nvPr/>
          </p:nvSpPr>
          <p:spPr>
            <a:xfrm>
              <a:off x="3848600" y="294277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9" name="Google Shape;53379;p51"/>
            <p:cNvSpPr/>
            <p:nvPr/>
          </p:nvSpPr>
          <p:spPr>
            <a:xfrm>
              <a:off x="387825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0" name="Google Shape;53380;p51"/>
            <p:cNvSpPr/>
            <p:nvPr/>
          </p:nvSpPr>
          <p:spPr>
            <a:xfrm>
              <a:off x="3877250" y="297160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1" name="Google Shape;53381;p51"/>
            <p:cNvSpPr/>
            <p:nvPr/>
          </p:nvSpPr>
          <p:spPr>
            <a:xfrm>
              <a:off x="408140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2" name="Google Shape;53382;p51"/>
            <p:cNvSpPr/>
            <p:nvPr/>
          </p:nvSpPr>
          <p:spPr>
            <a:xfrm>
              <a:off x="4080375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3" name="Google Shape;53383;p51"/>
            <p:cNvSpPr/>
            <p:nvPr/>
          </p:nvSpPr>
          <p:spPr>
            <a:xfrm>
              <a:off x="4104825" y="286472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4" name="Google Shape;53384;p51"/>
            <p:cNvSpPr/>
            <p:nvPr/>
          </p:nvSpPr>
          <p:spPr>
            <a:xfrm>
              <a:off x="4103650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5" name="Google Shape;53385;p51"/>
            <p:cNvSpPr/>
            <p:nvPr/>
          </p:nvSpPr>
          <p:spPr>
            <a:xfrm>
              <a:off x="4129950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6" name="Google Shape;53386;p51"/>
            <p:cNvSpPr/>
            <p:nvPr/>
          </p:nvSpPr>
          <p:spPr>
            <a:xfrm>
              <a:off x="4128925" y="28888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7" name="Google Shape;53387;p51"/>
            <p:cNvSpPr/>
            <p:nvPr/>
          </p:nvSpPr>
          <p:spPr>
            <a:xfrm>
              <a:off x="415860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8" name="Google Shape;53388;p51"/>
            <p:cNvSpPr/>
            <p:nvPr/>
          </p:nvSpPr>
          <p:spPr>
            <a:xfrm>
              <a:off x="4157575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9" name="Google Shape;53389;p51"/>
            <p:cNvSpPr/>
            <p:nvPr/>
          </p:nvSpPr>
          <p:spPr>
            <a:xfrm>
              <a:off x="4183875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0" name="Google Shape;53390;p51"/>
            <p:cNvSpPr/>
            <p:nvPr/>
          </p:nvSpPr>
          <p:spPr>
            <a:xfrm>
              <a:off x="418270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1" name="Google Shape;53391;p51"/>
            <p:cNvSpPr/>
            <p:nvPr/>
          </p:nvSpPr>
          <p:spPr>
            <a:xfrm>
              <a:off x="4212550" y="29726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2" name="Google Shape;53392;p51"/>
            <p:cNvSpPr/>
            <p:nvPr/>
          </p:nvSpPr>
          <p:spPr>
            <a:xfrm>
              <a:off x="4211525" y="297160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3" name="Google Shape;53393;p51"/>
            <p:cNvSpPr/>
            <p:nvPr/>
          </p:nvSpPr>
          <p:spPr>
            <a:xfrm>
              <a:off x="4415675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4" name="Google Shape;53394;p51"/>
            <p:cNvSpPr/>
            <p:nvPr/>
          </p:nvSpPr>
          <p:spPr>
            <a:xfrm>
              <a:off x="4414650" y="283675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5" name="Google Shape;53395;p51"/>
            <p:cNvSpPr/>
            <p:nvPr/>
          </p:nvSpPr>
          <p:spPr>
            <a:xfrm>
              <a:off x="4438925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6" name="Google Shape;53396;p51"/>
            <p:cNvSpPr/>
            <p:nvPr/>
          </p:nvSpPr>
          <p:spPr>
            <a:xfrm>
              <a:off x="4437925" y="286370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extrusionOk="0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7" name="Google Shape;53397;p51"/>
            <p:cNvSpPr/>
            <p:nvPr/>
          </p:nvSpPr>
          <p:spPr>
            <a:xfrm>
              <a:off x="4464225" y="2889850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8" name="Google Shape;53398;p51"/>
            <p:cNvSpPr/>
            <p:nvPr/>
          </p:nvSpPr>
          <p:spPr>
            <a:xfrm>
              <a:off x="4463025" y="28888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9" name="Google Shape;53399;p51"/>
            <p:cNvSpPr/>
            <p:nvPr/>
          </p:nvSpPr>
          <p:spPr>
            <a:xfrm>
              <a:off x="4492875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0" name="Google Shape;53400;p51"/>
            <p:cNvSpPr/>
            <p:nvPr/>
          </p:nvSpPr>
          <p:spPr>
            <a:xfrm>
              <a:off x="4491850" y="29176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1" name="Google Shape;53401;p51"/>
            <p:cNvSpPr/>
            <p:nvPr/>
          </p:nvSpPr>
          <p:spPr>
            <a:xfrm>
              <a:off x="4518150" y="2943775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2" name="Google Shape;53402;p51"/>
            <p:cNvSpPr/>
            <p:nvPr/>
          </p:nvSpPr>
          <p:spPr>
            <a:xfrm>
              <a:off x="451697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3" name="Google Shape;53403;p51"/>
            <p:cNvSpPr/>
            <p:nvPr/>
          </p:nvSpPr>
          <p:spPr>
            <a:xfrm>
              <a:off x="454682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4" name="Google Shape;53404;p51"/>
            <p:cNvSpPr/>
            <p:nvPr/>
          </p:nvSpPr>
          <p:spPr>
            <a:xfrm>
              <a:off x="454580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5" name="Google Shape;53405;p51"/>
            <p:cNvSpPr/>
            <p:nvPr/>
          </p:nvSpPr>
          <p:spPr>
            <a:xfrm>
              <a:off x="4749950" y="2837750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6" name="Google Shape;53406;p51"/>
            <p:cNvSpPr/>
            <p:nvPr/>
          </p:nvSpPr>
          <p:spPr>
            <a:xfrm>
              <a:off x="4748775" y="2836750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7" name="Google Shape;53407;p51"/>
            <p:cNvSpPr/>
            <p:nvPr/>
          </p:nvSpPr>
          <p:spPr>
            <a:xfrm>
              <a:off x="4773200" y="286472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8" name="Google Shape;53408;p51"/>
            <p:cNvSpPr/>
            <p:nvPr/>
          </p:nvSpPr>
          <p:spPr>
            <a:xfrm>
              <a:off x="4772200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9" name="Google Shape;53409;p51"/>
            <p:cNvSpPr/>
            <p:nvPr/>
          </p:nvSpPr>
          <p:spPr>
            <a:xfrm>
              <a:off x="4798500" y="2889850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0" name="Google Shape;53410;p51"/>
            <p:cNvSpPr/>
            <p:nvPr/>
          </p:nvSpPr>
          <p:spPr>
            <a:xfrm>
              <a:off x="4797325" y="28888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1" name="Google Shape;53411;p51"/>
            <p:cNvSpPr/>
            <p:nvPr/>
          </p:nvSpPr>
          <p:spPr>
            <a:xfrm>
              <a:off x="4827150" y="291867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2" name="Google Shape;53412;p51"/>
            <p:cNvSpPr/>
            <p:nvPr/>
          </p:nvSpPr>
          <p:spPr>
            <a:xfrm>
              <a:off x="4826150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3" name="Google Shape;53413;p51"/>
            <p:cNvSpPr/>
            <p:nvPr/>
          </p:nvSpPr>
          <p:spPr>
            <a:xfrm>
              <a:off x="4852275" y="2943775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4" name="Google Shape;53414;p51"/>
            <p:cNvSpPr/>
            <p:nvPr/>
          </p:nvSpPr>
          <p:spPr>
            <a:xfrm>
              <a:off x="4851250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5" name="Google Shape;53415;p51"/>
            <p:cNvSpPr/>
            <p:nvPr/>
          </p:nvSpPr>
          <p:spPr>
            <a:xfrm>
              <a:off x="4881100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6" name="Google Shape;53416;p51"/>
            <p:cNvSpPr/>
            <p:nvPr/>
          </p:nvSpPr>
          <p:spPr>
            <a:xfrm>
              <a:off x="4880075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7" name="Google Shape;53417;p51"/>
            <p:cNvSpPr/>
            <p:nvPr/>
          </p:nvSpPr>
          <p:spPr>
            <a:xfrm>
              <a:off x="5084225" y="2837750"/>
              <a:ext cx="334125" cy="334300"/>
            </a:xfrm>
            <a:custGeom>
              <a:avLst/>
              <a:gdLst/>
              <a:ahLst/>
              <a:cxnLst/>
              <a:rect l="l" t="t" r="r" b="b"/>
              <a:pathLst>
                <a:path w="13365" h="13372" extrusionOk="0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8" name="Google Shape;53418;p51"/>
            <p:cNvSpPr/>
            <p:nvPr/>
          </p:nvSpPr>
          <p:spPr>
            <a:xfrm>
              <a:off x="5083050" y="283675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9" name="Google Shape;53419;p51"/>
            <p:cNvSpPr/>
            <p:nvPr/>
          </p:nvSpPr>
          <p:spPr>
            <a:xfrm>
              <a:off x="5107475" y="2864725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0" name="Google Shape;53420;p51"/>
            <p:cNvSpPr/>
            <p:nvPr/>
          </p:nvSpPr>
          <p:spPr>
            <a:xfrm>
              <a:off x="5106475" y="2863700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1" name="Google Shape;53421;p51"/>
            <p:cNvSpPr/>
            <p:nvPr/>
          </p:nvSpPr>
          <p:spPr>
            <a:xfrm>
              <a:off x="5132600" y="2889850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2" name="Google Shape;53422;p51"/>
            <p:cNvSpPr/>
            <p:nvPr/>
          </p:nvSpPr>
          <p:spPr>
            <a:xfrm>
              <a:off x="5131600" y="28888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3" name="Google Shape;53423;p51"/>
            <p:cNvSpPr/>
            <p:nvPr/>
          </p:nvSpPr>
          <p:spPr>
            <a:xfrm>
              <a:off x="5161425" y="291867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4" name="Google Shape;53424;p51"/>
            <p:cNvSpPr/>
            <p:nvPr/>
          </p:nvSpPr>
          <p:spPr>
            <a:xfrm>
              <a:off x="5160425" y="29176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5" name="Google Shape;53425;p51"/>
            <p:cNvSpPr/>
            <p:nvPr/>
          </p:nvSpPr>
          <p:spPr>
            <a:xfrm>
              <a:off x="5186550" y="2943775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6" name="Google Shape;53426;p51"/>
            <p:cNvSpPr/>
            <p:nvPr/>
          </p:nvSpPr>
          <p:spPr>
            <a:xfrm>
              <a:off x="5185525" y="294277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7" name="Google Shape;53427;p51"/>
            <p:cNvSpPr/>
            <p:nvPr/>
          </p:nvSpPr>
          <p:spPr>
            <a:xfrm>
              <a:off x="5215375" y="29726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8" name="Google Shape;53428;p51"/>
            <p:cNvSpPr/>
            <p:nvPr/>
          </p:nvSpPr>
          <p:spPr>
            <a:xfrm>
              <a:off x="5214350" y="297160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9" name="Google Shape;53429;p51"/>
            <p:cNvSpPr/>
            <p:nvPr/>
          </p:nvSpPr>
          <p:spPr>
            <a:xfrm>
              <a:off x="358157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0" name="Google Shape;53430;p51"/>
            <p:cNvSpPr/>
            <p:nvPr/>
          </p:nvSpPr>
          <p:spPr>
            <a:xfrm>
              <a:off x="358055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1" name="Google Shape;53431;p51"/>
            <p:cNvSpPr/>
            <p:nvPr/>
          </p:nvSpPr>
          <p:spPr>
            <a:xfrm>
              <a:off x="3604825" y="2959800"/>
              <a:ext cx="284075" cy="283900"/>
            </a:xfrm>
            <a:custGeom>
              <a:avLst/>
              <a:gdLst/>
              <a:ahLst/>
              <a:cxnLst/>
              <a:rect l="l" t="t" r="r" b="b"/>
              <a:pathLst>
                <a:path w="11363" h="11356" extrusionOk="0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2" name="Google Shape;53432;p51"/>
            <p:cNvSpPr/>
            <p:nvPr/>
          </p:nvSpPr>
          <p:spPr>
            <a:xfrm>
              <a:off x="360382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3" name="Google Shape;53433;p51"/>
            <p:cNvSpPr/>
            <p:nvPr/>
          </p:nvSpPr>
          <p:spPr>
            <a:xfrm>
              <a:off x="363012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4" name="Google Shape;53434;p51"/>
            <p:cNvSpPr/>
            <p:nvPr/>
          </p:nvSpPr>
          <p:spPr>
            <a:xfrm>
              <a:off x="3628950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5" name="Google Shape;53435;p51"/>
            <p:cNvSpPr/>
            <p:nvPr/>
          </p:nvSpPr>
          <p:spPr>
            <a:xfrm>
              <a:off x="365877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6" name="Google Shape;53436;p51"/>
            <p:cNvSpPr/>
            <p:nvPr/>
          </p:nvSpPr>
          <p:spPr>
            <a:xfrm>
              <a:off x="365777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7" name="Google Shape;53437;p51"/>
            <p:cNvSpPr/>
            <p:nvPr/>
          </p:nvSpPr>
          <p:spPr>
            <a:xfrm>
              <a:off x="3683900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8" name="Google Shape;53438;p51"/>
            <p:cNvSpPr/>
            <p:nvPr/>
          </p:nvSpPr>
          <p:spPr>
            <a:xfrm>
              <a:off x="368287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9" name="Google Shape;53439;p51"/>
            <p:cNvSpPr/>
            <p:nvPr/>
          </p:nvSpPr>
          <p:spPr>
            <a:xfrm>
              <a:off x="371272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0" name="Google Shape;53440;p51"/>
            <p:cNvSpPr/>
            <p:nvPr/>
          </p:nvSpPr>
          <p:spPr>
            <a:xfrm>
              <a:off x="3711700" y="30666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1" name="Google Shape;53441;p51"/>
            <p:cNvSpPr/>
            <p:nvPr/>
          </p:nvSpPr>
          <p:spPr>
            <a:xfrm>
              <a:off x="39158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2" name="Google Shape;53442;p51"/>
            <p:cNvSpPr/>
            <p:nvPr/>
          </p:nvSpPr>
          <p:spPr>
            <a:xfrm>
              <a:off x="3914675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3" name="Google Shape;53443;p51"/>
            <p:cNvSpPr/>
            <p:nvPr/>
          </p:nvSpPr>
          <p:spPr>
            <a:xfrm>
              <a:off x="3939125" y="2959800"/>
              <a:ext cx="284050" cy="283900"/>
            </a:xfrm>
            <a:custGeom>
              <a:avLst/>
              <a:gdLst/>
              <a:ahLst/>
              <a:cxnLst/>
              <a:rect l="l" t="t" r="r" b="b"/>
              <a:pathLst>
                <a:path w="11362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4" name="Google Shape;53444;p51"/>
            <p:cNvSpPr/>
            <p:nvPr/>
          </p:nvSpPr>
          <p:spPr>
            <a:xfrm>
              <a:off x="393810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5" name="Google Shape;53445;p51"/>
            <p:cNvSpPr/>
            <p:nvPr/>
          </p:nvSpPr>
          <p:spPr>
            <a:xfrm>
              <a:off x="3964400" y="2984925"/>
              <a:ext cx="233500" cy="233650"/>
            </a:xfrm>
            <a:custGeom>
              <a:avLst/>
              <a:gdLst/>
              <a:ahLst/>
              <a:cxnLst/>
              <a:rect l="l" t="t" r="r" b="b"/>
              <a:pathLst>
                <a:path w="9340" h="9346" extrusionOk="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6" name="Google Shape;53446;p51"/>
            <p:cNvSpPr/>
            <p:nvPr/>
          </p:nvSpPr>
          <p:spPr>
            <a:xfrm>
              <a:off x="3963225" y="2983900"/>
              <a:ext cx="235850" cy="235700"/>
            </a:xfrm>
            <a:custGeom>
              <a:avLst/>
              <a:gdLst/>
              <a:ahLst/>
              <a:cxnLst/>
              <a:rect l="l" t="t" r="r" b="b"/>
              <a:pathLst>
                <a:path w="9434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7" name="Google Shape;53447;p51"/>
            <p:cNvSpPr/>
            <p:nvPr/>
          </p:nvSpPr>
          <p:spPr>
            <a:xfrm>
              <a:off x="3993050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8" name="Google Shape;53448;p51"/>
            <p:cNvSpPr/>
            <p:nvPr/>
          </p:nvSpPr>
          <p:spPr>
            <a:xfrm>
              <a:off x="399205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9" name="Google Shape;53449;p51"/>
            <p:cNvSpPr/>
            <p:nvPr/>
          </p:nvSpPr>
          <p:spPr>
            <a:xfrm>
              <a:off x="4018175" y="3038850"/>
              <a:ext cx="125950" cy="125800"/>
            </a:xfrm>
            <a:custGeom>
              <a:avLst/>
              <a:gdLst/>
              <a:ahLst/>
              <a:cxnLst/>
              <a:rect l="l" t="t" r="r" b="b"/>
              <a:pathLst>
                <a:path w="5038" h="5032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0" name="Google Shape;53450;p51"/>
            <p:cNvSpPr/>
            <p:nvPr/>
          </p:nvSpPr>
          <p:spPr>
            <a:xfrm>
              <a:off x="4017175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1" name="Google Shape;53451;p51"/>
            <p:cNvSpPr/>
            <p:nvPr/>
          </p:nvSpPr>
          <p:spPr>
            <a:xfrm>
              <a:off x="404700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2" name="Google Shape;53452;p51"/>
            <p:cNvSpPr/>
            <p:nvPr/>
          </p:nvSpPr>
          <p:spPr>
            <a:xfrm>
              <a:off x="4046000" y="3066675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3" name="Google Shape;53453;p51"/>
            <p:cNvSpPr/>
            <p:nvPr/>
          </p:nvSpPr>
          <p:spPr>
            <a:xfrm>
              <a:off x="4250125" y="2932825"/>
              <a:ext cx="334150" cy="334300"/>
            </a:xfrm>
            <a:custGeom>
              <a:avLst/>
              <a:gdLst/>
              <a:ahLst/>
              <a:cxnLst/>
              <a:rect l="l" t="t" r="r" b="b"/>
              <a:pathLst>
                <a:path w="13366" h="13372" extrusionOk="0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4" name="Google Shape;53454;p51"/>
            <p:cNvSpPr/>
            <p:nvPr/>
          </p:nvSpPr>
          <p:spPr>
            <a:xfrm>
              <a:off x="4248950" y="29318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5" name="Google Shape;53455;p51"/>
            <p:cNvSpPr/>
            <p:nvPr/>
          </p:nvSpPr>
          <p:spPr>
            <a:xfrm>
              <a:off x="427340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6" name="Google Shape;53456;p51"/>
            <p:cNvSpPr/>
            <p:nvPr/>
          </p:nvSpPr>
          <p:spPr>
            <a:xfrm>
              <a:off x="4272375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7" name="Google Shape;53457;p51"/>
            <p:cNvSpPr/>
            <p:nvPr/>
          </p:nvSpPr>
          <p:spPr>
            <a:xfrm>
              <a:off x="4298500" y="2984925"/>
              <a:ext cx="233675" cy="233650"/>
            </a:xfrm>
            <a:custGeom>
              <a:avLst/>
              <a:gdLst/>
              <a:ahLst/>
              <a:cxnLst/>
              <a:rect l="l" t="t" r="r" b="b"/>
              <a:pathLst>
                <a:path w="9347" h="9346" extrusionOk="0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8" name="Google Shape;53458;p51"/>
            <p:cNvSpPr/>
            <p:nvPr/>
          </p:nvSpPr>
          <p:spPr>
            <a:xfrm>
              <a:off x="4297500" y="2983900"/>
              <a:ext cx="235675" cy="235700"/>
            </a:xfrm>
            <a:custGeom>
              <a:avLst/>
              <a:gdLst/>
              <a:ahLst/>
              <a:cxnLst/>
              <a:rect l="l" t="t" r="r" b="b"/>
              <a:pathLst>
                <a:path w="9427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9" name="Google Shape;53459;p51"/>
            <p:cNvSpPr/>
            <p:nvPr/>
          </p:nvSpPr>
          <p:spPr>
            <a:xfrm>
              <a:off x="4327325" y="30137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0" name="Google Shape;53460;p51"/>
            <p:cNvSpPr/>
            <p:nvPr/>
          </p:nvSpPr>
          <p:spPr>
            <a:xfrm>
              <a:off x="4326325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1" name="Google Shape;53461;p51"/>
            <p:cNvSpPr/>
            <p:nvPr/>
          </p:nvSpPr>
          <p:spPr>
            <a:xfrm>
              <a:off x="435245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2" name="Google Shape;53462;p51"/>
            <p:cNvSpPr/>
            <p:nvPr/>
          </p:nvSpPr>
          <p:spPr>
            <a:xfrm>
              <a:off x="4351450" y="3037850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3" name="Google Shape;53463;p51"/>
            <p:cNvSpPr/>
            <p:nvPr/>
          </p:nvSpPr>
          <p:spPr>
            <a:xfrm>
              <a:off x="4381275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4" name="Google Shape;53464;p51"/>
            <p:cNvSpPr/>
            <p:nvPr/>
          </p:nvSpPr>
          <p:spPr>
            <a:xfrm>
              <a:off x="4380100" y="30666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5" name="Google Shape;53465;p51"/>
            <p:cNvSpPr/>
            <p:nvPr/>
          </p:nvSpPr>
          <p:spPr>
            <a:xfrm>
              <a:off x="4584250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6" name="Google Shape;53466;p51"/>
            <p:cNvSpPr/>
            <p:nvPr/>
          </p:nvSpPr>
          <p:spPr>
            <a:xfrm>
              <a:off x="4583225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7" name="Google Shape;53467;p51"/>
            <p:cNvSpPr/>
            <p:nvPr/>
          </p:nvSpPr>
          <p:spPr>
            <a:xfrm>
              <a:off x="4607675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8" name="Google Shape;53468;p51"/>
            <p:cNvSpPr/>
            <p:nvPr/>
          </p:nvSpPr>
          <p:spPr>
            <a:xfrm>
              <a:off x="4606650" y="2958775"/>
              <a:ext cx="286100" cy="286100"/>
            </a:xfrm>
            <a:custGeom>
              <a:avLst/>
              <a:gdLst/>
              <a:ahLst/>
              <a:cxnLst/>
              <a:rect l="l" t="t" r="r" b="b"/>
              <a:pathLst>
                <a:path w="11444" h="11444" extrusionOk="0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9" name="Google Shape;53469;p51"/>
            <p:cNvSpPr/>
            <p:nvPr/>
          </p:nvSpPr>
          <p:spPr>
            <a:xfrm>
              <a:off x="4632800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0" name="Google Shape;53470;p51"/>
            <p:cNvSpPr/>
            <p:nvPr/>
          </p:nvSpPr>
          <p:spPr>
            <a:xfrm>
              <a:off x="4631775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1" name="Google Shape;53471;p51"/>
            <p:cNvSpPr/>
            <p:nvPr/>
          </p:nvSpPr>
          <p:spPr>
            <a:xfrm>
              <a:off x="4661625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2" name="Google Shape;53472;p51"/>
            <p:cNvSpPr/>
            <p:nvPr/>
          </p:nvSpPr>
          <p:spPr>
            <a:xfrm>
              <a:off x="46606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3" name="Google Shape;53473;p51"/>
            <p:cNvSpPr/>
            <p:nvPr/>
          </p:nvSpPr>
          <p:spPr>
            <a:xfrm>
              <a:off x="4686725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4" name="Google Shape;53474;p51"/>
            <p:cNvSpPr/>
            <p:nvPr/>
          </p:nvSpPr>
          <p:spPr>
            <a:xfrm>
              <a:off x="4685725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5" name="Google Shape;53475;p51"/>
            <p:cNvSpPr/>
            <p:nvPr/>
          </p:nvSpPr>
          <p:spPr>
            <a:xfrm>
              <a:off x="47155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6" name="Google Shape;53476;p51"/>
            <p:cNvSpPr/>
            <p:nvPr/>
          </p:nvSpPr>
          <p:spPr>
            <a:xfrm>
              <a:off x="471437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7" name="Google Shape;53477;p51"/>
            <p:cNvSpPr/>
            <p:nvPr/>
          </p:nvSpPr>
          <p:spPr>
            <a:xfrm>
              <a:off x="4918525" y="2932825"/>
              <a:ext cx="334300" cy="334300"/>
            </a:xfrm>
            <a:custGeom>
              <a:avLst/>
              <a:gdLst/>
              <a:ahLst/>
              <a:cxnLst/>
              <a:rect l="l" t="t" r="r" b="b"/>
              <a:pathLst>
                <a:path w="13372" h="13372" extrusionOk="0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8" name="Google Shape;53478;p51"/>
            <p:cNvSpPr/>
            <p:nvPr/>
          </p:nvSpPr>
          <p:spPr>
            <a:xfrm>
              <a:off x="4917500" y="29318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9" name="Google Shape;53479;p51"/>
            <p:cNvSpPr/>
            <p:nvPr/>
          </p:nvSpPr>
          <p:spPr>
            <a:xfrm>
              <a:off x="4941950" y="2959800"/>
              <a:ext cx="283900" cy="283900"/>
            </a:xfrm>
            <a:custGeom>
              <a:avLst/>
              <a:gdLst/>
              <a:ahLst/>
              <a:cxnLst/>
              <a:rect l="l" t="t" r="r" b="b"/>
              <a:pathLst>
                <a:path w="11356" h="11356" extrusionOk="0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0" name="Google Shape;53480;p51"/>
            <p:cNvSpPr/>
            <p:nvPr/>
          </p:nvSpPr>
          <p:spPr>
            <a:xfrm>
              <a:off x="4940950" y="2958775"/>
              <a:ext cx="285900" cy="286100"/>
            </a:xfrm>
            <a:custGeom>
              <a:avLst/>
              <a:gdLst/>
              <a:ahLst/>
              <a:cxnLst/>
              <a:rect l="l" t="t" r="r" b="b"/>
              <a:pathLst>
                <a:path w="11436" h="11444" extrusionOk="0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1" name="Google Shape;53481;p51"/>
            <p:cNvSpPr/>
            <p:nvPr/>
          </p:nvSpPr>
          <p:spPr>
            <a:xfrm>
              <a:off x="4967075" y="2984925"/>
              <a:ext cx="233650" cy="233650"/>
            </a:xfrm>
            <a:custGeom>
              <a:avLst/>
              <a:gdLst/>
              <a:ahLst/>
              <a:cxnLst/>
              <a:rect l="l" t="t" r="r" b="b"/>
              <a:pathLst>
                <a:path w="9346" h="9346" extrusionOk="0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2" name="Google Shape;53482;p51"/>
            <p:cNvSpPr/>
            <p:nvPr/>
          </p:nvSpPr>
          <p:spPr>
            <a:xfrm>
              <a:off x="4966050" y="2983900"/>
              <a:ext cx="235700" cy="235700"/>
            </a:xfrm>
            <a:custGeom>
              <a:avLst/>
              <a:gdLst/>
              <a:ahLst/>
              <a:cxnLst/>
              <a:rect l="l" t="t" r="r" b="b"/>
              <a:pathLst>
                <a:path w="9428" h="9428" extrusionOk="0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3" name="Google Shape;53483;p51"/>
            <p:cNvSpPr/>
            <p:nvPr/>
          </p:nvSpPr>
          <p:spPr>
            <a:xfrm>
              <a:off x="4995900" y="3013750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4" name="Google Shape;53484;p51"/>
            <p:cNvSpPr/>
            <p:nvPr/>
          </p:nvSpPr>
          <p:spPr>
            <a:xfrm>
              <a:off x="4994725" y="30127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5" name="Google Shape;53485;p51"/>
            <p:cNvSpPr/>
            <p:nvPr/>
          </p:nvSpPr>
          <p:spPr>
            <a:xfrm>
              <a:off x="5021000" y="3038850"/>
              <a:ext cx="125800" cy="125800"/>
            </a:xfrm>
            <a:custGeom>
              <a:avLst/>
              <a:gdLst/>
              <a:ahLst/>
              <a:cxnLst/>
              <a:rect l="l" t="t" r="r" b="b"/>
              <a:pathLst>
                <a:path w="5032" h="5032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6" name="Google Shape;53486;p51"/>
            <p:cNvSpPr/>
            <p:nvPr/>
          </p:nvSpPr>
          <p:spPr>
            <a:xfrm>
              <a:off x="5020000" y="30378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7" name="Google Shape;53487;p51"/>
            <p:cNvSpPr/>
            <p:nvPr/>
          </p:nvSpPr>
          <p:spPr>
            <a:xfrm>
              <a:off x="5049675" y="30676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8" name="Google Shape;53488;p51"/>
            <p:cNvSpPr/>
            <p:nvPr/>
          </p:nvSpPr>
          <p:spPr>
            <a:xfrm>
              <a:off x="5048650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9" name="Google Shape;53489;p51"/>
            <p:cNvSpPr/>
            <p:nvPr/>
          </p:nvSpPr>
          <p:spPr>
            <a:xfrm>
              <a:off x="5252800" y="2932825"/>
              <a:ext cx="274300" cy="334300"/>
            </a:xfrm>
            <a:custGeom>
              <a:avLst/>
              <a:gdLst/>
              <a:ahLst/>
              <a:cxnLst/>
              <a:rect l="l" t="t" r="r" b="b"/>
              <a:pathLst>
                <a:path w="10972" h="13372" extrusionOk="0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0" name="Google Shape;53490;p51"/>
            <p:cNvSpPr/>
            <p:nvPr/>
          </p:nvSpPr>
          <p:spPr>
            <a:xfrm>
              <a:off x="5251775" y="2931825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1" name="Google Shape;53491;p51"/>
            <p:cNvSpPr/>
            <p:nvPr/>
          </p:nvSpPr>
          <p:spPr>
            <a:xfrm>
              <a:off x="5276225" y="2959800"/>
              <a:ext cx="250875" cy="283900"/>
            </a:xfrm>
            <a:custGeom>
              <a:avLst/>
              <a:gdLst/>
              <a:ahLst/>
              <a:cxnLst/>
              <a:rect l="l" t="t" r="r" b="b"/>
              <a:pathLst>
                <a:path w="10035" h="11356" extrusionOk="0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2" name="Google Shape;53492;p51"/>
            <p:cNvSpPr/>
            <p:nvPr/>
          </p:nvSpPr>
          <p:spPr>
            <a:xfrm>
              <a:off x="5275050" y="2958775"/>
              <a:ext cx="252050" cy="286100"/>
            </a:xfrm>
            <a:custGeom>
              <a:avLst/>
              <a:gdLst/>
              <a:ahLst/>
              <a:cxnLst/>
              <a:rect l="l" t="t" r="r" b="b"/>
              <a:pathLst>
                <a:path w="10082" h="11444" extrusionOk="0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3" name="Google Shape;53493;p51"/>
            <p:cNvSpPr/>
            <p:nvPr/>
          </p:nvSpPr>
          <p:spPr>
            <a:xfrm>
              <a:off x="5301350" y="2984925"/>
              <a:ext cx="225750" cy="233650"/>
            </a:xfrm>
            <a:custGeom>
              <a:avLst/>
              <a:gdLst/>
              <a:ahLst/>
              <a:cxnLst/>
              <a:rect l="l" t="t" r="r" b="b"/>
              <a:pathLst>
                <a:path w="9030" h="9346" extrusionOk="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4" name="Google Shape;53494;p51"/>
            <p:cNvSpPr/>
            <p:nvPr/>
          </p:nvSpPr>
          <p:spPr>
            <a:xfrm>
              <a:off x="5300325" y="2983900"/>
              <a:ext cx="226775" cy="235700"/>
            </a:xfrm>
            <a:custGeom>
              <a:avLst/>
              <a:gdLst/>
              <a:ahLst/>
              <a:cxnLst/>
              <a:rect l="l" t="t" r="r" b="b"/>
              <a:pathLst>
                <a:path w="9071" h="9428" extrusionOk="0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5" name="Google Shape;53495;p51"/>
            <p:cNvSpPr/>
            <p:nvPr/>
          </p:nvSpPr>
          <p:spPr>
            <a:xfrm>
              <a:off x="5330000" y="30137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6" name="Google Shape;53496;p51"/>
            <p:cNvSpPr/>
            <p:nvPr/>
          </p:nvSpPr>
          <p:spPr>
            <a:xfrm>
              <a:off x="5329000" y="30127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7" name="Google Shape;53497;p51"/>
            <p:cNvSpPr/>
            <p:nvPr/>
          </p:nvSpPr>
          <p:spPr>
            <a:xfrm>
              <a:off x="5355300" y="3038850"/>
              <a:ext cx="125775" cy="125800"/>
            </a:xfrm>
            <a:custGeom>
              <a:avLst/>
              <a:gdLst/>
              <a:ahLst/>
              <a:cxnLst/>
              <a:rect l="l" t="t" r="r" b="b"/>
              <a:pathLst>
                <a:path w="5031" h="5032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8" name="Google Shape;53498;p51"/>
            <p:cNvSpPr/>
            <p:nvPr/>
          </p:nvSpPr>
          <p:spPr>
            <a:xfrm>
              <a:off x="5354100" y="30378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9" name="Google Shape;53499;p51"/>
            <p:cNvSpPr/>
            <p:nvPr/>
          </p:nvSpPr>
          <p:spPr>
            <a:xfrm>
              <a:off x="5383950" y="30676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0" name="Google Shape;53500;p51"/>
            <p:cNvSpPr/>
            <p:nvPr/>
          </p:nvSpPr>
          <p:spPr>
            <a:xfrm>
              <a:off x="5382925" y="30666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1" name="Google Shape;53501;p51"/>
            <p:cNvSpPr/>
            <p:nvPr/>
          </p:nvSpPr>
          <p:spPr>
            <a:xfrm>
              <a:off x="3450750" y="3030925"/>
              <a:ext cx="296375" cy="334325"/>
            </a:xfrm>
            <a:custGeom>
              <a:avLst/>
              <a:gdLst/>
              <a:ahLst/>
              <a:cxnLst/>
              <a:rect l="l" t="t" r="r" b="b"/>
              <a:pathLst>
                <a:path w="11855" h="13373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2" name="Google Shape;53502;p51"/>
            <p:cNvSpPr/>
            <p:nvPr/>
          </p:nvSpPr>
          <p:spPr>
            <a:xfrm>
              <a:off x="3450750" y="3029925"/>
              <a:ext cx="297400" cy="336325"/>
            </a:xfrm>
            <a:custGeom>
              <a:avLst/>
              <a:gdLst/>
              <a:ahLst/>
              <a:cxnLst/>
              <a:rect l="l" t="t" r="r" b="b"/>
              <a:pathLst>
                <a:path w="11896" h="13453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3" name="Google Shape;53503;p51"/>
            <p:cNvSpPr/>
            <p:nvPr/>
          </p:nvSpPr>
          <p:spPr>
            <a:xfrm>
              <a:off x="3450750" y="3057900"/>
              <a:ext cx="269425" cy="284075"/>
            </a:xfrm>
            <a:custGeom>
              <a:avLst/>
              <a:gdLst/>
              <a:ahLst/>
              <a:cxnLst/>
              <a:rect l="l" t="t" r="r" b="b"/>
              <a:pathLst>
                <a:path w="10777" h="11363" extrusionOk="0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4" name="Google Shape;53504;p51"/>
            <p:cNvSpPr/>
            <p:nvPr/>
          </p:nvSpPr>
          <p:spPr>
            <a:xfrm>
              <a:off x="3450750" y="3056900"/>
              <a:ext cx="270600" cy="286075"/>
            </a:xfrm>
            <a:custGeom>
              <a:avLst/>
              <a:gdLst/>
              <a:ahLst/>
              <a:cxnLst/>
              <a:rect l="l" t="t" r="r" b="b"/>
              <a:pathLst>
                <a:path w="10824" h="11443" extrusionOk="0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5" name="Google Shape;53505;p51"/>
            <p:cNvSpPr/>
            <p:nvPr/>
          </p:nvSpPr>
          <p:spPr>
            <a:xfrm>
              <a:off x="3461375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6" name="Google Shape;53506;p51"/>
            <p:cNvSpPr/>
            <p:nvPr/>
          </p:nvSpPr>
          <p:spPr>
            <a:xfrm>
              <a:off x="3460375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7" name="Google Shape;53507;p51"/>
            <p:cNvSpPr/>
            <p:nvPr/>
          </p:nvSpPr>
          <p:spPr>
            <a:xfrm>
              <a:off x="3490200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8" name="Google Shape;53508;p51"/>
            <p:cNvSpPr/>
            <p:nvPr/>
          </p:nvSpPr>
          <p:spPr>
            <a:xfrm>
              <a:off x="3489025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9" name="Google Shape;53509;p51"/>
            <p:cNvSpPr/>
            <p:nvPr/>
          </p:nvSpPr>
          <p:spPr>
            <a:xfrm>
              <a:off x="351532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0" name="Google Shape;53510;p51"/>
            <p:cNvSpPr/>
            <p:nvPr/>
          </p:nvSpPr>
          <p:spPr>
            <a:xfrm>
              <a:off x="3514300" y="3135950"/>
              <a:ext cx="127825" cy="127975"/>
            </a:xfrm>
            <a:custGeom>
              <a:avLst/>
              <a:gdLst/>
              <a:ahLst/>
              <a:cxnLst/>
              <a:rect l="l" t="t" r="r" b="b"/>
              <a:pathLst>
                <a:path w="5113" h="5119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1" name="Google Shape;53511;p51"/>
            <p:cNvSpPr/>
            <p:nvPr/>
          </p:nvSpPr>
          <p:spPr>
            <a:xfrm>
              <a:off x="35441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2" name="Google Shape;53512;p51"/>
            <p:cNvSpPr/>
            <p:nvPr/>
          </p:nvSpPr>
          <p:spPr>
            <a:xfrm>
              <a:off x="3542975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3" name="Google Shape;53513;p51"/>
            <p:cNvSpPr/>
            <p:nvPr/>
          </p:nvSpPr>
          <p:spPr>
            <a:xfrm>
              <a:off x="3747100" y="3030925"/>
              <a:ext cx="334325" cy="334325"/>
            </a:xfrm>
            <a:custGeom>
              <a:avLst/>
              <a:gdLst/>
              <a:ahLst/>
              <a:cxnLst/>
              <a:rect l="l" t="t" r="r" b="b"/>
              <a:pathLst>
                <a:path w="13373" h="13373" extrusionOk="0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4" name="Google Shape;53514;p51"/>
            <p:cNvSpPr/>
            <p:nvPr/>
          </p:nvSpPr>
          <p:spPr>
            <a:xfrm>
              <a:off x="374610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5" name="Google Shape;53515;p51"/>
            <p:cNvSpPr/>
            <p:nvPr/>
          </p:nvSpPr>
          <p:spPr>
            <a:xfrm>
              <a:off x="3770550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6" name="Google Shape;53516;p51"/>
            <p:cNvSpPr/>
            <p:nvPr/>
          </p:nvSpPr>
          <p:spPr>
            <a:xfrm>
              <a:off x="3769525" y="3056900"/>
              <a:ext cx="285925" cy="286075"/>
            </a:xfrm>
            <a:custGeom>
              <a:avLst/>
              <a:gdLst/>
              <a:ahLst/>
              <a:cxnLst/>
              <a:rect l="l" t="t" r="r" b="b"/>
              <a:pathLst>
                <a:path w="11437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7" name="Google Shape;53517;p51"/>
            <p:cNvSpPr/>
            <p:nvPr/>
          </p:nvSpPr>
          <p:spPr>
            <a:xfrm>
              <a:off x="379565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8" name="Google Shape;53518;p51"/>
            <p:cNvSpPr/>
            <p:nvPr/>
          </p:nvSpPr>
          <p:spPr>
            <a:xfrm>
              <a:off x="379465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9" name="Google Shape;53519;p51"/>
            <p:cNvSpPr/>
            <p:nvPr/>
          </p:nvSpPr>
          <p:spPr>
            <a:xfrm>
              <a:off x="3824475" y="3111850"/>
              <a:ext cx="176025" cy="176175"/>
            </a:xfrm>
            <a:custGeom>
              <a:avLst/>
              <a:gdLst/>
              <a:ahLst/>
              <a:cxnLst/>
              <a:rect l="l" t="t" r="r" b="b"/>
              <a:pathLst>
                <a:path w="7041" h="7047" extrusionOk="0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0" name="Google Shape;53520;p51"/>
            <p:cNvSpPr/>
            <p:nvPr/>
          </p:nvSpPr>
          <p:spPr>
            <a:xfrm>
              <a:off x="3823300" y="3110850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1" name="Google Shape;53521;p51"/>
            <p:cNvSpPr/>
            <p:nvPr/>
          </p:nvSpPr>
          <p:spPr>
            <a:xfrm>
              <a:off x="384960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2" name="Google Shape;53522;p51"/>
            <p:cNvSpPr/>
            <p:nvPr/>
          </p:nvSpPr>
          <p:spPr>
            <a:xfrm>
              <a:off x="3848600" y="3135950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3" name="Google Shape;53523;p51"/>
            <p:cNvSpPr/>
            <p:nvPr/>
          </p:nvSpPr>
          <p:spPr>
            <a:xfrm>
              <a:off x="387825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4" name="Google Shape;53524;p51"/>
            <p:cNvSpPr/>
            <p:nvPr/>
          </p:nvSpPr>
          <p:spPr>
            <a:xfrm>
              <a:off x="3877250" y="3164775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5" name="Google Shape;53525;p51"/>
            <p:cNvSpPr/>
            <p:nvPr/>
          </p:nvSpPr>
          <p:spPr>
            <a:xfrm>
              <a:off x="408140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6" name="Google Shape;53526;p51"/>
            <p:cNvSpPr/>
            <p:nvPr/>
          </p:nvSpPr>
          <p:spPr>
            <a:xfrm>
              <a:off x="4080375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7" name="Google Shape;53527;p51"/>
            <p:cNvSpPr/>
            <p:nvPr/>
          </p:nvSpPr>
          <p:spPr>
            <a:xfrm>
              <a:off x="4104825" y="3057900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8" name="Google Shape;53528;p51"/>
            <p:cNvSpPr/>
            <p:nvPr/>
          </p:nvSpPr>
          <p:spPr>
            <a:xfrm>
              <a:off x="4103650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9" name="Google Shape;53529;p51"/>
            <p:cNvSpPr/>
            <p:nvPr/>
          </p:nvSpPr>
          <p:spPr>
            <a:xfrm>
              <a:off x="4129950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0" name="Google Shape;53530;p51"/>
            <p:cNvSpPr/>
            <p:nvPr/>
          </p:nvSpPr>
          <p:spPr>
            <a:xfrm>
              <a:off x="4128925" y="3082025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1" name="Google Shape;53531;p51"/>
            <p:cNvSpPr/>
            <p:nvPr/>
          </p:nvSpPr>
          <p:spPr>
            <a:xfrm>
              <a:off x="415860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2" name="Google Shape;53532;p51"/>
            <p:cNvSpPr/>
            <p:nvPr/>
          </p:nvSpPr>
          <p:spPr>
            <a:xfrm>
              <a:off x="4157575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3" name="Google Shape;53533;p51"/>
            <p:cNvSpPr/>
            <p:nvPr/>
          </p:nvSpPr>
          <p:spPr>
            <a:xfrm>
              <a:off x="4183875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4" name="Google Shape;53534;p51"/>
            <p:cNvSpPr/>
            <p:nvPr/>
          </p:nvSpPr>
          <p:spPr>
            <a:xfrm>
              <a:off x="418270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5" name="Google Shape;53535;p51"/>
            <p:cNvSpPr/>
            <p:nvPr/>
          </p:nvSpPr>
          <p:spPr>
            <a:xfrm>
              <a:off x="4212550" y="3165800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6" name="Google Shape;53536;p51"/>
            <p:cNvSpPr/>
            <p:nvPr/>
          </p:nvSpPr>
          <p:spPr>
            <a:xfrm>
              <a:off x="4211525" y="3164775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7" name="Google Shape;53537;p51"/>
            <p:cNvSpPr/>
            <p:nvPr/>
          </p:nvSpPr>
          <p:spPr>
            <a:xfrm>
              <a:off x="4415675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8" name="Google Shape;53538;p51"/>
            <p:cNvSpPr/>
            <p:nvPr/>
          </p:nvSpPr>
          <p:spPr>
            <a:xfrm>
              <a:off x="4414650" y="3029925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9" name="Google Shape;53539;p51"/>
            <p:cNvSpPr/>
            <p:nvPr/>
          </p:nvSpPr>
          <p:spPr>
            <a:xfrm>
              <a:off x="4438925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0" name="Google Shape;53540;p51"/>
            <p:cNvSpPr/>
            <p:nvPr/>
          </p:nvSpPr>
          <p:spPr>
            <a:xfrm>
              <a:off x="4437925" y="3056900"/>
              <a:ext cx="286075" cy="286075"/>
            </a:xfrm>
            <a:custGeom>
              <a:avLst/>
              <a:gdLst/>
              <a:ahLst/>
              <a:cxnLst/>
              <a:rect l="l" t="t" r="r" b="b"/>
              <a:pathLst>
                <a:path w="11443" h="11443" extrusionOk="0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1" name="Google Shape;53541;p51"/>
            <p:cNvSpPr/>
            <p:nvPr/>
          </p:nvSpPr>
          <p:spPr>
            <a:xfrm>
              <a:off x="4464225" y="3083200"/>
              <a:ext cx="233650" cy="233500"/>
            </a:xfrm>
            <a:custGeom>
              <a:avLst/>
              <a:gdLst/>
              <a:ahLst/>
              <a:cxnLst/>
              <a:rect l="l" t="t" r="r" b="b"/>
              <a:pathLst>
                <a:path w="9346" h="9340" extrusionOk="0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2" name="Google Shape;53542;p51"/>
            <p:cNvSpPr/>
            <p:nvPr/>
          </p:nvSpPr>
          <p:spPr>
            <a:xfrm>
              <a:off x="4463025" y="3082025"/>
              <a:ext cx="235875" cy="235850"/>
            </a:xfrm>
            <a:custGeom>
              <a:avLst/>
              <a:gdLst/>
              <a:ahLst/>
              <a:cxnLst/>
              <a:rect l="l" t="t" r="r" b="b"/>
              <a:pathLst>
                <a:path w="9435" h="9434" extrusionOk="0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3" name="Google Shape;53543;p51"/>
            <p:cNvSpPr/>
            <p:nvPr/>
          </p:nvSpPr>
          <p:spPr>
            <a:xfrm>
              <a:off x="4492875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4" name="Google Shape;53544;p51"/>
            <p:cNvSpPr/>
            <p:nvPr/>
          </p:nvSpPr>
          <p:spPr>
            <a:xfrm>
              <a:off x="4491850" y="3110850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5" name="Google Shape;53545;p51"/>
            <p:cNvSpPr/>
            <p:nvPr/>
          </p:nvSpPr>
          <p:spPr>
            <a:xfrm>
              <a:off x="4518150" y="3136975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6" name="Google Shape;53546;p51"/>
            <p:cNvSpPr/>
            <p:nvPr/>
          </p:nvSpPr>
          <p:spPr>
            <a:xfrm>
              <a:off x="451697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7" name="Google Shape;53547;p51"/>
            <p:cNvSpPr/>
            <p:nvPr/>
          </p:nvSpPr>
          <p:spPr>
            <a:xfrm>
              <a:off x="454682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8" name="Google Shape;53548;p51"/>
            <p:cNvSpPr/>
            <p:nvPr/>
          </p:nvSpPr>
          <p:spPr>
            <a:xfrm>
              <a:off x="454580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9" name="Google Shape;53549;p51"/>
            <p:cNvSpPr/>
            <p:nvPr/>
          </p:nvSpPr>
          <p:spPr>
            <a:xfrm>
              <a:off x="4749950" y="3030925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0" name="Google Shape;53550;p51"/>
            <p:cNvSpPr/>
            <p:nvPr/>
          </p:nvSpPr>
          <p:spPr>
            <a:xfrm>
              <a:off x="4748775" y="3029925"/>
              <a:ext cx="336475" cy="336325"/>
            </a:xfrm>
            <a:custGeom>
              <a:avLst/>
              <a:gdLst/>
              <a:ahLst/>
              <a:cxnLst/>
              <a:rect l="l" t="t" r="r" b="b"/>
              <a:pathLst>
                <a:path w="13459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1" name="Google Shape;53551;p51"/>
            <p:cNvSpPr/>
            <p:nvPr/>
          </p:nvSpPr>
          <p:spPr>
            <a:xfrm>
              <a:off x="4773200" y="3057900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2" name="Google Shape;53552;p51"/>
            <p:cNvSpPr/>
            <p:nvPr/>
          </p:nvSpPr>
          <p:spPr>
            <a:xfrm>
              <a:off x="4772200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3" name="Google Shape;53553;p51"/>
            <p:cNvSpPr/>
            <p:nvPr/>
          </p:nvSpPr>
          <p:spPr>
            <a:xfrm>
              <a:off x="4798500" y="3083200"/>
              <a:ext cx="233500" cy="233500"/>
            </a:xfrm>
            <a:custGeom>
              <a:avLst/>
              <a:gdLst/>
              <a:ahLst/>
              <a:cxnLst/>
              <a:rect l="l" t="t" r="r" b="b"/>
              <a:pathLst>
                <a:path w="9340" h="9340" extrusionOk="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4" name="Google Shape;53554;p51"/>
            <p:cNvSpPr/>
            <p:nvPr/>
          </p:nvSpPr>
          <p:spPr>
            <a:xfrm>
              <a:off x="4797325" y="3082025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5" name="Google Shape;53555;p51"/>
            <p:cNvSpPr/>
            <p:nvPr/>
          </p:nvSpPr>
          <p:spPr>
            <a:xfrm>
              <a:off x="4827150" y="3111850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6" name="Google Shape;53556;p51"/>
            <p:cNvSpPr/>
            <p:nvPr/>
          </p:nvSpPr>
          <p:spPr>
            <a:xfrm>
              <a:off x="4826150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7" name="Google Shape;53557;p51"/>
            <p:cNvSpPr/>
            <p:nvPr/>
          </p:nvSpPr>
          <p:spPr>
            <a:xfrm>
              <a:off x="4852275" y="3136975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8" name="Google Shape;53558;p51"/>
            <p:cNvSpPr/>
            <p:nvPr/>
          </p:nvSpPr>
          <p:spPr>
            <a:xfrm>
              <a:off x="4851250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9" name="Google Shape;53559;p51"/>
            <p:cNvSpPr/>
            <p:nvPr/>
          </p:nvSpPr>
          <p:spPr>
            <a:xfrm>
              <a:off x="4881100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0" name="Google Shape;53560;p51"/>
            <p:cNvSpPr/>
            <p:nvPr/>
          </p:nvSpPr>
          <p:spPr>
            <a:xfrm>
              <a:off x="4880075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1" name="Google Shape;53561;p51"/>
            <p:cNvSpPr/>
            <p:nvPr/>
          </p:nvSpPr>
          <p:spPr>
            <a:xfrm>
              <a:off x="5084225" y="3030925"/>
              <a:ext cx="334125" cy="334325"/>
            </a:xfrm>
            <a:custGeom>
              <a:avLst/>
              <a:gdLst/>
              <a:ahLst/>
              <a:cxnLst/>
              <a:rect l="l" t="t" r="r" b="b"/>
              <a:pathLst>
                <a:path w="13365" h="13373" extrusionOk="0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2" name="Google Shape;53562;p51"/>
            <p:cNvSpPr/>
            <p:nvPr/>
          </p:nvSpPr>
          <p:spPr>
            <a:xfrm>
              <a:off x="5083050" y="3029925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3" name="Google Shape;53563;p51"/>
            <p:cNvSpPr/>
            <p:nvPr/>
          </p:nvSpPr>
          <p:spPr>
            <a:xfrm>
              <a:off x="5107475" y="3057900"/>
              <a:ext cx="283925" cy="284075"/>
            </a:xfrm>
            <a:custGeom>
              <a:avLst/>
              <a:gdLst/>
              <a:ahLst/>
              <a:cxnLst/>
              <a:rect l="l" t="t" r="r" b="b"/>
              <a:pathLst>
                <a:path w="11357" h="11363" extrusionOk="0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4" name="Google Shape;53564;p51"/>
            <p:cNvSpPr/>
            <p:nvPr/>
          </p:nvSpPr>
          <p:spPr>
            <a:xfrm>
              <a:off x="5106475" y="3056900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5" name="Google Shape;53565;p51"/>
            <p:cNvSpPr/>
            <p:nvPr/>
          </p:nvSpPr>
          <p:spPr>
            <a:xfrm>
              <a:off x="5132600" y="3083200"/>
              <a:ext cx="233675" cy="233500"/>
            </a:xfrm>
            <a:custGeom>
              <a:avLst/>
              <a:gdLst/>
              <a:ahLst/>
              <a:cxnLst/>
              <a:rect l="l" t="t" r="r" b="b"/>
              <a:pathLst>
                <a:path w="9347" h="9340" extrusionOk="0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6" name="Google Shape;53566;p51"/>
            <p:cNvSpPr/>
            <p:nvPr/>
          </p:nvSpPr>
          <p:spPr>
            <a:xfrm>
              <a:off x="5131600" y="3082025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7" name="Google Shape;53567;p51"/>
            <p:cNvSpPr/>
            <p:nvPr/>
          </p:nvSpPr>
          <p:spPr>
            <a:xfrm>
              <a:off x="5161425" y="3111850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8" name="Google Shape;53568;p51"/>
            <p:cNvSpPr/>
            <p:nvPr/>
          </p:nvSpPr>
          <p:spPr>
            <a:xfrm>
              <a:off x="5160425" y="3110850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9" name="Google Shape;53569;p51"/>
            <p:cNvSpPr/>
            <p:nvPr/>
          </p:nvSpPr>
          <p:spPr>
            <a:xfrm>
              <a:off x="5186550" y="3136975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0" name="Google Shape;53570;p51"/>
            <p:cNvSpPr/>
            <p:nvPr/>
          </p:nvSpPr>
          <p:spPr>
            <a:xfrm>
              <a:off x="5185525" y="3135950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1" name="Google Shape;53571;p51"/>
            <p:cNvSpPr/>
            <p:nvPr/>
          </p:nvSpPr>
          <p:spPr>
            <a:xfrm>
              <a:off x="5215375" y="3165800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2" name="Google Shape;53572;p51"/>
            <p:cNvSpPr/>
            <p:nvPr/>
          </p:nvSpPr>
          <p:spPr>
            <a:xfrm>
              <a:off x="5214350" y="3164775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3" name="Google Shape;53573;p51"/>
            <p:cNvSpPr/>
            <p:nvPr/>
          </p:nvSpPr>
          <p:spPr>
            <a:xfrm>
              <a:off x="358157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4" name="Google Shape;53574;p51"/>
            <p:cNvSpPr/>
            <p:nvPr/>
          </p:nvSpPr>
          <p:spPr>
            <a:xfrm>
              <a:off x="358055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5" name="Google Shape;53575;p51"/>
            <p:cNvSpPr/>
            <p:nvPr/>
          </p:nvSpPr>
          <p:spPr>
            <a:xfrm>
              <a:off x="3604825" y="3152975"/>
              <a:ext cx="284075" cy="284075"/>
            </a:xfrm>
            <a:custGeom>
              <a:avLst/>
              <a:gdLst/>
              <a:ahLst/>
              <a:cxnLst/>
              <a:rect l="l" t="t" r="r" b="b"/>
              <a:pathLst>
                <a:path w="11363" h="11363" extrusionOk="0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6" name="Google Shape;53576;p51"/>
            <p:cNvSpPr/>
            <p:nvPr/>
          </p:nvSpPr>
          <p:spPr>
            <a:xfrm>
              <a:off x="360382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7" name="Google Shape;53577;p51"/>
            <p:cNvSpPr/>
            <p:nvPr/>
          </p:nvSpPr>
          <p:spPr>
            <a:xfrm>
              <a:off x="363012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8" name="Google Shape;53578;p51"/>
            <p:cNvSpPr/>
            <p:nvPr/>
          </p:nvSpPr>
          <p:spPr>
            <a:xfrm>
              <a:off x="3628950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9" name="Google Shape;53579;p51"/>
            <p:cNvSpPr/>
            <p:nvPr/>
          </p:nvSpPr>
          <p:spPr>
            <a:xfrm>
              <a:off x="365877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0" name="Google Shape;53580;p51"/>
            <p:cNvSpPr/>
            <p:nvPr/>
          </p:nvSpPr>
          <p:spPr>
            <a:xfrm>
              <a:off x="365777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1" name="Google Shape;53581;p51"/>
            <p:cNvSpPr/>
            <p:nvPr/>
          </p:nvSpPr>
          <p:spPr>
            <a:xfrm>
              <a:off x="3683900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2" name="Google Shape;53582;p51"/>
            <p:cNvSpPr/>
            <p:nvPr/>
          </p:nvSpPr>
          <p:spPr>
            <a:xfrm>
              <a:off x="368287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3" name="Google Shape;53583;p51"/>
            <p:cNvSpPr/>
            <p:nvPr/>
          </p:nvSpPr>
          <p:spPr>
            <a:xfrm>
              <a:off x="371272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4" name="Google Shape;53584;p51"/>
            <p:cNvSpPr/>
            <p:nvPr/>
          </p:nvSpPr>
          <p:spPr>
            <a:xfrm>
              <a:off x="3711700" y="3259850"/>
              <a:ext cx="70325" cy="70325"/>
            </a:xfrm>
            <a:custGeom>
              <a:avLst/>
              <a:gdLst/>
              <a:ahLst/>
              <a:cxnLst/>
              <a:rect l="l" t="t" r="r" b="b"/>
              <a:pathLst>
                <a:path w="2813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5" name="Google Shape;53585;p51"/>
            <p:cNvSpPr/>
            <p:nvPr/>
          </p:nvSpPr>
          <p:spPr>
            <a:xfrm>
              <a:off x="39158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6" name="Google Shape;53586;p51"/>
            <p:cNvSpPr/>
            <p:nvPr/>
          </p:nvSpPr>
          <p:spPr>
            <a:xfrm>
              <a:off x="3914675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7" name="Google Shape;53587;p51"/>
            <p:cNvSpPr/>
            <p:nvPr/>
          </p:nvSpPr>
          <p:spPr>
            <a:xfrm>
              <a:off x="3939125" y="3152975"/>
              <a:ext cx="284050" cy="284075"/>
            </a:xfrm>
            <a:custGeom>
              <a:avLst/>
              <a:gdLst/>
              <a:ahLst/>
              <a:cxnLst/>
              <a:rect l="l" t="t" r="r" b="b"/>
              <a:pathLst>
                <a:path w="11362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8" name="Google Shape;53588;p51"/>
            <p:cNvSpPr/>
            <p:nvPr/>
          </p:nvSpPr>
          <p:spPr>
            <a:xfrm>
              <a:off x="393810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9" name="Google Shape;53589;p51"/>
            <p:cNvSpPr/>
            <p:nvPr/>
          </p:nvSpPr>
          <p:spPr>
            <a:xfrm>
              <a:off x="3964400" y="3178100"/>
              <a:ext cx="233500" cy="233675"/>
            </a:xfrm>
            <a:custGeom>
              <a:avLst/>
              <a:gdLst/>
              <a:ahLst/>
              <a:cxnLst/>
              <a:rect l="l" t="t" r="r" b="b"/>
              <a:pathLst>
                <a:path w="9340" h="9347" extrusionOk="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0" name="Google Shape;53590;p51"/>
            <p:cNvSpPr/>
            <p:nvPr/>
          </p:nvSpPr>
          <p:spPr>
            <a:xfrm>
              <a:off x="3963225" y="3177100"/>
              <a:ext cx="235850" cy="235850"/>
            </a:xfrm>
            <a:custGeom>
              <a:avLst/>
              <a:gdLst/>
              <a:ahLst/>
              <a:cxnLst/>
              <a:rect l="l" t="t" r="r" b="b"/>
              <a:pathLst>
                <a:path w="9434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1" name="Google Shape;53591;p51"/>
            <p:cNvSpPr/>
            <p:nvPr/>
          </p:nvSpPr>
          <p:spPr>
            <a:xfrm>
              <a:off x="3993050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2" name="Google Shape;53592;p51"/>
            <p:cNvSpPr/>
            <p:nvPr/>
          </p:nvSpPr>
          <p:spPr>
            <a:xfrm>
              <a:off x="399205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3" name="Google Shape;53593;p51"/>
            <p:cNvSpPr/>
            <p:nvPr/>
          </p:nvSpPr>
          <p:spPr>
            <a:xfrm>
              <a:off x="4018175" y="3232050"/>
              <a:ext cx="125950" cy="125775"/>
            </a:xfrm>
            <a:custGeom>
              <a:avLst/>
              <a:gdLst/>
              <a:ahLst/>
              <a:cxnLst/>
              <a:rect l="l" t="t" r="r" b="b"/>
              <a:pathLst>
                <a:path w="5038" h="5031" extrusionOk="0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4" name="Google Shape;53594;p51"/>
            <p:cNvSpPr/>
            <p:nvPr/>
          </p:nvSpPr>
          <p:spPr>
            <a:xfrm>
              <a:off x="4017175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5" name="Google Shape;53595;p51"/>
            <p:cNvSpPr/>
            <p:nvPr/>
          </p:nvSpPr>
          <p:spPr>
            <a:xfrm>
              <a:off x="404700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6" name="Google Shape;53596;p51"/>
            <p:cNvSpPr/>
            <p:nvPr/>
          </p:nvSpPr>
          <p:spPr>
            <a:xfrm>
              <a:off x="4046000" y="3259850"/>
              <a:ext cx="70300" cy="70325"/>
            </a:xfrm>
            <a:custGeom>
              <a:avLst/>
              <a:gdLst/>
              <a:ahLst/>
              <a:cxnLst/>
              <a:rect l="l" t="t" r="r" b="b"/>
              <a:pathLst>
                <a:path w="2812" h="2813" extrusionOk="0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7" name="Google Shape;53597;p51"/>
            <p:cNvSpPr/>
            <p:nvPr/>
          </p:nvSpPr>
          <p:spPr>
            <a:xfrm>
              <a:off x="4250125" y="3126000"/>
              <a:ext cx="334150" cy="334325"/>
            </a:xfrm>
            <a:custGeom>
              <a:avLst/>
              <a:gdLst/>
              <a:ahLst/>
              <a:cxnLst/>
              <a:rect l="l" t="t" r="r" b="b"/>
              <a:pathLst>
                <a:path w="13366" h="13373" extrusionOk="0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8" name="Google Shape;53598;p51"/>
            <p:cNvSpPr/>
            <p:nvPr/>
          </p:nvSpPr>
          <p:spPr>
            <a:xfrm>
              <a:off x="4248950" y="3125000"/>
              <a:ext cx="336500" cy="336325"/>
            </a:xfrm>
            <a:custGeom>
              <a:avLst/>
              <a:gdLst/>
              <a:ahLst/>
              <a:cxnLst/>
              <a:rect l="l" t="t" r="r" b="b"/>
              <a:pathLst>
                <a:path w="13460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9" name="Google Shape;53599;p51"/>
            <p:cNvSpPr/>
            <p:nvPr/>
          </p:nvSpPr>
          <p:spPr>
            <a:xfrm>
              <a:off x="427340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0" name="Google Shape;53600;p51"/>
            <p:cNvSpPr/>
            <p:nvPr/>
          </p:nvSpPr>
          <p:spPr>
            <a:xfrm>
              <a:off x="4272375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1" name="Google Shape;53601;p51"/>
            <p:cNvSpPr/>
            <p:nvPr/>
          </p:nvSpPr>
          <p:spPr>
            <a:xfrm>
              <a:off x="4298500" y="3178100"/>
              <a:ext cx="233675" cy="233675"/>
            </a:xfrm>
            <a:custGeom>
              <a:avLst/>
              <a:gdLst/>
              <a:ahLst/>
              <a:cxnLst/>
              <a:rect l="l" t="t" r="r" b="b"/>
              <a:pathLst>
                <a:path w="9347" h="9347" extrusionOk="0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2" name="Google Shape;53602;p51"/>
            <p:cNvSpPr/>
            <p:nvPr/>
          </p:nvSpPr>
          <p:spPr>
            <a:xfrm>
              <a:off x="4297500" y="3177100"/>
              <a:ext cx="235675" cy="235850"/>
            </a:xfrm>
            <a:custGeom>
              <a:avLst/>
              <a:gdLst/>
              <a:ahLst/>
              <a:cxnLst/>
              <a:rect l="l" t="t" r="r" b="b"/>
              <a:pathLst>
                <a:path w="9427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3" name="Google Shape;53603;p51"/>
            <p:cNvSpPr/>
            <p:nvPr/>
          </p:nvSpPr>
          <p:spPr>
            <a:xfrm>
              <a:off x="4327325" y="3206925"/>
              <a:ext cx="176200" cy="176175"/>
            </a:xfrm>
            <a:custGeom>
              <a:avLst/>
              <a:gdLst/>
              <a:ahLst/>
              <a:cxnLst/>
              <a:rect l="l" t="t" r="r" b="b"/>
              <a:pathLst>
                <a:path w="7048" h="7047" extrusionOk="0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4" name="Google Shape;53604;p51"/>
            <p:cNvSpPr/>
            <p:nvPr/>
          </p:nvSpPr>
          <p:spPr>
            <a:xfrm>
              <a:off x="4326325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5" name="Google Shape;53605;p51"/>
            <p:cNvSpPr/>
            <p:nvPr/>
          </p:nvSpPr>
          <p:spPr>
            <a:xfrm>
              <a:off x="435245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6" name="Google Shape;53606;p51"/>
            <p:cNvSpPr/>
            <p:nvPr/>
          </p:nvSpPr>
          <p:spPr>
            <a:xfrm>
              <a:off x="4351450" y="3231025"/>
              <a:ext cx="127950" cy="127975"/>
            </a:xfrm>
            <a:custGeom>
              <a:avLst/>
              <a:gdLst/>
              <a:ahLst/>
              <a:cxnLst/>
              <a:rect l="l" t="t" r="r" b="b"/>
              <a:pathLst>
                <a:path w="5118" h="5119" extrusionOk="0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7" name="Google Shape;53607;p51"/>
            <p:cNvSpPr/>
            <p:nvPr/>
          </p:nvSpPr>
          <p:spPr>
            <a:xfrm>
              <a:off x="4381275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8" name="Google Shape;53608;p51"/>
            <p:cNvSpPr/>
            <p:nvPr/>
          </p:nvSpPr>
          <p:spPr>
            <a:xfrm>
              <a:off x="4380100" y="3259850"/>
              <a:ext cx="70475" cy="70325"/>
            </a:xfrm>
            <a:custGeom>
              <a:avLst/>
              <a:gdLst/>
              <a:ahLst/>
              <a:cxnLst/>
              <a:rect l="l" t="t" r="r" b="b"/>
              <a:pathLst>
                <a:path w="2819" h="2813" extrusionOk="0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9" name="Google Shape;53609;p51"/>
            <p:cNvSpPr/>
            <p:nvPr/>
          </p:nvSpPr>
          <p:spPr>
            <a:xfrm>
              <a:off x="4584250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0" name="Google Shape;53610;p51"/>
            <p:cNvSpPr/>
            <p:nvPr/>
          </p:nvSpPr>
          <p:spPr>
            <a:xfrm>
              <a:off x="4583225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1" name="Google Shape;53611;p51"/>
            <p:cNvSpPr/>
            <p:nvPr/>
          </p:nvSpPr>
          <p:spPr>
            <a:xfrm>
              <a:off x="4607675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2" name="Google Shape;53612;p51"/>
            <p:cNvSpPr/>
            <p:nvPr/>
          </p:nvSpPr>
          <p:spPr>
            <a:xfrm>
              <a:off x="4606650" y="3151975"/>
              <a:ext cx="286100" cy="286075"/>
            </a:xfrm>
            <a:custGeom>
              <a:avLst/>
              <a:gdLst/>
              <a:ahLst/>
              <a:cxnLst/>
              <a:rect l="l" t="t" r="r" b="b"/>
              <a:pathLst>
                <a:path w="11444" h="11443" extrusionOk="0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3" name="Google Shape;53613;p51"/>
            <p:cNvSpPr/>
            <p:nvPr/>
          </p:nvSpPr>
          <p:spPr>
            <a:xfrm>
              <a:off x="4632800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4" name="Google Shape;53614;p51"/>
            <p:cNvSpPr/>
            <p:nvPr/>
          </p:nvSpPr>
          <p:spPr>
            <a:xfrm>
              <a:off x="4631775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5" name="Google Shape;53615;p51"/>
            <p:cNvSpPr/>
            <p:nvPr/>
          </p:nvSpPr>
          <p:spPr>
            <a:xfrm>
              <a:off x="4661625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6" name="Google Shape;53616;p51"/>
            <p:cNvSpPr/>
            <p:nvPr/>
          </p:nvSpPr>
          <p:spPr>
            <a:xfrm>
              <a:off x="46606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7" name="Google Shape;53617;p51"/>
            <p:cNvSpPr/>
            <p:nvPr/>
          </p:nvSpPr>
          <p:spPr>
            <a:xfrm>
              <a:off x="4686725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8" name="Google Shape;53618;p51"/>
            <p:cNvSpPr/>
            <p:nvPr/>
          </p:nvSpPr>
          <p:spPr>
            <a:xfrm>
              <a:off x="4685725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9" name="Google Shape;53619;p51"/>
            <p:cNvSpPr/>
            <p:nvPr/>
          </p:nvSpPr>
          <p:spPr>
            <a:xfrm>
              <a:off x="47155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0" name="Google Shape;53620;p51"/>
            <p:cNvSpPr/>
            <p:nvPr/>
          </p:nvSpPr>
          <p:spPr>
            <a:xfrm>
              <a:off x="471437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1" name="Google Shape;53621;p51"/>
            <p:cNvSpPr/>
            <p:nvPr/>
          </p:nvSpPr>
          <p:spPr>
            <a:xfrm>
              <a:off x="4918525" y="3126000"/>
              <a:ext cx="334300" cy="334325"/>
            </a:xfrm>
            <a:custGeom>
              <a:avLst/>
              <a:gdLst/>
              <a:ahLst/>
              <a:cxnLst/>
              <a:rect l="l" t="t" r="r" b="b"/>
              <a:pathLst>
                <a:path w="13372" h="13373" extrusionOk="0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2" name="Google Shape;53622;p51"/>
            <p:cNvSpPr/>
            <p:nvPr/>
          </p:nvSpPr>
          <p:spPr>
            <a:xfrm>
              <a:off x="4917500" y="3125000"/>
              <a:ext cx="336325" cy="336325"/>
            </a:xfrm>
            <a:custGeom>
              <a:avLst/>
              <a:gdLst/>
              <a:ahLst/>
              <a:cxnLst/>
              <a:rect l="l" t="t" r="r" b="b"/>
              <a:pathLst>
                <a:path w="13453" h="13453" extrusionOk="0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3" name="Google Shape;53623;p51"/>
            <p:cNvSpPr/>
            <p:nvPr/>
          </p:nvSpPr>
          <p:spPr>
            <a:xfrm>
              <a:off x="4941950" y="3152975"/>
              <a:ext cx="283900" cy="284075"/>
            </a:xfrm>
            <a:custGeom>
              <a:avLst/>
              <a:gdLst/>
              <a:ahLst/>
              <a:cxnLst/>
              <a:rect l="l" t="t" r="r" b="b"/>
              <a:pathLst>
                <a:path w="11356" h="11363" extrusionOk="0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4" name="Google Shape;53624;p51"/>
            <p:cNvSpPr/>
            <p:nvPr/>
          </p:nvSpPr>
          <p:spPr>
            <a:xfrm>
              <a:off x="4940950" y="3151975"/>
              <a:ext cx="285900" cy="286075"/>
            </a:xfrm>
            <a:custGeom>
              <a:avLst/>
              <a:gdLst/>
              <a:ahLst/>
              <a:cxnLst/>
              <a:rect l="l" t="t" r="r" b="b"/>
              <a:pathLst>
                <a:path w="11436" h="11443" extrusionOk="0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5" name="Google Shape;53625;p51"/>
            <p:cNvSpPr/>
            <p:nvPr/>
          </p:nvSpPr>
          <p:spPr>
            <a:xfrm>
              <a:off x="4967075" y="3178100"/>
              <a:ext cx="233650" cy="233675"/>
            </a:xfrm>
            <a:custGeom>
              <a:avLst/>
              <a:gdLst/>
              <a:ahLst/>
              <a:cxnLst/>
              <a:rect l="l" t="t" r="r" b="b"/>
              <a:pathLst>
                <a:path w="9346" h="9347" extrusionOk="0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6" name="Google Shape;53626;p51"/>
            <p:cNvSpPr/>
            <p:nvPr/>
          </p:nvSpPr>
          <p:spPr>
            <a:xfrm>
              <a:off x="4966050" y="3177100"/>
              <a:ext cx="235700" cy="235850"/>
            </a:xfrm>
            <a:custGeom>
              <a:avLst/>
              <a:gdLst/>
              <a:ahLst/>
              <a:cxnLst/>
              <a:rect l="l" t="t" r="r" b="b"/>
              <a:pathLst>
                <a:path w="9428" h="9434" extrusionOk="0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7" name="Google Shape;53627;p51"/>
            <p:cNvSpPr/>
            <p:nvPr/>
          </p:nvSpPr>
          <p:spPr>
            <a:xfrm>
              <a:off x="4995900" y="3206925"/>
              <a:ext cx="176000" cy="176175"/>
            </a:xfrm>
            <a:custGeom>
              <a:avLst/>
              <a:gdLst/>
              <a:ahLst/>
              <a:cxnLst/>
              <a:rect l="l" t="t" r="r" b="b"/>
              <a:pathLst>
                <a:path w="7040" h="7047" extrusionOk="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8" name="Google Shape;53628;p51"/>
            <p:cNvSpPr/>
            <p:nvPr/>
          </p:nvSpPr>
          <p:spPr>
            <a:xfrm>
              <a:off x="4994725" y="3205925"/>
              <a:ext cx="178350" cy="178200"/>
            </a:xfrm>
            <a:custGeom>
              <a:avLst/>
              <a:gdLst/>
              <a:ahLst/>
              <a:cxnLst/>
              <a:rect l="l" t="t" r="r" b="b"/>
              <a:pathLst>
                <a:path w="7134" h="7128" extrusionOk="0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9" name="Google Shape;53629;p51"/>
            <p:cNvSpPr/>
            <p:nvPr/>
          </p:nvSpPr>
          <p:spPr>
            <a:xfrm>
              <a:off x="5021000" y="3232050"/>
              <a:ext cx="125800" cy="125775"/>
            </a:xfrm>
            <a:custGeom>
              <a:avLst/>
              <a:gdLst/>
              <a:ahLst/>
              <a:cxnLst/>
              <a:rect l="l" t="t" r="r" b="b"/>
              <a:pathLst>
                <a:path w="5032" h="5031" extrusionOk="0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0" name="Google Shape;53630;p51"/>
            <p:cNvSpPr/>
            <p:nvPr/>
          </p:nvSpPr>
          <p:spPr>
            <a:xfrm>
              <a:off x="5020000" y="3231025"/>
              <a:ext cx="127800" cy="127975"/>
            </a:xfrm>
            <a:custGeom>
              <a:avLst/>
              <a:gdLst/>
              <a:ahLst/>
              <a:cxnLst/>
              <a:rect l="l" t="t" r="r" b="b"/>
              <a:pathLst>
                <a:path w="5112" h="5119" extrusionOk="0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1" name="Google Shape;53631;p51"/>
            <p:cNvSpPr/>
            <p:nvPr/>
          </p:nvSpPr>
          <p:spPr>
            <a:xfrm>
              <a:off x="5049675" y="3260875"/>
              <a:ext cx="68450" cy="68300"/>
            </a:xfrm>
            <a:custGeom>
              <a:avLst/>
              <a:gdLst/>
              <a:ahLst/>
              <a:cxnLst/>
              <a:rect l="l" t="t" r="r" b="b"/>
              <a:pathLst>
                <a:path w="2738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2" name="Google Shape;53632;p51"/>
            <p:cNvSpPr/>
            <p:nvPr/>
          </p:nvSpPr>
          <p:spPr>
            <a:xfrm>
              <a:off x="5048650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3" name="Google Shape;53633;p51"/>
            <p:cNvSpPr/>
            <p:nvPr/>
          </p:nvSpPr>
          <p:spPr>
            <a:xfrm>
              <a:off x="5252800" y="3126000"/>
              <a:ext cx="274300" cy="334325"/>
            </a:xfrm>
            <a:custGeom>
              <a:avLst/>
              <a:gdLst/>
              <a:ahLst/>
              <a:cxnLst/>
              <a:rect l="l" t="t" r="r" b="b"/>
              <a:pathLst>
                <a:path w="10972" h="13373" extrusionOk="0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4" name="Google Shape;53634;p51"/>
            <p:cNvSpPr/>
            <p:nvPr/>
          </p:nvSpPr>
          <p:spPr>
            <a:xfrm>
              <a:off x="5251775" y="3125000"/>
              <a:ext cx="275325" cy="336325"/>
            </a:xfrm>
            <a:custGeom>
              <a:avLst/>
              <a:gdLst/>
              <a:ahLst/>
              <a:cxnLst/>
              <a:rect l="l" t="t" r="r" b="b"/>
              <a:pathLst>
                <a:path w="11013" h="13453" extrusionOk="0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5" name="Google Shape;53635;p51"/>
            <p:cNvSpPr/>
            <p:nvPr/>
          </p:nvSpPr>
          <p:spPr>
            <a:xfrm>
              <a:off x="5276225" y="3152975"/>
              <a:ext cx="250875" cy="284075"/>
            </a:xfrm>
            <a:custGeom>
              <a:avLst/>
              <a:gdLst/>
              <a:ahLst/>
              <a:cxnLst/>
              <a:rect l="l" t="t" r="r" b="b"/>
              <a:pathLst>
                <a:path w="10035" h="11363" extrusionOk="0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6" name="Google Shape;53636;p51"/>
            <p:cNvSpPr/>
            <p:nvPr/>
          </p:nvSpPr>
          <p:spPr>
            <a:xfrm>
              <a:off x="5275050" y="3151975"/>
              <a:ext cx="252050" cy="286075"/>
            </a:xfrm>
            <a:custGeom>
              <a:avLst/>
              <a:gdLst/>
              <a:ahLst/>
              <a:cxnLst/>
              <a:rect l="l" t="t" r="r" b="b"/>
              <a:pathLst>
                <a:path w="10082" h="11443" extrusionOk="0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7" name="Google Shape;53637;p51"/>
            <p:cNvSpPr/>
            <p:nvPr/>
          </p:nvSpPr>
          <p:spPr>
            <a:xfrm>
              <a:off x="5301350" y="3178100"/>
              <a:ext cx="225750" cy="233675"/>
            </a:xfrm>
            <a:custGeom>
              <a:avLst/>
              <a:gdLst/>
              <a:ahLst/>
              <a:cxnLst/>
              <a:rect l="l" t="t" r="r" b="b"/>
              <a:pathLst>
                <a:path w="9030" h="9347" extrusionOk="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8" name="Google Shape;53638;p51"/>
            <p:cNvSpPr/>
            <p:nvPr/>
          </p:nvSpPr>
          <p:spPr>
            <a:xfrm>
              <a:off x="5300325" y="3177100"/>
              <a:ext cx="226775" cy="235850"/>
            </a:xfrm>
            <a:custGeom>
              <a:avLst/>
              <a:gdLst/>
              <a:ahLst/>
              <a:cxnLst/>
              <a:rect l="l" t="t" r="r" b="b"/>
              <a:pathLst>
                <a:path w="9071" h="9434" extrusionOk="0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9" name="Google Shape;53639;p51"/>
            <p:cNvSpPr/>
            <p:nvPr/>
          </p:nvSpPr>
          <p:spPr>
            <a:xfrm>
              <a:off x="5330000" y="3206925"/>
              <a:ext cx="176175" cy="176175"/>
            </a:xfrm>
            <a:custGeom>
              <a:avLst/>
              <a:gdLst/>
              <a:ahLst/>
              <a:cxnLst/>
              <a:rect l="l" t="t" r="r" b="b"/>
              <a:pathLst>
                <a:path w="7047" h="7047" extrusionOk="0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0" name="Google Shape;53640;p51"/>
            <p:cNvSpPr/>
            <p:nvPr/>
          </p:nvSpPr>
          <p:spPr>
            <a:xfrm>
              <a:off x="5329000" y="32059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1" name="Google Shape;53641;p51"/>
            <p:cNvSpPr/>
            <p:nvPr/>
          </p:nvSpPr>
          <p:spPr>
            <a:xfrm>
              <a:off x="5355300" y="3232050"/>
              <a:ext cx="125775" cy="125775"/>
            </a:xfrm>
            <a:custGeom>
              <a:avLst/>
              <a:gdLst/>
              <a:ahLst/>
              <a:cxnLst/>
              <a:rect l="l" t="t" r="r" b="b"/>
              <a:pathLst>
                <a:path w="5031" h="5031" extrusionOk="0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2" name="Google Shape;53642;p51"/>
            <p:cNvSpPr/>
            <p:nvPr/>
          </p:nvSpPr>
          <p:spPr>
            <a:xfrm>
              <a:off x="5354100" y="3231025"/>
              <a:ext cx="127975" cy="127975"/>
            </a:xfrm>
            <a:custGeom>
              <a:avLst/>
              <a:gdLst/>
              <a:ahLst/>
              <a:cxnLst/>
              <a:rect l="l" t="t" r="r" b="b"/>
              <a:pathLst>
                <a:path w="5119" h="5119" extrusionOk="0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3" name="Google Shape;53643;p51"/>
            <p:cNvSpPr/>
            <p:nvPr/>
          </p:nvSpPr>
          <p:spPr>
            <a:xfrm>
              <a:off x="5383950" y="32608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4" name="Google Shape;53644;p51"/>
            <p:cNvSpPr/>
            <p:nvPr/>
          </p:nvSpPr>
          <p:spPr>
            <a:xfrm>
              <a:off x="5382925" y="3259850"/>
              <a:ext cx="70500" cy="70325"/>
            </a:xfrm>
            <a:custGeom>
              <a:avLst/>
              <a:gdLst/>
              <a:ahLst/>
              <a:cxnLst/>
              <a:rect l="l" t="t" r="r" b="b"/>
              <a:pathLst>
                <a:path w="2820" h="2813" extrusionOk="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5" name="Google Shape;53645;p51"/>
            <p:cNvSpPr/>
            <p:nvPr/>
          </p:nvSpPr>
          <p:spPr>
            <a:xfrm>
              <a:off x="3450750" y="3224125"/>
              <a:ext cx="296375" cy="278175"/>
            </a:xfrm>
            <a:custGeom>
              <a:avLst/>
              <a:gdLst/>
              <a:ahLst/>
              <a:cxnLst/>
              <a:rect l="l" t="t" r="r" b="b"/>
              <a:pathLst>
                <a:path w="11855" h="11127" extrusionOk="0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6" name="Google Shape;53646;p51"/>
            <p:cNvSpPr/>
            <p:nvPr/>
          </p:nvSpPr>
          <p:spPr>
            <a:xfrm>
              <a:off x="3450750" y="3223100"/>
              <a:ext cx="297400" cy="279200"/>
            </a:xfrm>
            <a:custGeom>
              <a:avLst/>
              <a:gdLst/>
              <a:ahLst/>
              <a:cxnLst/>
              <a:rect l="l" t="t" r="r" b="b"/>
              <a:pathLst>
                <a:path w="11896" h="11168" extrusionOk="0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7" name="Google Shape;53647;p51"/>
            <p:cNvSpPr/>
            <p:nvPr/>
          </p:nvSpPr>
          <p:spPr>
            <a:xfrm>
              <a:off x="3450750" y="3251100"/>
              <a:ext cx="269425" cy="251200"/>
            </a:xfrm>
            <a:custGeom>
              <a:avLst/>
              <a:gdLst/>
              <a:ahLst/>
              <a:cxnLst/>
              <a:rect l="l" t="t" r="r" b="b"/>
              <a:pathLst>
                <a:path w="10777" h="10048" extrusionOk="0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8" name="Google Shape;53648;p51"/>
            <p:cNvSpPr/>
            <p:nvPr/>
          </p:nvSpPr>
          <p:spPr>
            <a:xfrm>
              <a:off x="3450750" y="3250075"/>
              <a:ext cx="270600" cy="252225"/>
            </a:xfrm>
            <a:custGeom>
              <a:avLst/>
              <a:gdLst/>
              <a:ahLst/>
              <a:cxnLst/>
              <a:rect l="l" t="t" r="r" b="b"/>
              <a:pathLst>
                <a:path w="10824" h="10089" extrusionOk="0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9" name="Google Shape;53649;p51"/>
            <p:cNvSpPr/>
            <p:nvPr/>
          </p:nvSpPr>
          <p:spPr>
            <a:xfrm>
              <a:off x="3450750" y="3453200"/>
              <a:ext cx="38650" cy="49100"/>
            </a:xfrm>
            <a:custGeom>
              <a:avLst/>
              <a:gdLst/>
              <a:ahLst/>
              <a:cxnLst/>
              <a:rect l="l" t="t" r="r" b="b"/>
              <a:pathLst>
                <a:path w="1546" h="1964" extrusionOk="0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0" name="Google Shape;53650;p51"/>
            <p:cNvSpPr/>
            <p:nvPr/>
          </p:nvSpPr>
          <p:spPr>
            <a:xfrm>
              <a:off x="3461375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1" name="Google Shape;53651;p51"/>
            <p:cNvSpPr/>
            <p:nvPr/>
          </p:nvSpPr>
          <p:spPr>
            <a:xfrm>
              <a:off x="3460375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2" name="Google Shape;53652;p51"/>
            <p:cNvSpPr/>
            <p:nvPr/>
          </p:nvSpPr>
          <p:spPr>
            <a:xfrm>
              <a:off x="3490200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3" name="Google Shape;53653;p51"/>
            <p:cNvSpPr/>
            <p:nvPr/>
          </p:nvSpPr>
          <p:spPr>
            <a:xfrm>
              <a:off x="3489025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4" name="Google Shape;53654;p51"/>
            <p:cNvSpPr/>
            <p:nvPr/>
          </p:nvSpPr>
          <p:spPr>
            <a:xfrm>
              <a:off x="351532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5" name="Google Shape;53655;p51"/>
            <p:cNvSpPr/>
            <p:nvPr/>
          </p:nvSpPr>
          <p:spPr>
            <a:xfrm>
              <a:off x="3514300" y="3329150"/>
              <a:ext cx="127825" cy="127950"/>
            </a:xfrm>
            <a:custGeom>
              <a:avLst/>
              <a:gdLst/>
              <a:ahLst/>
              <a:cxnLst/>
              <a:rect l="l" t="t" r="r" b="b"/>
              <a:pathLst>
                <a:path w="5113" h="5118" extrusionOk="0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6" name="Google Shape;53656;p51"/>
            <p:cNvSpPr/>
            <p:nvPr/>
          </p:nvSpPr>
          <p:spPr>
            <a:xfrm>
              <a:off x="35441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7" name="Google Shape;53657;p51"/>
            <p:cNvSpPr/>
            <p:nvPr/>
          </p:nvSpPr>
          <p:spPr>
            <a:xfrm>
              <a:off x="3542975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8" name="Google Shape;53658;p51"/>
            <p:cNvSpPr/>
            <p:nvPr/>
          </p:nvSpPr>
          <p:spPr>
            <a:xfrm>
              <a:off x="3747100" y="3224125"/>
              <a:ext cx="334325" cy="278175"/>
            </a:xfrm>
            <a:custGeom>
              <a:avLst/>
              <a:gdLst/>
              <a:ahLst/>
              <a:cxnLst/>
              <a:rect l="l" t="t" r="r" b="b"/>
              <a:pathLst>
                <a:path w="13373" h="11127" extrusionOk="0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9" name="Google Shape;53659;p51"/>
            <p:cNvSpPr/>
            <p:nvPr/>
          </p:nvSpPr>
          <p:spPr>
            <a:xfrm>
              <a:off x="374610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0" name="Google Shape;53660;p51"/>
            <p:cNvSpPr/>
            <p:nvPr/>
          </p:nvSpPr>
          <p:spPr>
            <a:xfrm>
              <a:off x="3770550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1" name="Google Shape;53661;p51"/>
            <p:cNvSpPr/>
            <p:nvPr/>
          </p:nvSpPr>
          <p:spPr>
            <a:xfrm>
              <a:off x="3769525" y="3250075"/>
              <a:ext cx="285925" cy="252225"/>
            </a:xfrm>
            <a:custGeom>
              <a:avLst/>
              <a:gdLst/>
              <a:ahLst/>
              <a:cxnLst/>
              <a:rect l="l" t="t" r="r" b="b"/>
              <a:pathLst>
                <a:path w="11437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2" name="Google Shape;53662;p51"/>
            <p:cNvSpPr/>
            <p:nvPr/>
          </p:nvSpPr>
          <p:spPr>
            <a:xfrm>
              <a:off x="379565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3" name="Google Shape;53663;p51"/>
            <p:cNvSpPr/>
            <p:nvPr/>
          </p:nvSpPr>
          <p:spPr>
            <a:xfrm>
              <a:off x="379465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4" name="Google Shape;53664;p51"/>
            <p:cNvSpPr/>
            <p:nvPr/>
          </p:nvSpPr>
          <p:spPr>
            <a:xfrm>
              <a:off x="3824475" y="3305025"/>
              <a:ext cx="176025" cy="176200"/>
            </a:xfrm>
            <a:custGeom>
              <a:avLst/>
              <a:gdLst/>
              <a:ahLst/>
              <a:cxnLst/>
              <a:rect l="l" t="t" r="r" b="b"/>
              <a:pathLst>
                <a:path w="7041" h="7048" extrusionOk="0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5" name="Google Shape;53665;p51"/>
            <p:cNvSpPr/>
            <p:nvPr/>
          </p:nvSpPr>
          <p:spPr>
            <a:xfrm>
              <a:off x="3823300" y="3304025"/>
              <a:ext cx="178375" cy="178200"/>
            </a:xfrm>
            <a:custGeom>
              <a:avLst/>
              <a:gdLst/>
              <a:ahLst/>
              <a:cxnLst/>
              <a:rect l="l" t="t" r="r" b="b"/>
              <a:pathLst>
                <a:path w="7135" h="7128" extrusionOk="0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6" name="Google Shape;53666;p51"/>
            <p:cNvSpPr/>
            <p:nvPr/>
          </p:nvSpPr>
          <p:spPr>
            <a:xfrm>
              <a:off x="384960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7" name="Google Shape;53667;p51"/>
            <p:cNvSpPr/>
            <p:nvPr/>
          </p:nvSpPr>
          <p:spPr>
            <a:xfrm>
              <a:off x="3848600" y="3329150"/>
              <a:ext cx="127800" cy="127950"/>
            </a:xfrm>
            <a:custGeom>
              <a:avLst/>
              <a:gdLst/>
              <a:ahLst/>
              <a:cxnLst/>
              <a:rect l="l" t="t" r="r" b="b"/>
              <a:pathLst>
                <a:path w="5112" h="5118" extrusionOk="0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8" name="Google Shape;53668;p51"/>
            <p:cNvSpPr/>
            <p:nvPr/>
          </p:nvSpPr>
          <p:spPr>
            <a:xfrm>
              <a:off x="387825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9" name="Google Shape;53669;p51"/>
            <p:cNvSpPr/>
            <p:nvPr/>
          </p:nvSpPr>
          <p:spPr>
            <a:xfrm>
              <a:off x="3877250" y="3357975"/>
              <a:ext cx="70475" cy="70300"/>
            </a:xfrm>
            <a:custGeom>
              <a:avLst/>
              <a:gdLst/>
              <a:ahLst/>
              <a:cxnLst/>
              <a:rect l="l" t="t" r="r" b="b"/>
              <a:pathLst>
                <a:path w="2819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0" name="Google Shape;53670;p51"/>
            <p:cNvSpPr/>
            <p:nvPr/>
          </p:nvSpPr>
          <p:spPr>
            <a:xfrm>
              <a:off x="408140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1" name="Google Shape;53671;p51"/>
            <p:cNvSpPr/>
            <p:nvPr/>
          </p:nvSpPr>
          <p:spPr>
            <a:xfrm>
              <a:off x="4080375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2" name="Google Shape;53672;p51"/>
            <p:cNvSpPr/>
            <p:nvPr/>
          </p:nvSpPr>
          <p:spPr>
            <a:xfrm>
              <a:off x="4104825" y="3251100"/>
              <a:ext cx="283900" cy="251200"/>
            </a:xfrm>
            <a:custGeom>
              <a:avLst/>
              <a:gdLst/>
              <a:ahLst/>
              <a:cxnLst/>
              <a:rect l="l" t="t" r="r" b="b"/>
              <a:pathLst>
                <a:path w="11356" h="10048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3" name="Google Shape;53673;p51"/>
            <p:cNvSpPr/>
            <p:nvPr/>
          </p:nvSpPr>
          <p:spPr>
            <a:xfrm>
              <a:off x="4103650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4" name="Google Shape;53674;p51"/>
            <p:cNvSpPr/>
            <p:nvPr/>
          </p:nvSpPr>
          <p:spPr>
            <a:xfrm>
              <a:off x="4129950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5" name="Google Shape;53675;p51"/>
            <p:cNvSpPr/>
            <p:nvPr/>
          </p:nvSpPr>
          <p:spPr>
            <a:xfrm>
              <a:off x="4128925" y="3275200"/>
              <a:ext cx="235700" cy="227100"/>
            </a:xfrm>
            <a:custGeom>
              <a:avLst/>
              <a:gdLst/>
              <a:ahLst/>
              <a:cxnLst/>
              <a:rect l="l" t="t" r="r" b="b"/>
              <a:pathLst>
                <a:path w="9428" h="9084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6" name="Google Shape;53676;p51"/>
            <p:cNvSpPr/>
            <p:nvPr/>
          </p:nvSpPr>
          <p:spPr>
            <a:xfrm>
              <a:off x="415860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7" name="Google Shape;53677;p51"/>
            <p:cNvSpPr/>
            <p:nvPr/>
          </p:nvSpPr>
          <p:spPr>
            <a:xfrm>
              <a:off x="4157575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8" name="Google Shape;53678;p51"/>
            <p:cNvSpPr/>
            <p:nvPr/>
          </p:nvSpPr>
          <p:spPr>
            <a:xfrm>
              <a:off x="4183875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9" name="Google Shape;53679;p51"/>
            <p:cNvSpPr/>
            <p:nvPr/>
          </p:nvSpPr>
          <p:spPr>
            <a:xfrm>
              <a:off x="418270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0" name="Google Shape;53680;p51"/>
            <p:cNvSpPr/>
            <p:nvPr/>
          </p:nvSpPr>
          <p:spPr>
            <a:xfrm>
              <a:off x="4212550" y="3358975"/>
              <a:ext cx="68275" cy="68300"/>
            </a:xfrm>
            <a:custGeom>
              <a:avLst/>
              <a:gdLst/>
              <a:ahLst/>
              <a:cxnLst/>
              <a:rect l="l" t="t" r="r" b="b"/>
              <a:pathLst>
                <a:path w="2731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1" name="Google Shape;53681;p51"/>
            <p:cNvSpPr/>
            <p:nvPr/>
          </p:nvSpPr>
          <p:spPr>
            <a:xfrm>
              <a:off x="4211525" y="3357975"/>
              <a:ext cx="70500" cy="70300"/>
            </a:xfrm>
            <a:custGeom>
              <a:avLst/>
              <a:gdLst/>
              <a:ahLst/>
              <a:cxnLst/>
              <a:rect l="l" t="t" r="r" b="b"/>
              <a:pathLst>
                <a:path w="2820" h="2812" extrusionOk="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2" name="Google Shape;53682;p51"/>
            <p:cNvSpPr/>
            <p:nvPr/>
          </p:nvSpPr>
          <p:spPr>
            <a:xfrm>
              <a:off x="4415675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3" name="Google Shape;53683;p51"/>
            <p:cNvSpPr/>
            <p:nvPr/>
          </p:nvSpPr>
          <p:spPr>
            <a:xfrm>
              <a:off x="4414650" y="3223100"/>
              <a:ext cx="336325" cy="279200"/>
            </a:xfrm>
            <a:custGeom>
              <a:avLst/>
              <a:gdLst/>
              <a:ahLst/>
              <a:cxnLst/>
              <a:rect l="l" t="t" r="r" b="b"/>
              <a:pathLst>
                <a:path w="13453" h="11168" extrusionOk="0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4" name="Google Shape;53684;p51"/>
            <p:cNvSpPr/>
            <p:nvPr/>
          </p:nvSpPr>
          <p:spPr>
            <a:xfrm>
              <a:off x="4438925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5" name="Google Shape;53685;p51"/>
            <p:cNvSpPr/>
            <p:nvPr/>
          </p:nvSpPr>
          <p:spPr>
            <a:xfrm>
              <a:off x="4437925" y="3250075"/>
              <a:ext cx="286075" cy="252225"/>
            </a:xfrm>
            <a:custGeom>
              <a:avLst/>
              <a:gdLst/>
              <a:ahLst/>
              <a:cxnLst/>
              <a:rect l="l" t="t" r="r" b="b"/>
              <a:pathLst>
                <a:path w="11443" h="10089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6" name="Google Shape;53686;p51"/>
            <p:cNvSpPr/>
            <p:nvPr/>
          </p:nvSpPr>
          <p:spPr>
            <a:xfrm>
              <a:off x="4464225" y="3276375"/>
              <a:ext cx="233650" cy="225925"/>
            </a:xfrm>
            <a:custGeom>
              <a:avLst/>
              <a:gdLst/>
              <a:ahLst/>
              <a:cxnLst/>
              <a:rect l="l" t="t" r="r" b="b"/>
              <a:pathLst>
                <a:path w="9346" h="9037" extrusionOk="0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7" name="Google Shape;53687;p51"/>
            <p:cNvSpPr/>
            <p:nvPr/>
          </p:nvSpPr>
          <p:spPr>
            <a:xfrm>
              <a:off x="4463025" y="3275200"/>
              <a:ext cx="235875" cy="227100"/>
            </a:xfrm>
            <a:custGeom>
              <a:avLst/>
              <a:gdLst/>
              <a:ahLst/>
              <a:cxnLst/>
              <a:rect l="l" t="t" r="r" b="b"/>
              <a:pathLst>
                <a:path w="9435" h="9084" extrusionOk="0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8" name="Google Shape;53688;p51"/>
            <p:cNvSpPr/>
            <p:nvPr/>
          </p:nvSpPr>
          <p:spPr>
            <a:xfrm>
              <a:off x="4492875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9" name="Google Shape;53689;p51"/>
            <p:cNvSpPr/>
            <p:nvPr/>
          </p:nvSpPr>
          <p:spPr>
            <a:xfrm>
              <a:off x="4491850" y="3304025"/>
              <a:ext cx="178225" cy="178200"/>
            </a:xfrm>
            <a:custGeom>
              <a:avLst/>
              <a:gdLst/>
              <a:ahLst/>
              <a:cxnLst/>
              <a:rect l="l" t="t" r="r" b="b"/>
              <a:pathLst>
                <a:path w="7129" h="7128" extrusionOk="0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0" name="Google Shape;53690;p51"/>
            <p:cNvSpPr/>
            <p:nvPr/>
          </p:nvSpPr>
          <p:spPr>
            <a:xfrm>
              <a:off x="4518150" y="3330150"/>
              <a:ext cx="125800" cy="125950"/>
            </a:xfrm>
            <a:custGeom>
              <a:avLst/>
              <a:gdLst/>
              <a:ahLst/>
              <a:cxnLst/>
              <a:rect l="l" t="t" r="r" b="b"/>
              <a:pathLst>
                <a:path w="5032" h="5038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1" name="Google Shape;53691;p51"/>
            <p:cNvSpPr/>
            <p:nvPr/>
          </p:nvSpPr>
          <p:spPr>
            <a:xfrm>
              <a:off x="451697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2" name="Google Shape;53692;p51"/>
            <p:cNvSpPr/>
            <p:nvPr/>
          </p:nvSpPr>
          <p:spPr>
            <a:xfrm>
              <a:off x="454682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3" name="Google Shape;53693;p51"/>
            <p:cNvSpPr/>
            <p:nvPr/>
          </p:nvSpPr>
          <p:spPr>
            <a:xfrm>
              <a:off x="454580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4" name="Google Shape;53694;p51"/>
            <p:cNvSpPr/>
            <p:nvPr/>
          </p:nvSpPr>
          <p:spPr>
            <a:xfrm>
              <a:off x="4749950" y="3224125"/>
              <a:ext cx="334300" cy="278175"/>
            </a:xfrm>
            <a:custGeom>
              <a:avLst/>
              <a:gdLst/>
              <a:ahLst/>
              <a:cxnLst/>
              <a:rect l="l" t="t" r="r" b="b"/>
              <a:pathLst>
                <a:path w="13372" h="11127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5" name="Google Shape;53695;p51"/>
            <p:cNvSpPr/>
            <p:nvPr/>
          </p:nvSpPr>
          <p:spPr>
            <a:xfrm>
              <a:off x="4748775" y="3223100"/>
              <a:ext cx="336475" cy="279200"/>
            </a:xfrm>
            <a:custGeom>
              <a:avLst/>
              <a:gdLst/>
              <a:ahLst/>
              <a:cxnLst/>
              <a:rect l="l" t="t" r="r" b="b"/>
              <a:pathLst>
                <a:path w="13459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6" name="Google Shape;53696;p51"/>
            <p:cNvSpPr/>
            <p:nvPr/>
          </p:nvSpPr>
          <p:spPr>
            <a:xfrm>
              <a:off x="4773200" y="3251100"/>
              <a:ext cx="284075" cy="251200"/>
            </a:xfrm>
            <a:custGeom>
              <a:avLst/>
              <a:gdLst/>
              <a:ahLst/>
              <a:cxnLst/>
              <a:rect l="l" t="t" r="r" b="b"/>
              <a:pathLst>
                <a:path w="11363" h="10048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7" name="Google Shape;53697;p51"/>
            <p:cNvSpPr/>
            <p:nvPr/>
          </p:nvSpPr>
          <p:spPr>
            <a:xfrm>
              <a:off x="4772200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8" name="Google Shape;53698;p51"/>
            <p:cNvSpPr/>
            <p:nvPr/>
          </p:nvSpPr>
          <p:spPr>
            <a:xfrm>
              <a:off x="4798500" y="3276375"/>
              <a:ext cx="233500" cy="225925"/>
            </a:xfrm>
            <a:custGeom>
              <a:avLst/>
              <a:gdLst/>
              <a:ahLst/>
              <a:cxnLst/>
              <a:rect l="l" t="t" r="r" b="b"/>
              <a:pathLst>
                <a:path w="9340" h="9037" extrusionOk="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9" name="Google Shape;53699;p51"/>
            <p:cNvSpPr/>
            <p:nvPr/>
          </p:nvSpPr>
          <p:spPr>
            <a:xfrm>
              <a:off x="4797325" y="3275200"/>
              <a:ext cx="235850" cy="227100"/>
            </a:xfrm>
            <a:custGeom>
              <a:avLst/>
              <a:gdLst/>
              <a:ahLst/>
              <a:cxnLst/>
              <a:rect l="l" t="t" r="r" b="b"/>
              <a:pathLst>
                <a:path w="9434" h="9084" extrusionOk="0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0" name="Google Shape;53700;p51"/>
            <p:cNvSpPr/>
            <p:nvPr/>
          </p:nvSpPr>
          <p:spPr>
            <a:xfrm>
              <a:off x="4827150" y="3305025"/>
              <a:ext cx="176175" cy="176200"/>
            </a:xfrm>
            <a:custGeom>
              <a:avLst/>
              <a:gdLst/>
              <a:ahLst/>
              <a:cxnLst/>
              <a:rect l="l" t="t" r="r" b="b"/>
              <a:pathLst>
                <a:path w="7047" h="7048" extrusionOk="0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1" name="Google Shape;53701;p51"/>
            <p:cNvSpPr/>
            <p:nvPr/>
          </p:nvSpPr>
          <p:spPr>
            <a:xfrm>
              <a:off x="4826150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2" name="Google Shape;53702;p51"/>
            <p:cNvSpPr/>
            <p:nvPr/>
          </p:nvSpPr>
          <p:spPr>
            <a:xfrm>
              <a:off x="4852275" y="3330150"/>
              <a:ext cx="125950" cy="125950"/>
            </a:xfrm>
            <a:custGeom>
              <a:avLst/>
              <a:gdLst/>
              <a:ahLst/>
              <a:cxnLst/>
              <a:rect l="l" t="t" r="r" b="b"/>
              <a:pathLst>
                <a:path w="5038" h="5038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3" name="Google Shape;53703;p51"/>
            <p:cNvSpPr/>
            <p:nvPr/>
          </p:nvSpPr>
          <p:spPr>
            <a:xfrm>
              <a:off x="4851250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4" name="Google Shape;53704;p51"/>
            <p:cNvSpPr/>
            <p:nvPr/>
          </p:nvSpPr>
          <p:spPr>
            <a:xfrm>
              <a:off x="4881100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5" name="Google Shape;53705;p51"/>
            <p:cNvSpPr/>
            <p:nvPr/>
          </p:nvSpPr>
          <p:spPr>
            <a:xfrm>
              <a:off x="4880075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6" name="Google Shape;53706;p51"/>
            <p:cNvSpPr/>
            <p:nvPr/>
          </p:nvSpPr>
          <p:spPr>
            <a:xfrm>
              <a:off x="5084225" y="3224125"/>
              <a:ext cx="334125" cy="278175"/>
            </a:xfrm>
            <a:custGeom>
              <a:avLst/>
              <a:gdLst/>
              <a:ahLst/>
              <a:cxnLst/>
              <a:rect l="l" t="t" r="r" b="b"/>
              <a:pathLst>
                <a:path w="13365" h="11127" extrusionOk="0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7" name="Google Shape;53707;p51"/>
            <p:cNvSpPr/>
            <p:nvPr/>
          </p:nvSpPr>
          <p:spPr>
            <a:xfrm>
              <a:off x="5083050" y="3223100"/>
              <a:ext cx="336500" cy="279200"/>
            </a:xfrm>
            <a:custGeom>
              <a:avLst/>
              <a:gdLst/>
              <a:ahLst/>
              <a:cxnLst/>
              <a:rect l="l" t="t" r="r" b="b"/>
              <a:pathLst>
                <a:path w="13460" h="11168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8" name="Google Shape;53708;p51"/>
            <p:cNvSpPr/>
            <p:nvPr/>
          </p:nvSpPr>
          <p:spPr>
            <a:xfrm>
              <a:off x="5107475" y="3251100"/>
              <a:ext cx="283925" cy="251200"/>
            </a:xfrm>
            <a:custGeom>
              <a:avLst/>
              <a:gdLst/>
              <a:ahLst/>
              <a:cxnLst/>
              <a:rect l="l" t="t" r="r" b="b"/>
              <a:pathLst>
                <a:path w="11357" h="10048" extrusionOk="0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9" name="Google Shape;53709;p51"/>
            <p:cNvSpPr/>
            <p:nvPr/>
          </p:nvSpPr>
          <p:spPr>
            <a:xfrm>
              <a:off x="5106475" y="3250075"/>
              <a:ext cx="286100" cy="252225"/>
            </a:xfrm>
            <a:custGeom>
              <a:avLst/>
              <a:gdLst/>
              <a:ahLst/>
              <a:cxnLst/>
              <a:rect l="l" t="t" r="r" b="b"/>
              <a:pathLst>
                <a:path w="11444" h="10089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0" name="Google Shape;53710;p51"/>
            <p:cNvSpPr/>
            <p:nvPr/>
          </p:nvSpPr>
          <p:spPr>
            <a:xfrm>
              <a:off x="5132600" y="3276375"/>
              <a:ext cx="233675" cy="225925"/>
            </a:xfrm>
            <a:custGeom>
              <a:avLst/>
              <a:gdLst/>
              <a:ahLst/>
              <a:cxnLst/>
              <a:rect l="l" t="t" r="r" b="b"/>
              <a:pathLst>
                <a:path w="9347" h="9037" extrusionOk="0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1" name="Google Shape;53711;p51"/>
            <p:cNvSpPr/>
            <p:nvPr/>
          </p:nvSpPr>
          <p:spPr>
            <a:xfrm>
              <a:off x="5131600" y="3275200"/>
              <a:ext cx="235675" cy="227100"/>
            </a:xfrm>
            <a:custGeom>
              <a:avLst/>
              <a:gdLst/>
              <a:ahLst/>
              <a:cxnLst/>
              <a:rect l="l" t="t" r="r" b="b"/>
              <a:pathLst>
                <a:path w="9427" h="9084" extrusionOk="0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2" name="Google Shape;53712;p51"/>
            <p:cNvSpPr/>
            <p:nvPr/>
          </p:nvSpPr>
          <p:spPr>
            <a:xfrm>
              <a:off x="5161425" y="3305025"/>
              <a:ext cx="176200" cy="176200"/>
            </a:xfrm>
            <a:custGeom>
              <a:avLst/>
              <a:gdLst/>
              <a:ahLst/>
              <a:cxnLst/>
              <a:rect l="l" t="t" r="r" b="b"/>
              <a:pathLst>
                <a:path w="7048" h="704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3" name="Google Shape;53713;p51"/>
            <p:cNvSpPr/>
            <p:nvPr/>
          </p:nvSpPr>
          <p:spPr>
            <a:xfrm>
              <a:off x="5160425" y="3304025"/>
              <a:ext cx="178200" cy="178200"/>
            </a:xfrm>
            <a:custGeom>
              <a:avLst/>
              <a:gdLst/>
              <a:ahLst/>
              <a:cxnLst/>
              <a:rect l="l" t="t" r="r" b="b"/>
              <a:pathLst>
                <a:path w="7128" h="7128" extrusionOk="0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4" name="Google Shape;53714;p51"/>
            <p:cNvSpPr/>
            <p:nvPr/>
          </p:nvSpPr>
          <p:spPr>
            <a:xfrm>
              <a:off x="5186550" y="3330150"/>
              <a:ext cx="125775" cy="125950"/>
            </a:xfrm>
            <a:custGeom>
              <a:avLst/>
              <a:gdLst/>
              <a:ahLst/>
              <a:cxnLst/>
              <a:rect l="l" t="t" r="r" b="b"/>
              <a:pathLst>
                <a:path w="5031" h="5038" extrusionOk="0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5" name="Google Shape;53715;p51"/>
            <p:cNvSpPr/>
            <p:nvPr/>
          </p:nvSpPr>
          <p:spPr>
            <a:xfrm>
              <a:off x="5185525" y="3329150"/>
              <a:ext cx="127975" cy="127950"/>
            </a:xfrm>
            <a:custGeom>
              <a:avLst/>
              <a:gdLst/>
              <a:ahLst/>
              <a:cxnLst/>
              <a:rect l="l" t="t" r="r" b="b"/>
              <a:pathLst>
                <a:path w="5119" h="5118" extrusionOk="0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6" name="Google Shape;53716;p51"/>
            <p:cNvSpPr/>
            <p:nvPr/>
          </p:nvSpPr>
          <p:spPr>
            <a:xfrm>
              <a:off x="5215375" y="3358975"/>
              <a:ext cx="68300" cy="68300"/>
            </a:xfrm>
            <a:custGeom>
              <a:avLst/>
              <a:gdLst/>
              <a:ahLst/>
              <a:cxnLst/>
              <a:rect l="l" t="t" r="r" b="b"/>
              <a:pathLst>
                <a:path w="2732" h="2732" extrusionOk="0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7" name="Google Shape;53717;p51"/>
            <p:cNvSpPr/>
            <p:nvPr/>
          </p:nvSpPr>
          <p:spPr>
            <a:xfrm>
              <a:off x="5214350" y="3357975"/>
              <a:ext cx="70325" cy="70300"/>
            </a:xfrm>
            <a:custGeom>
              <a:avLst/>
              <a:gdLst/>
              <a:ahLst/>
              <a:cxnLst/>
              <a:rect l="l" t="t" r="r" b="b"/>
              <a:pathLst>
                <a:path w="2813" h="2812" extrusionOk="0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8" name="Google Shape;53718;p51"/>
            <p:cNvSpPr/>
            <p:nvPr/>
          </p:nvSpPr>
          <p:spPr>
            <a:xfrm>
              <a:off x="358157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9" name="Google Shape;53719;p51"/>
            <p:cNvSpPr/>
            <p:nvPr/>
          </p:nvSpPr>
          <p:spPr>
            <a:xfrm>
              <a:off x="358055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0" name="Google Shape;53720;p51"/>
            <p:cNvSpPr/>
            <p:nvPr/>
          </p:nvSpPr>
          <p:spPr>
            <a:xfrm>
              <a:off x="3604825" y="3346175"/>
              <a:ext cx="284075" cy="156125"/>
            </a:xfrm>
            <a:custGeom>
              <a:avLst/>
              <a:gdLst/>
              <a:ahLst/>
              <a:cxnLst/>
              <a:rect l="l" t="t" r="r" b="b"/>
              <a:pathLst>
                <a:path w="11363" h="6245" extrusionOk="0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1" name="Google Shape;53721;p51"/>
            <p:cNvSpPr/>
            <p:nvPr/>
          </p:nvSpPr>
          <p:spPr>
            <a:xfrm>
              <a:off x="360382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2" name="Google Shape;53722;p51"/>
            <p:cNvSpPr/>
            <p:nvPr/>
          </p:nvSpPr>
          <p:spPr>
            <a:xfrm>
              <a:off x="363012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3" name="Google Shape;53723;p51"/>
            <p:cNvSpPr/>
            <p:nvPr/>
          </p:nvSpPr>
          <p:spPr>
            <a:xfrm>
              <a:off x="3628950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4" name="Google Shape;53724;p51"/>
            <p:cNvSpPr/>
            <p:nvPr/>
          </p:nvSpPr>
          <p:spPr>
            <a:xfrm>
              <a:off x="365877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5" name="Google Shape;53725;p51"/>
            <p:cNvSpPr/>
            <p:nvPr/>
          </p:nvSpPr>
          <p:spPr>
            <a:xfrm>
              <a:off x="365777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6" name="Google Shape;53726;p51"/>
            <p:cNvSpPr/>
            <p:nvPr/>
          </p:nvSpPr>
          <p:spPr>
            <a:xfrm>
              <a:off x="3683900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7" name="Google Shape;53727;p51"/>
            <p:cNvSpPr/>
            <p:nvPr/>
          </p:nvSpPr>
          <p:spPr>
            <a:xfrm>
              <a:off x="368287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8" name="Google Shape;53728;p51"/>
            <p:cNvSpPr/>
            <p:nvPr/>
          </p:nvSpPr>
          <p:spPr>
            <a:xfrm>
              <a:off x="371272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9" name="Google Shape;53729;p51"/>
            <p:cNvSpPr/>
            <p:nvPr/>
          </p:nvSpPr>
          <p:spPr>
            <a:xfrm>
              <a:off x="3711700" y="3453050"/>
              <a:ext cx="70325" cy="49250"/>
            </a:xfrm>
            <a:custGeom>
              <a:avLst/>
              <a:gdLst/>
              <a:ahLst/>
              <a:cxnLst/>
              <a:rect l="l" t="t" r="r" b="b"/>
              <a:pathLst>
                <a:path w="2813" h="1970" extrusionOk="0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0" name="Google Shape;53730;p51"/>
            <p:cNvSpPr/>
            <p:nvPr/>
          </p:nvSpPr>
          <p:spPr>
            <a:xfrm>
              <a:off x="39158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1" name="Google Shape;53731;p51"/>
            <p:cNvSpPr/>
            <p:nvPr/>
          </p:nvSpPr>
          <p:spPr>
            <a:xfrm>
              <a:off x="3914675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2" name="Google Shape;53732;p51"/>
            <p:cNvSpPr/>
            <p:nvPr/>
          </p:nvSpPr>
          <p:spPr>
            <a:xfrm>
              <a:off x="3939125" y="3346175"/>
              <a:ext cx="284050" cy="156125"/>
            </a:xfrm>
            <a:custGeom>
              <a:avLst/>
              <a:gdLst/>
              <a:ahLst/>
              <a:cxnLst/>
              <a:rect l="l" t="t" r="r" b="b"/>
              <a:pathLst>
                <a:path w="11362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3" name="Google Shape;53733;p51"/>
            <p:cNvSpPr/>
            <p:nvPr/>
          </p:nvSpPr>
          <p:spPr>
            <a:xfrm>
              <a:off x="393810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4" name="Google Shape;53734;p51"/>
            <p:cNvSpPr/>
            <p:nvPr/>
          </p:nvSpPr>
          <p:spPr>
            <a:xfrm>
              <a:off x="3964400" y="3371275"/>
              <a:ext cx="233500" cy="131025"/>
            </a:xfrm>
            <a:custGeom>
              <a:avLst/>
              <a:gdLst/>
              <a:ahLst/>
              <a:cxnLst/>
              <a:rect l="l" t="t" r="r" b="b"/>
              <a:pathLst>
                <a:path w="9340" h="5241" extrusionOk="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5" name="Google Shape;53735;p51"/>
            <p:cNvSpPr/>
            <p:nvPr/>
          </p:nvSpPr>
          <p:spPr>
            <a:xfrm>
              <a:off x="3963225" y="3370275"/>
              <a:ext cx="235850" cy="132025"/>
            </a:xfrm>
            <a:custGeom>
              <a:avLst/>
              <a:gdLst/>
              <a:ahLst/>
              <a:cxnLst/>
              <a:rect l="l" t="t" r="r" b="b"/>
              <a:pathLst>
                <a:path w="9434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6" name="Google Shape;53736;p51"/>
            <p:cNvSpPr/>
            <p:nvPr/>
          </p:nvSpPr>
          <p:spPr>
            <a:xfrm>
              <a:off x="3993050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7" name="Google Shape;53737;p51"/>
            <p:cNvSpPr/>
            <p:nvPr/>
          </p:nvSpPr>
          <p:spPr>
            <a:xfrm>
              <a:off x="399205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8" name="Google Shape;53738;p51"/>
            <p:cNvSpPr/>
            <p:nvPr/>
          </p:nvSpPr>
          <p:spPr>
            <a:xfrm>
              <a:off x="4018175" y="3425225"/>
              <a:ext cx="125950" cy="77075"/>
            </a:xfrm>
            <a:custGeom>
              <a:avLst/>
              <a:gdLst/>
              <a:ahLst/>
              <a:cxnLst/>
              <a:rect l="l" t="t" r="r" b="b"/>
              <a:pathLst>
                <a:path w="5038" h="3083" extrusionOk="0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9" name="Google Shape;53739;p51"/>
            <p:cNvSpPr/>
            <p:nvPr/>
          </p:nvSpPr>
          <p:spPr>
            <a:xfrm>
              <a:off x="4017175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0" name="Google Shape;53740;p51"/>
            <p:cNvSpPr/>
            <p:nvPr/>
          </p:nvSpPr>
          <p:spPr>
            <a:xfrm>
              <a:off x="404700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1" name="Google Shape;53741;p51"/>
            <p:cNvSpPr/>
            <p:nvPr/>
          </p:nvSpPr>
          <p:spPr>
            <a:xfrm>
              <a:off x="4046000" y="3453050"/>
              <a:ext cx="70300" cy="49250"/>
            </a:xfrm>
            <a:custGeom>
              <a:avLst/>
              <a:gdLst/>
              <a:ahLst/>
              <a:cxnLst/>
              <a:rect l="l" t="t" r="r" b="b"/>
              <a:pathLst>
                <a:path w="2812" h="1970" extrusionOk="0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2" name="Google Shape;53742;p51"/>
            <p:cNvSpPr/>
            <p:nvPr/>
          </p:nvSpPr>
          <p:spPr>
            <a:xfrm>
              <a:off x="4250125" y="3319200"/>
              <a:ext cx="334150" cy="183100"/>
            </a:xfrm>
            <a:custGeom>
              <a:avLst/>
              <a:gdLst/>
              <a:ahLst/>
              <a:cxnLst/>
              <a:rect l="l" t="t" r="r" b="b"/>
              <a:pathLst>
                <a:path w="13366" h="7324" extrusionOk="0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3" name="Google Shape;53743;p51"/>
            <p:cNvSpPr/>
            <p:nvPr/>
          </p:nvSpPr>
          <p:spPr>
            <a:xfrm>
              <a:off x="4248950" y="3318175"/>
              <a:ext cx="336500" cy="184125"/>
            </a:xfrm>
            <a:custGeom>
              <a:avLst/>
              <a:gdLst/>
              <a:ahLst/>
              <a:cxnLst/>
              <a:rect l="l" t="t" r="r" b="b"/>
              <a:pathLst>
                <a:path w="13460" h="7365" extrusionOk="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4" name="Google Shape;53744;p51"/>
            <p:cNvSpPr/>
            <p:nvPr/>
          </p:nvSpPr>
          <p:spPr>
            <a:xfrm>
              <a:off x="427340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5" name="Google Shape;53745;p51"/>
            <p:cNvSpPr/>
            <p:nvPr/>
          </p:nvSpPr>
          <p:spPr>
            <a:xfrm>
              <a:off x="4272375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6" name="Google Shape;53746;p51"/>
            <p:cNvSpPr/>
            <p:nvPr/>
          </p:nvSpPr>
          <p:spPr>
            <a:xfrm>
              <a:off x="4298500" y="3371275"/>
              <a:ext cx="233675" cy="131025"/>
            </a:xfrm>
            <a:custGeom>
              <a:avLst/>
              <a:gdLst/>
              <a:ahLst/>
              <a:cxnLst/>
              <a:rect l="l" t="t" r="r" b="b"/>
              <a:pathLst>
                <a:path w="9347" h="5241" extrusionOk="0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7" name="Google Shape;53747;p51"/>
            <p:cNvSpPr/>
            <p:nvPr/>
          </p:nvSpPr>
          <p:spPr>
            <a:xfrm>
              <a:off x="4297500" y="3370275"/>
              <a:ext cx="235675" cy="132025"/>
            </a:xfrm>
            <a:custGeom>
              <a:avLst/>
              <a:gdLst/>
              <a:ahLst/>
              <a:cxnLst/>
              <a:rect l="l" t="t" r="r" b="b"/>
              <a:pathLst>
                <a:path w="9427" h="5281" extrusionOk="0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8" name="Google Shape;53748;p51"/>
            <p:cNvSpPr/>
            <p:nvPr/>
          </p:nvSpPr>
          <p:spPr>
            <a:xfrm>
              <a:off x="4327325" y="3400100"/>
              <a:ext cx="176200" cy="102200"/>
            </a:xfrm>
            <a:custGeom>
              <a:avLst/>
              <a:gdLst/>
              <a:ahLst/>
              <a:cxnLst/>
              <a:rect l="l" t="t" r="r" b="b"/>
              <a:pathLst>
                <a:path w="7048" h="4088" extrusionOk="0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9" name="Google Shape;53749;p51"/>
            <p:cNvSpPr/>
            <p:nvPr/>
          </p:nvSpPr>
          <p:spPr>
            <a:xfrm>
              <a:off x="4326325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0" name="Google Shape;53750;p51"/>
            <p:cNvSpPr/>
            <p:nvPr/>
          </p:nvSpPr>
          <p:spPr>
            <a:xfrm>
              <a:off x="435245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1" name="Google Shape;53751;p51"/>
            <p:cNvSpPr/>
            <p:nvPr/>
          </p:nvSpPr>
          <p:spPr>
            <a:xfrm>
              <a:off x="4351450" y="3424225"/>
              <a:ext cx="127950" cy="78075"/>
            </a:xfrm>
            <a:custGeom>
              <a:avLst/>
              <a:gdLst/>
              <a:ahLst/>
              <a:cxnLst/>
              <a:rect l="l" t="t" r="r" b="b"/>
              <a:pathLst>
                <a:path w="5118" h="3123" extrusionOk="0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2" name="Google Shape;53752;p51"/>
            <p:cNvSpPr/>
            <p:nvPr/>
          </p:nvSpPr>
          <p:spPr>
            <a:xfrm>
              <a:off x="4381275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3" name="Google Shape;53753;p51"/>
            <p:cNvSpPr/>
            <p:nvPr/>
          </p:nvSpPr>
          <p:spPr>
            <a:xfrm>
              <a:off x="4380100" y="3453050"/>
              <a:ext cx="70475" cy="49250"/>
            </a:xfrm>
            <a:custGeom>
              <a:avLst/>
              <a:gdLst/>
              <a:ahLst/>
              <a:cxnLst/>
              <a:rect l="l" t="t" r="r" b="b"/>
              <a:pathLst>
                <a:path w="2819" h="1970" extrusionOk="0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4" name="Google Shape;53754;p51"/>
            <p:cNvSpPr/>
            <p:nvPr/>
          </p:nvSpPr>
          <p:spPr>
            <a:xfrm>
              <a:off x="4584250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5" name="Google Shape;53755;p51"/>
            <p:cNvSpPr/>
            <p:nvPr/>
          </p:nvSpPr>
          <p:spPr>
            <a:xfrm>
              <a:off x="4583225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6" name="Google Shape;53756;p51"/>
            <p:cNvSpPr/>
            <p:nvPr/>
          </p:nvSpPr>
          <p:spPr>
            <a:xfrm>
              <a:off x="4607675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7" name="Google Shape;53757;p51"/>
            <p:cNvSpPr/>
            <p:nvPr/>
          </p:nvSpPr>
          <p:spPr>
            <a:xfrm>
              <a:off x="4606650" y="3345150"/>
              <a:ext cx="286100" cy="157150"/>
            </a:xfrm>
            <a:custGeom>
              <a:avLst/>
              <a:gdLst/>
              <a:ahLst/>
              <a:cxnLst/>
              <a:rect l="l" t="t" r="r" b="b"/>
              <a:pathLst>
                <a:path w="11444" h="6286" extrusionOk="0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8" name="Google Shape;53758;p51"/>
            <p:cNvSpPr/>
            <p:nvPr/>
          </p:nvSpPr>
          <p:spPr>
            <a:xfrm>
              <a:off x="4632800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9" name="Google Shape;53759;p51"/>
            <p:cNvSpPr/>
            <p:nvPr/>
          </p:nvSpPr>
          <p:spPr>
            <a:xfrm>
              <a:off x="4631775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0" name="Google Shape;53760;p51"/>
            <p:cNvSpPr/>
            <p:nvPr/>
          </p:nvSpPr>
          <p:spPr>
            <a:xfrm>
              <a:off x="4661625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1" name="Google Shape;53761;p51"/>
            <p:cNvSpPr/>
            <p:nvPr/>
          </p:nvSpPr>
          <p:spPr>
            <a:xfrm>
              <a:off x="46606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2" name="Google Shape;53762;p51"/>
            <p:cNvSpPr/>
            <p:nvPr/>
          </p:nvSpPr>
          <p:spPr>
            <a:xfrm>
              <a:off x="4686725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3" name="Google Shape;53763;p51"/>
            <p:cNvSpPr/>
            <p:nvPr/>
          </p:nvSpPr>
          <p:spPr>
            <a:xfrm>
              <a:off x="4685725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4" name="Google Shape;53764;p51"/>
            <p:cNvSpPr/>
            <p:nvPr/>
          </p:nvSpPr>
          <p:spPr>
            <a:xfrm>
              <a:off x="47155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5" name="Google Shape;53765;p51"/>
            <p:cNvSpPr/>
            <p:nvPr/>
          </p:nvSpPr>
          <p:spPr>
            <a:xfrm>
              <a:off x="471437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6" name="Google Shape;53766;p51"/>
            <p:cNvSpPr/>
            <p:nvPr/>
          </p:nvSpPr>
          <p:spPr>
            <a:xfrm>
              <a:off x="4918525" y="3319200"/>
              <a:ext cx="334300" cy="183100"/>
            </a:xfrm>
            <a:custGeom>
              <a:avLst/>
              <a:gdLst/>
              <a:ahLst/>
              <a:cxnLst/>
              <a:rect l="l" t="t" r="r" b="b"/>
              <a:pathLst>
                <a:path w="13372" h="7324" extrusionOk="0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7" name="Google Shape;53767;p51"/>
            <p:cNvSpPr/>
            <p:nvPr/>
          </p:nvSpPr>
          <p:spPr>
            <a:xfrm>
              <a:off x="4917500" y="3318175"/>
              <a:ext cx="336325" cy="184125"/>
            </a:xfrm>
            <a:custGeom>
              <a:avLst/>
              <a:gdLst/>
              <a:ahLst/>
              <a:cxnLst/>
              <a:rect l="l" t="t" r="r" b="b"/>
              <a:pathLst>
                <a:path w="13453" h="7365" extrusionOk="0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8" name="Google Shape;53768;p51"/>
            <p:cNvSpPr/>
            <p:nvPr/>
          </p:nvSpPr>
          <p:spPr>
            <a:xfrm>
              <a:off x="4941950" y="3346175"/>
              <a:ext cx="283900" cy="156125"/>
            </a:xfrm>
            <a:custGeom>
              <a:avLst/>
              <a:gdLst/>
              <a:ahLst/>
              <a:cxnLst/>
              <a:rect l="l" t="t" r="r" b="b"/>
              <a:pathLst>
                <a:path w="11356" h="6245" extrusionOk="0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9" name="Google Shape;53769;p51"/>
            <p:cNvSpPr/>
            <p:nvPr/>
          </p:nvSpPr>
          <p:spPr>
            <a:xfrm>
              <a:off x="4940950" y="3345150"/>
              <a:ext cx="285900" cy="157150"/>
            </a:xfrm>
            <a:custGeom>
              <a:avLst/>
              <a:gdLst/>
              <a:ahLst/>
              <a:cxnLst/>
              <a:rect l="l" t="t" r="r" b="b"/>
              <a:pathLst>
                <a:path w="11436" h="6286" extrusionOk="0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0" name="Google Shape;53770;p51"/>
            <p:cNvSpPr/>
            <p:nvPr/>
          </p:nvSpPr>
          <p:spPr>
            <a:xfrm>
              <a:off x="4967075" y="3371275"/>
              <a:ext cx="233650" cy="131025"/>
            </a:xfrm>
            <a:custGeom>
              <a:avLst/>
              <a:gdLst/>
              <a:ahLst/>
              <a:cxnLst/>
              <a:rect l="l" t="t" r="r" b="b"/>
              <a:pathLst>
                <a:path w="9346" h="5241" extrusionOk="0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1" name="Google Shape;53771;p51"/>
            <p:cNvSpPr/>
            <p:nvPr/>
          </p:nvSpPr>
          <p:spPr>
            <a:xfrm>
              <a:off x="4966050" y="3370275"/>
              <a:ext cx="235700" cy="132025"/>
            </a:xfrm>
            <a:custGeom>
              <a:avLst/>
              <a:gdLst/>
              <a:ahLst/>
              <a:cxnLst/>
              <a:rect l="l" t="t" r="r" b="b"/>
              <a:pathLst>
                <a:path w="9428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2" name="Google Shape;53772;p51"/>
            <p:cNvSpPr/>
            <p:nvPr/>
          </p:nvSpPr>
          <p:spPr>
            <a:xfrm>
              <a:off x="4995900" y="3400100"/>
              <a:ext cx="176000" cy="102200"/>
            </a:xfrm>
            <a:custGeom>
              <a:avLst/>
              <a:gdLst/>
              <a:ahLst/>
              <a:cxnLst/>
              <a:rect l="l" t="t" r="r" b="b"/>
              <a:pathLst>
                <a:path w="7040" h="4088" extrusionOk="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3" name="Google Shape;53773;p51"/>
            <p:cNvSpPr/>
            <p:nvPr/>
          </p:nvSpPr>
          <p:spPr>
            <a:xfrm>
              <a:off x="4994725" y="3399100"/>
              <a:ext cx="178350" cy="103200"/>
            </a:xfrm>
            <a:custGeom>
              <a:avLst/>
              <a:gdLst/>
              <a:ahLst/>
              <a:cxnLst/>
              <a:rect l="l" t="t" r="r" b="b"/>
              <a:pathLst>
                <a:path w="7134" h="4128" extrusionOk="0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4" name="Google Shape;53774;p51"/>
            <p:cNvSpPr/>
            <p:nvPr/>
          </p:nvSpPr>
          <p:spPr>
            <a:xfrm>
              <a:off x="5021000" y="3425225"/>
              <a:ext cx="125800" cy="77075"/>
            </a:xfrm>
            <a:custGeom>
              <a:avLst/>
              <a:gdLst/>
              <a:ahLst/>
              <a:cxnLst/>
              <a:rect l="l" t="t" r="r" b="b"/>
              <a:pathLst>
                <a:path w="5032" h="3083" extrusionOk="0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5" name="Google Shape;53775;p51"/>
            <p:cNvSpPr/>
            <p:nvPr/>
          </p:nvSpPr>
          <p:spPr>
            <a:xfrm>
              <a:off x="5020000" y="3424225"/>
              <a:ext cx="127800" cy="78075"/>
            </a:xfrm>
            <a:custGeom>
              <a:avLst/>
              <a:gdLst/>
              <a:ahLst/>
              <a:cxnLst/>
              <a:rect l="l" t="t" r="r" b="b"/>
              <a:pathLst>
                <a:path w="5112" h="3123" extrusionOk="0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6" name="Google Shape;53776;p51"/>
            <p:cNvSpPr/>
            <p:nvPr/>
          </p:nvSpPr>
          <p:spPr>
            <a:xfrm>
              <a:off x="5049675" y="3454050"/>
              <a:ext cx="68450" cy="48250"/>
            </a:xfrm>
            <a:custGeom>
              <a:avLst/>
              <a:gdLst/>
              <a:ahLst/>
              <a:cxnLst/>
              <a:rect l="l" t="t" r="r" b="b"/>
              <a:pathLst>
                <a:path w="2738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7" name="Google Shape;53777;p51"/>
            <p:cNvSpPr/>
            <p:nvPr/>
          </p:nvSpPr>
          <p:spPr>
            <a:xfrm>
              <a:off x="5048650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8" name="Google Shape;53778;p51"/>
            <p:cNvSpPr/>
            <p:nvPr/>
          </p:nvSpPr>
          <p:spPr>
            <a:xfrm>
              <a:off x="5252800" y="3319200"/>
              <a:ext cx="274300" cy="183100"/>
            </a:xfrm>
            <a:custGeom>
              <a:avLst/>
              <a:gdLst/>
              <a:ahLst/>
              <a:cxnLst/>
              <a:rect l="l" t="t" r="r" b="b"/>
              <a:pathLst>
                <a:path w="10972" h="7324" extrusionOk="0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9" name="Google Shape;53779;p51"/>
            <p:cNvSpPr/>
            <p:nvPr/>
          </p:nvSpPr>
          <p:spPr>
            <a:xfrm>
              <a:off x="5251775" y="3318175"/>
              <a:ext cx="275325" cy="184125"/>
            </a:xfrm>
            <a:custGeom>
              <a:avLst/>
              <a:gdLst/>
              <a:ahLst/>
              <a:cxnLst/>
              <a:rect l="l" t="t" r="r" b="b"/>
              <a:pathLst>
                <a:path w="11013" h="7365" extrusionOk="0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0" name="Google Shape;53780;p51"/>
            <p:cNvSpPr/>
            <p:nvPr/>
          </p:nvSpPr>
          <p:spPr>
            <a:xfrm>
              <a:off x="5276225" y="3346175"/>
              <a:ext cx="250875" cy="156125"/>
            </a:xfrm>
            <a:custGeom>
              <a:avLst/>
              <a:gdLst/>
              <a:ahLst/>
              <a:cxnLst/>
              <a:rect l="l" t="t" r="r" b="b"/>
              <a:pathLst>
                <a:path w="10035" h="6245" extrusionOk="0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1" name="Google Shape;53781;p51"/>
            <p:cNvSpPr/>
            <p:nvPr/>
          </p:nvSpPr>
          <p:spPr>
            <a:xfrm>
              <a:off x="5275050" y="3345150"/>
              <a:ext cx="252050" cy="157150"/>
            </a:xfrm>
            <a:custGeom>
              <a:avLst/>
              <a:gdLst/>
              <a:ahLst/>
              <a:cxnLst/>
              <a:rect l="l" t="t" r="r" b="b"/>
              <a:pathLst>
                <a:path w="10082" h="6286" extrusionOk="0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2" name="Google Shape;53782;p51"/>
            <p:cNvSpPr/>
            <p:nvPr/>
          </p:nvSpPr>
          <p:spPr>
            <a:xfrm>
              <a:off x="5301350" y="3371275"/>
              <a:ext cx="225750" cy="131025"/>
            </a:xfrm>
            <a:custGeom>
              <a:avLst/>
              <a:gdLst/>
              <a:ahLst/>
              <a:cxnLst/>
              <a:rect l="l" t="t" r="r" b="b"/>
              <a:pathLst>
                <a:path w="9030" h="5241" extrusionOk="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3" name="Google Shape;53783;p51"/>
            <p:cNvSpPr/>
            <p:nvPr/>
          </p:nvSpPr>
          <p:spPr>
            <a:xfrm>
              <a:off x="5300325" y="3370275"/>
              <a:ext cx="226775" cy="132025"/>
            </a:xfrm>
            <a:custGeom>
              <a:avLst/>
              <a:gdLst/>
              <a:ahLst/>
              <a:cxnLst/>
              <a:rect l="l" t="t" r="r" b="b"/>
              <a:pathLst>
                <a:path w="9071" h="5281" extrusionOk="0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4" name="Google Shape;53784;p51"/>
            <p:cNvSpPr/>
            <p:nvPr/>
          </p:nvSpPr>
          <p:spPr>
            <a:xfrm>
              <a:off x="5330000" y="3400100"/>
              <a:ext cx="176175" cy="102200"/>
            </a:xfrm>
            <a:custGeom>
              <a:avLst/>
              <a:gdLst/>
              <a:ahLst/>
              <a:cxnLst/>
              <a:rect l="l" t="t" r="r" b="b"/>
              <a:pathLst>
                <a:path w="7047" h="4088" extrusionOk="0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5" name="Google Shape;53785;p51"/>
            <p:cNvSpPr/>
            <p:nvPr/>
          </p:nvSpPr>
          <p:spPr>
            <a:xfrm>
              <a:off x="5329000" y="3399100"/>
              <a:ext cx="178200" cy="103200"/>
            </a:xfrm>
            <a:custGeom>
              <a:avLst/>
              <a:gdLst/>
              <a:ahLst/>
              <a:cxnLst/>
              <a:rect l="l" t="t" r="r" b="b"/>
              <a:pathLst>
                <a:path w="7128" h="4128" extrusionOk="0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6" name="Google Shape;53786;p51"/>
            <p:cNvSpPr/>
            <p:nvPr/>
          </p:nvSpPr>
          <p:spPr>
            <a:xfrm>
              <a:off x="5355300" y="3425225"/>
              <a:ext cx="125775" cy="77075"/>
            </a:xfrm>
            <a:custGeom>
              <a:avLst/>
              <a:gdLst/>
              <a:ahLst/>
              <a:cxnLst/>
              <a:rect l="l" t="t" r="r" b="b"/>
              <a:pathLst>
                <a:path w="5031" h="3083" extrusionOk="0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7" name="Google Shape;53787;p51"/>
            <p:cNvSpPr/>
            <p:nvPr/>
          </p:nvSpPr>
          <p:spPr>
            <a:xfrm>
              <a:off x="5354100" y="3424225"/>
              <a:ext cx="127975" cy="78075"/>
            </a:xfrm>
            <a:custGeom>
              <a:avLst/>
              <a:gdLst/>
              <a:ahLst/>
              <a:cxnLst/>
              <a:rect l="l" t="t" r="r" b="b"/>
              <a:pathLst>
                <a:path w="5119" h="3123" extrusionOk="0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8" name="Google Shape;53788;p51"/>
            <p:cNvSpPr/>
            <p:nvPr/>
          </p:nvSpPr>
          <p:spPr>
            <a:xfrm>
              <a:off x="5383950" y="3454050"/>
              <a:ext cx="68300" cy="48250"/>
            </a:xfrm>
            <a:custGeom>
              <a:avLst/>
              <a:gdLst/>
              <a:ahLst/>
              <a:cxnLst/>
              <a:rect l="l" t="t" r="r" b="b"/>
              <a:pathLst>
                <a:path w="2732" h="1930" extrusionOk="0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9" name="Google Shape;53789;p51"/>
            <p:cNvSpPr/>
            <p:nvPr/>
          </p:nvSpPr>
          <p:spPr>
            <a:xfrm>
              <a:off x="5382925" y="3453050"/>
              <a:ext cx="70500" cy="49250"/>
            </a:xfrm>
            <a:custGeom>
              <a:avLst/>
              <a:gdLst/>
              <a:ahLst/>
              <a:cxnLst/>
              <a:rect l="l" t="t" r="r" b="b"/>
              <a:pathLst>
                <a:path w="2820" h="1970" extrusionOk="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0" name="Google Shape;53790;p51"/>
            <p:cNvSpPr/>
            <p:nvPr/>
          </p:nvSpPr>
          <p:spPr>
            <a:xfrm>
              <a:off x="3450750" y="3417300"/>
              <a:ext cx="274800" cy="85000"/>
            </a:xfrm>
            <a:custGeom>
              <a:avLst/>
              <a:gdLst/>
              <a:ahLst/>
              <a:cxnLst/>
              <a:rect l="l" t="t" r="r" b="b"/>
              <a:pathLst>
                <a:path w="10992" h="3400" extrusionOk="0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1" name="Google Shape;53791;p51"/>
            <p:cNvSpPr/>
            <p:nvPr/>
          </p:nvSpPr>
          <p:spPr>
            <a:xfrm>
              <a:off x="3450750" y="3416300"/>
              <a:ext cx="276000" cy="86000"/>
            </a:xfrm>
            <a:custGeom>
              <a:avLst/>
              <a:gdLst/>
              <a:ahLst/>
              <a:cxnLst/>
              <a:rect l="l" t="t" r="r" b="b"/>
              <a:pathLst>
                <a:path w="11040" h="3440" extrusionOk="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2" name="Google Shape;53792;p51"/>
            <p:cNvSpPr/>
            <p:nvPr/>
          </p:nvSpPr>
          <p:spPr>
            <a:xfrm>
              <a:off x="3463750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3" name="Google Shape;53793;p51"/>
            <p:cNvSpPr/>
            <p:nvPr/>
          </p:nvSpPr>
          <p:spPr>
            <a:xfrm>
              <a:off x="3462550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4" name="Google Shape;53794;p51"/>
            <p:cNvSpPr/>
            <p:nvPr/>
          </p:nvSpPr>
          <p:spPr>
            <a:xfrm>
              <a:off x="3497125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5" name="Google Shape;53795;p51"/>
            <p:cNvSpPr/>
            <p:nvPr/>
          </p:nvSpPr>
          <p:spPr>
            <a:xfrm>
              <a:off x="349560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6" name="Google Shape;53796;p51"/>
            <p:cNvSpPr/>
            <p:nvPr/>
          </p:nvSpPr>
          <p:spPr>
            <a:xfrm>
              <a:off x="3551725" y="3498225"/>
              <a:ext cx="52975" cy="4075"/>
            </a:xfrm>
            <a:custGeom>
              <a:avLst/>
              <a:gdLst/>
              <a:ahLst/>
              <a:cxnLst/>
              <a:rect l="l" t="t" r="r" b="b"/>
              <a:pathLst>
                <a:path w="2119" h="163" extrusionOk="0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7" name="Google Shape;53797;p51"/>
            <p:cNvSpPr/>
            <p:nvPr/>
          </p:nvSpPr>
          <p:spPr>
            <a:xfrm>
              <a:off x="3548525" y="3497200"/>
              <a:ext cx="59550" cy="5100"/>
            </a:xfrm>
            <a:custGeom>
              <a:avLst/>
              <a:gdLst/>
              <a:ahLst/>
              <a:cxnLst/>
              <a:rect l="l" t="t" r="r" b="b"/>
              <a:pathLst>
                <a:path w="2382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8" name="Google Shape;53798;p51"/>
            <p:cNvSpPr/>
            <p:nvPr/>
          </p:nvSpPr>
          <p:spPr>
            <a:xfrm>
              <a:off x="3768700" y="3417300"/>
              <a:ext cx="291125" cy="85000"/>
            </a:xfrm>
            <a:custGeom>
              <a:avLst/>
              <a:gdLst/>
              <a:ahLst/>
              <a:cxnLst/>
              <a:rect l="l" t="t" r="r" b="b"/>
              <a:pathLst>
                <a:path w="11645" h="3400" extrusionOk="0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9" name="Google Shape;53799;p51"/>
            <p:cNvSpPr/>
            <p:nvPr/>
          </p:nvSpPr>
          <p:spPr>
            <a:xfrm>
              <a:off x="37676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0" name="Google Shape;53800;p51"/>
            <p:cNvSpPr/>
            <p:nvPr/>
          </p:nvSpPr>
          <p:spPr>
            <a:xfrm>
              <a:off x="379802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1" name="Google Shape;53801;p51"/>
            <p:cNvSpPr/>
            <p:nvPr/>
          </p:nvSpPr>
          <p:spPr>
            <a:xfrm>
              <a:off x="3796850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2" name="Google Shape;53802;p51"/>
            <p:cNvSpPr/>
            <p:nvPr/>
          </p:nvSpPr>
          <p:spPr>
            <a:xfrm>
              <a:off x="3831400" y="3469550"/>
              <a:ext cx="162175" cy="32750"/>
            </a:xfrm>
            <a:custGeom>
              <a:avLst/>
              <a:gdLst/>
              <a:ahLst/>
              <a:cxnLst/>
              <a:rect l="l" t="t" r="r" b="b"/>
              <a:pathLst>
                <a:path w="6487" h="1310" extrusionOk="0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3" name="Google Shape;53803;p51"/>
            <p:cNvSpPr/>
            <p:nvPr/>
          </p:nvSpPr>
          <p:spPr>
            <a:xfrm>
              <a:off x="382987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4" name="Google Shape;53804;p51"/>
            <p:cNvSpPr/>
            <p:nvPr/>
          </p:nvSpPr>
          <p:spPr>
            <a:xfrm>
              <a:off x="3886025" y="3498225"/>
              <a:ext cx="52950" cy="4075"/>
            </a:xfrm>
            <a:custGeom>
              <a:avLst/>
              <a:gdLst/>
              <a:ahLst/>
              <a:cxnLst/>
              <a:rect l="l" t="t" r="r" b="b"/>
              <a:pathLst>
                <a:path w="2118" h="163" extrusionOk="0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5" name="Google Shape;53805;p51"/>
            <p:cNvSpPr/>
            <p:nvPr/>
          </p:nvSpPr>
          <p:spPr>
            <a:xfrm>
              <a:off x="38826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6" name="Google Shape;53806;p51"/>
            <p:cNvSpPr/>
            <p:nvPr/>
          </p:nvSpPr>
          <p:spPr>
            <a:xfrm>
              <a:off x="4102975" y="3417300"/>
              <a:ext cx="291150" cy="85000"/>
            </a:xfrm>
            <a:custGeom>
              <a:avLst/>
              <a:gdLst/>
              <a:ahLst/>
              <a:cxnLst/>
              <a:rect l="l" t="t" r="r" b="b"/>
              <a:pathLst>
                <a:path w="11646" h="3400" extrusionOk="0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7" name="Google Shape;53807;p51"/>
            <p:cNvSpPr/>
            <p:nvPr/>
          </p:nvSpPr>
          <p:spPr>
            <a:xfrm>
              <a:off x="4101775" y="3416300"/>
              <a:ext cx="293350" cy="86000"/>
            </a:xfrm>
            <a:custGeom>
              <a:avLst/>
              <a:gdLst/>
              <a:ahLst/>
              <a:cxnLst/>
              <a:rect l="l" t="t" r="r" b="b"/>
              <a:pathLst>
                <a:path w="11734" h="3440" extrusionOk="0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8" name="Google Shape;53808;p51"/>
            <p:cNvSpPr/>
            <p:nvPr/>
          </p:nvSpPr>
          <p:spPr>
            <a:xfrm>
              <a:off x="4132300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9" name="Google Shape;53809;p51"/>
            <p:cNvSpPr/>
            <p:nvPr/>
          </p:nvSpPr>
          <p:spPr>
            <a:xfrm>
              <a:off x="4131125" y="3443275"/>
              <a:ext cx="231300" cy="59025"/>
            </a:xfrm>
            <a:custGeom>
              <a:avLst/>
              <a:gdLst/>
              <a:ahLst/>
              <a:cxnLst/>
              <a:rect l="l" t="t" r="r" b="b"/>
              <a:pathLst>
                <a:path w="9252" h="2361" extrusionOk="0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0" name="Google Shape;53810;p51"/>
            <p:cNvSpPr/>
            <p:nvPr/>
          </p:nvSpPr>
          <p:spPr>
            <a:xfrm>
              <a:off x="4165500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1" name="Google Shape;53811;p51"/>
            <p:cNvSpPr/>
            <p:nvPr/>
          </p:nvSpPr>
          <p:spPr>
            <a:xfrm>
              <a:off x="4164150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2" name="Google Shape;53812;p51"/>
            <p:cNvSpPr/>
            <p:nvPr/>
          </p:nvSpPr>
          <p:spPr>
            <a:xfrm>
              <a:off x="422012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3" name="Google Shape;53813;p51"/>
            <p:cNvSpPr/>
            <p:nvPr/>
          </p:nvSpPr>
          <p:spPr>
            <a:xfrm>
              <a:off x="421692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4" name="Google Shape;53814;p51"/>
            <p:cNvSpPr/>
            <p:nvPr/>
          </p:nvSpPr>
          <p:spPr>
            <a:xfrm>
              <a:off x="443725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5" name="Google Shape;53815;p51"/>
            <p:cNvSpPr/>
            <p:nvPr/>
          </p:nvSpPr>
          <p:spPr>
            <a:xfrm>
              <a:off x="443607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6" name="Google Shape;53816;p51"/>
            <p:cNvSpPr/>
            <p:nvPr/>
          </p:nvSpPr>
          <p:spPr>
            <a:xfrm>
              <a:off x="4466575" y="3444275"/>
              <a:ext cx="228950" cy="58025"/>
            </a:xfrm>
            <a:custGeom>
              <a:avLst/>
              <a:gdLst/>
              <a:ahLst/>
              <a:cxnLst/>
              <a:rect l="l" t="t" r="r" b="b"/>
              <a:pathLst>
                <a:path w="9158" h="2321" extrusionOk="0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7" name="Google Shape;53817;p51"/>
            <p:cNvSpPr/>
            <p:nvPr/>
          </p:nvSpPr>
          <p:spPr>
            <a:xfrm>
              <a:off x="4465225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8" name="Google Shape;53818;p51"/>
            <p:cNvSpPr/>
            <p:nvPr/>
          </p:nvSpPr>
          <p:spPr>
            <a:xfrm>
              <a:off x="4499775" y="3469550"/>
              <a:ext cx="162375" cy="32750"/>
            </a:xfrm>
            <a:custGeom>
              <a:avLst/>
              <a:gdLst/>
              <a:ahLst/>
              <a:cxnLst/>
              <a:rect l="l" t="t" r="r" b="b"/>
              <a:pathLst>
                <a:path w="6495" h="1310" extrusionOk="0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9" name="Google Shape;53819;p51"/>
            <p:cNvSpPr/>
            <p:nvPr/>
          </p:nvSpPr>
          <p:spPr>
            <a:xfrm>
              <a:off x="44984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0" name="Google Shape;53820;p51"/>
            <p:cNvSpPr/>
            <p:nvPr/>
          </p:nvSpPr>
          <p:spPr>
            <a:xfrm>
              <a:off x="455440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1" name="Google Shape;53821;p51"/>
            <p:cNvSpPr/>
            <p:nvPr/>
          </p:nvSpPr>
          <p:spPr>
            <a:xfrm>
              <a:off x="455120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2" name="Google Shape;53822;p51"/>
            <p:cNvSpPr/>
            <p:nvPr/>
          </p:nvSpPr>
          <p:spPr>
            <a:xfrm>
              <a:off x="4771525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3" name="Google Shape;53823;p51"/>
            <p:cNvSpPr/>
            <p:nvPr/>
          </p:nvSpPr>
          <p:spPr>
            <a:xfrm>
              <a:off x="4770350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4" name="Google Shape;53824;p51"/>
            <p:cNvSpPr/>
            <p:nvPr/>
          </p:nvSpPr>
          <p:spPr>
            <a:xfrm>
              <a:off x="4800850" y="3444275"/>
              <a:ext cx="228775" cy="58025"/>
            </a:xfrm>
            <a:custGeom>
              <a:avLst/>
              <a:gdLst/>
              <a:ahLst/>
              <a:cxnLst/>
              <a:rect l="l" t="t" r="r" b="b"/>
              <a:pathLst>
                <a:path w="9151" h="2321" extrusionOk="0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5" name="Google Shape;53825;p51"/>
            <p:cNvSpPr/>
            <p:nvPr/>
          </p:nvSpPr>
          <p:spPr>
            <a:xfrm>
              <a:off x="4799500" y="3443275"/>
              <a:ext cx="231475" cy="59025"/>
            </a:xfrm>
            <a:custGeom>
              <a:avLst/>
              <a:gdLst/>
              <a:ahLst/>
              <a:cxnLst/>
              <a:rect l="l" t="t" r="r" b="b"/>
              <a:pathLst>
                <a:path w="9259" h="2361" extrusionOk="0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6" name="Google Shape;53826;p51"/>
            <p:cNvSpPr/>
            <p:nvPr/>
          </p:nvSpPr>
          <p:spPr>
            <a:xfrm>
              <a:off x="4834075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7" name="Google Shape;53827;p51"/>
            <p:cNvSpPr/>
            <p:nvPr/>
          </p:nvSpPr>
          <p:spPr>
            <a:xfrm>
              <a:off x="4832725" y="3468375"/>
              <a:ext cx="165050" cy="33925"/>
            </a:xfrm>
            <a:custGeom>
              <a:avLst/>
              <a:gdLst/>
              <a:ahLst/>
              <a:cxnLst/>
              <a:rect l="l" t="t" r="r" b="b"/>
              <a:pathLst>
                <a:path w="6602" h="1357" extrusionOk="0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8" name="Google Shape;53828;p51"/>
            <p:cNvSpPr/>
            <p:nvPr/>
          </p:nvSpPr>
          <p:spPr>
            <a:xfrm>
              <a:off x="4888675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9" name="Google Shape;53829;p51"/>
            <p:cNvSpPr/>
            <p:nvPr/>
          </p:nvSpPr>
          <p:spPr>
            <a:xfrm>
              <a:off x="4885475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0" name="Google Shape;53830;p51"/>
            <p:cNvSpPr/>
            <p:nvPr/>
          </p:nvSpPr>
          <p:spPr>
            <a:xfrm>
              <a:off x="5105800" y="3417300"/>
              <a:ext cx="290975" cy="85000"/>
            </a:xfrm>
            <a:custGeom>
              <a:avLst/>
              <a:gdLst/>
              <a:ahLst/>
              <a:cxnLst/>
              <a:rect l="l" t="t" r="r" b="b"/>
              <a:pathLst>
                <a:path w="11639" h="3400" extrusionOk="0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1" name="Google Shape;53831;p51"/>
            <p:cNvSpPr/>
            <p:nvPr/>
          </p:nvSpPr>
          <p:spPr>
            <a:xfrm>
              <a:off x="5104625" y="3416300"/>
              <a:ext cx="293325" cy="86000"/>
            </a:xfrm>
            <a:custGeom>
              <a:avLst/>
              <a:gdLst/>
              <a:ahLst/>
              <a:cxnLst/>
              <a:rect l="l" t="t" r="r" b="b"/>
              <a:pathLst>
                <a:path w="11733" h="3440" extrusionOk="0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2" name="Google Shape;53832;p51"/>
            <p:cNvSpPr/>
            <p:nvPr/>
          </p:nvSpPr>
          <p:spPr>
            <a:xfrm>
              <a:off x="5134975" y="3444275"/>
              <a:ext cx="228925" cy="58025"/>
            </a:xfrm>
            <a:custGeom>
              <a:avLst/>
              <a:gdLst/>
              <a:ahLst/>
              <a:cxnLst/>
              <a:rect l="l" t="t" r="r" b="b"/>
              <a:pathLst>
                <a:path w="9157" h="2321" extrusionOk="0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3" name="Google Shape;53833;p51"/>
            <p:cNvSpPr/>
            <p:nvPr/>
          </p:nvSpPr>
          <p:spPr>
            <a:xfrm>
              <a:off x="5133775" y="3443275"/>
              <a:ext cx="231325" cy="59025"/>
            </a:xfrm>
            <a:custGeom>
              <a:avLst/>
              <a:gdLst/>
              <a:ahLst/>
              <a:cxnLst/>
              <a:rect l="l" t="t" r="r" b="b"/>
              <a:pathLst>
                <a:path w="9253" h="2361" extrusionOk="0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4" name="Google Shape;53834;p51"/>
            <p:cNvSpPr/>
            <p:nvPr/>
          </p:nvSpPr>
          <p:spPr>
            <a:xfrm>
              <a:off x="5168350" y="3469550"/>
              <a:ext cx="162350" cy="32750"/>
            </a:xfrm>
            <a:custGeom>
              <a:avLst/>
              <a:gdLst/>
              <a:ahLst/>
              <a:cxnLst/>
              <a:rect l="l" t="t" r="r" b="b"/>
              <a:pathLst>
                <a:path w="6494" h="1310" extrusionOk="0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5" name="Google Shape;53835;p51"/>
            <p:cNvSpPr/>
            <p:nvPr/>
          </p:nvSpPr>
          <p:spPr>
            <a:xfrm>
              <a:off x="5166825" y="3468375"/>
              <a:ext cx="165225" cy="33925"/>
            </a:xfrm>
            <a:custGeom>
              <a:avLst/>
              <a:gdLst/>
              <a:ahLst/>
              <a:cxnLst/>
              <a:rect l="l" t="t" r="r" b="b"/>
              <a:pathLst>
                <a:path w="6609" h="1357" extrusionOk="0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6" name="Google Shape;53836;p51"/>
            <p:cNvSpPr/>
            <p:nvPr/>
          </p:nvSpPr>
          <p:spPr>
            <a:xfrm>
              <a:off x="5222950" y="3498225"/>
              <a:ext cx="53125" cy="4075"/>
            </a:xfrm>
            <a:custGeom>
              <a:avLst/>
              <a:gdLst/>
              <a:ahLst/>
              <a:cxnLst/>
              <a:rect l="l" t="t" r="r" b="b"/>
              <a:pathLst>
                <a:path w="2125" h="163" extrusionOk="0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7" name="Google Shape;53837;p51"/>
            <p:cNvSpPr/>
            <p:nvPr/>
          </p:nvSpPr>
          <p:spPr>
            <a:xfrm>
              <a:off x="5219750" y="3497200"/>
              <a:ext cx="59525" cy="5100"/>
            </a:xfrm>
            <a:custGeom>
              <a:avLst/>
              <a:gdLst/>
              <a:ahLst/>
              <a:cxnLst/>
              <a:rect l="l" t="t" r="r" b="b"/>
              <a:pathLst>
                <a:path w="2381" h="204" extrusionOk="0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838" name="Google Shape;53838;p51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839" name="Google Shape;53839;p51"/>
          <p:cNvGrpSpPr/>
          <p:nvPr/>
        </p:nvGrpSpPr>
        <p:grpSpPr>
          <a:xfrm>
            <a:off x="7493710" y="2641730"/>
            <a:ext cx="1650293" cy="2065513"/>
            <a:chOff x="7083460" y="58355"/>
            <a:chExt cx="2069852" cy="2590310"/>
          </a:xfrm>
        </p:grpSpPr>
        <p:sp>
          <p:nvSpPr>
            <p:cNvPr id="53840" name="Google Shape;53840;p51"/>
            <p:cNvSpPr/>
            <p:nvPr/>
          </p:nvSpPr>
          <p:spPr>
            <a:xfrm>
              <a:off x="8444179" y="812772"/>
              <a:ext cx="709133" cy="994820"/>
            </a:xfrm>
            <a:custGeom>
              <a:avLst/>
              <a:gdLst/>
              <a:ahLst/>
              <a:cxnLst/>
              <a:rect l="l" t="t" r="r" b="b"/>
              <a:pathLst>
                <a:path w="32281" h="45286" extrusionOk="0">
                  <a:moveTo>
                    <a:pt x="524" y="1"/>
                  </a:moveTo>
                  <a:cubicBezTo>
                    <a:pt x="474" y="1"/>
                    <a:pt x="424" y="8"/>
                    <a:pt x="376" y="22"/>
                  </a:cubicBezTo>
                  <a:cubicBezTo>
                    <a:pt x="151" y="98"/>
                    <a:pt x="0" y="323"/>
                    <a:pt x="25" y="549"/>
                  </a:cubicBezTo>
                  <a:cubicBezTo>
                    <a:pt x="351" y="3707"/>
                    <a:pt x="1203" y="6865"/>
                    <a:pt x="2531" y="9822"/>
                  </a:cubicBezTo>
                  <a:cubicBezTo>
                    <a:pt x="3885" y="12779"/>
                    <a:pt x="5689" y="15561"/>
                    <a:pt x="7920" y="18017"/>
                  </a:cubicBezTo>
                  <a:cubicBezTo>
                    <a:pt x="9048" y="19246"/>
                    <a:pt x="10276" y="20398"/>
                    <a:pt x="11529" y="21426"/>
                  </a:cubicBezTo>
                  <a:cubicBezTo>
                    <a:pt x="12807" y="22479"/>
                    <a:pt x="14110" y="23406"/>
                    <a:pt x="15389" y="24333"/>
                  </a:cubicBezTo>
                  <a:cubicBezTo>
                    <a:pt x="17970" y="26138"/>
                    <a:pt x="20451" y="27817"/>
                    <a:pt x="22481" y="29722"/>
                  </a:cubicBezTo>
                  <a:cubicBezTo>
                    <a:pt x="23509" y="30649"/>
                    <a:pt x="24411" y="31652"/>
                    <a:pt x="25238" y="32754"/>
                  </a:cubicBezTo>
                  <a:cubicBezTo>
                    <a:pt x="26091" y="33832"/>
                    <a:pt x="26867" y="35035"/>
                    <a:pt x="27594" y="36263"/>
                  </a:cubicBezTo>
                  <a:cubicBezTo>
                    <a:pt x="29048" y="38769"/>
                    <a:pt x="30376" y="41476"/>
                    <a:pt x="31780" y="44308"/>
                  </a:cubicBezTo>
                  <a:cubicBezTo>
                    <a:pt x="31955" y="44634"/>
                    <a:pt x="32131" y="44960"/>
                    <a:pt x="32281" y="45286"/>
                  </a:cubicBezTo>
                  <a:lnTo>
                    <a:pt x="32281" y="31426"/>
                  </a:lnTo>
                  <a:cubicBezTo>
                    <a:pt x="31629" y="30499"/>
                    <a:pt x="30928" y="29571"/>
                    <a:pt x="30151" y="28694"/>
                  </a:cubicBezTo>
                  <a:cubicBezTo>
                    <a:pt x="29850" y="28343"/>
                    <a:pt x="29474" y="28068"/>
                    <a:pt x="29198" y="27667"/>
                  </a:cubicBezTo>
                  <a:cubicBezTo>
                    <a:pt x="28948" y="27291"/>
                    <a:pt x="28747" y="26890"/>
                    <a:pt x="28547" y="26514"/>
                  </a:cubicBezTo>
                  <a:cubicBezTo>
                    <a:pt x="28096" y="25611"/>
                    <a:pt x="27695" y="24709"/>
                    <a:pt x="27319" y="23757"/>
                  </a:cubicBezTo>
                  <a:cubicBezTo>
                    <a:pt x="26592" y="21952"/>
                    <a:pt x="26040" y="20048"/>
                    <a:pt x="25564" y="18168"/>
                  </a:cubicBezTo>
                  <a:cubicBezTo>
                    <a:pt x="24988" y="15887"/>
                    <a:pt x="24587" y="13556"/>
                    <a:pt x="24386" y="11225"/>
                  </a:cubicBezTo>
                  <a:cubicBezTo>
                    <a:pt x="24363" y="11088"/>
                    <a:pt x="24257" y="10972"/>
                    <a:pt x="24124" y="10972"/>
                  </a:cubicBezTo>
                  <a:cubicBezTo>
                    <a:pt x="24111" y="10972"/>
                    <a:pt x="24098" y="10973"/>
                    <a:pt x="24085" y="10975"/>
                  </a:cubicBezTo>
                  <a:cubicBezTo>
                    <a:pt x="23960" y="10975"/>
                    <a:pt x="23860" y="11075"/>
                    <a:pt x="23835" y="11200"/>
                  </a:cubicBezTo>
                  <a:cubicBezTo>
                    <a:pt x="23183" y="15035"/>
                    <a:pt x="23058" y="19020"/>
                    <a:pt x="23459" y="23005"/>
                  </a:cubicBezTo>
                  <a:cubicBezTo>
                    <a:pt x="21679" y="21852"/>
                    <a:pt x="19900" y="20875"/>
                    <a:pt x="18221" y="19897"/>
                  </a:cubicBezTo>
                  <a:cubicBezTo>
                    <a:pt x="15539" y="18393"/>
                    <a:pt x="13033" y="16915"/>
                    <a:pt x="10852" y="15035"/>
                  </a:cubicBezTo>
                  <a:cubicBezTo>
                    <a:pt x="8647" y="13155"/>
                    <a:pt x="6667" y="10925"/>
                    <a:pt x="5013" y="8469"/>
                  </a:cubicBezTo>
                  <a:cubicBezTo>
                    <a:pt x="3359" y="5987"/>
                    <a:pt x="2005" y="3255"/>
                    <a:pt x="1028" y="348"/>
                  </a:cubicBezTo>
                  <a:cubicBezTo>
                    <a:pt x="947" y="125"/>
                    <a:pt x="735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1" name="Google Shape;53841;p51"/>
            <p:cNvSpPr/>
            <p:nvPr/>
          </p:nvSpPr>
          <p:spPr>
            <a:xfrm>
              <a:off x="8091249" y="2213354"/>
              <a:ext cx="1062063" cy="231911"/>
            </a:xfrm>
            <a:custGeom>
              <a:avLst/>
              <a:gdLst/>
              <a:ahLst/>
              <a:cxnLst/>
              <a:rect l="l" t="t" r="r" b="b"/>
              <a:pathLst>
                <a:path w="48347" h="10557" extrusionOk="0">
                  <a:moveTo>
                    <a:pt x="48347" y="0"/>
                  </a:moveTo>
                  <a:cubicBezTo>
                    <a:pt x="45615" y="376"/>
                    <a:pt x="42883" y="802"/>
                    <a:pt x="40177" y="1228"/>
                  </a:cubicBezTo>
                  <a:cubicBezTo>
                    <a:pt x="36818" y="1754"/>
                    <a:pt x="33485" y="2331"/>
                    <a:pt x="30151" y="2932"/>
                  </a:cubicBezTo>
                  <a:cubicBezTo>
                    <a:pt x="26793" y="3509"/>
                    <a:pt x="23485" y="4236"/>
                    <a:pt x="20202" y="4687"/>
                  </a:cubicBezTo>
                  <a:cubicBezTo>
                    <a:pt x="18298" y="4965"/>
                    <a:pt x="16377" y="5149"/>
                    <a:pt x="14469" y="5149"/>
                  </a:cubicBezTo>
                  <a:cubicBezTo>
                    <a:pt x="13111" y="5149"/>
                    <a:pt x="11761" y="5056"/>
                    <a:pt x="10427" y="4837"/>
                  </a:cubicBezTo>
                  <a:cubicBezTo>
                    <a:pt x="7219" y="4311"/>
                    <a:pt x="4086" y="3083"/>
                    <a:pt x="953" y="1855"/>
                  </a:cubicBezTo>
                  <a:cubicBezTo>
                    <a:pt x="873" y="1818"/>
                    <a:pt x="789" y="1800"/>
                    <a:pt x="707" y="1800"/>
                  </a:cubicBezTo>
                  <a:cubicBezTo>
                    <a:pt x="457" y="1800"/>
                    <a:pt x="221" y="1960"/>
                    <a:pt x="126" y="2206"/>
                  </a:cubicBezTo>
                  <a:cubicBezTo>
                    <a:pt x="1" y="2506"/>
                    <a:pt x="151" y="2857"/>
                    <a:pt x="452" y="3008"/>
                  </a:cubicBezTo>
                  <a:cubicBezTo>
                    <a:pt x="3510" y="4411"/>
                    <a:pt x="6643" y="5865"/>
                    <a:pt x="10076" y="6642"/>
                  </a:cubicBezTo>
                  <a:cubicBezTo>
                    <a:pt x="10778" y="6792"/>
                    <a:pt x="11480" y="6917"/>
                    <a:pt x="12206" y="6993"/>
                  </a:cubicBezTo>
                  <a:cubicBezTo>
                    <a:pt x="9600" y="8246"/>
                    <a:pt x="6868" y="9248"/>
                    <a:pt x="4036" y="10025"/>
                  </a:cubicBezTo>
                  <a:cubicBezTo>
                    <a:pt x="3886" y="10050"/>
                    <a:pt x="3810" y="10201"/>
                    <a:pt x="3861" y="10351"/>
                  </a:cubicBezTo>
                  <a:cubicBezTo>
                    <a:pt x="3882" y="10482"/>
                    <a:pt x="3981" y="10556"/>
                    <a:pt x="4105" y="10556"/>
                  </a:cubicBezTo>
                  <a:cubicBezTo>
                    <a:pt x="4124" y="10556"/>
                    <a:pt x="4142" y="10555"/>
                    <a:pt x="4161" y="10552"/>
                  </a:cubicBezTo>
                  <a:cubicBezTo>
                    <a:pt x="8096" y="9925"/>
                    <a:pt x="12006" y="8822"/>
                    <a:pt x="15715" y="7268"/>
                  </a:cubicBezTo>
                  <a:cubicBezTo>
                    <a:pt x="15922" y="7272"/>
                    <a:pt x="16130" y="7273"/>
                    <a:pt x="16337" y="7273"/>
                  </a:cubicBezTo>
                  <a:cubicBezTo>
                    <a:pt x="17733" y="7273"/>
                    <a:pt x="19124" y="7202"/>
                    <a:pt x="20477" y="7093"/>
                  </a:cubicBezTo>
                  <a:cubicBezTo>
                    <a:pt x="23911" y="6792"/>
                    <a:pt x="27244" y="6291"/>
                    <a:pt x="30578" y="5890"/>
                  </a:cubicBezTo>
                  <a:cubicBezTo>
                    <a:pt x="33936" y="5489"/>
                    <a:pt x="37269" y="5113"/>
                    <a:pt x="40628" y="4762"/>
                  </a:cubicBezTo>
                  <a:cubicBezTo>
                    <a:pt x="43209" y="4511"/>
                    <a:pt x="45791" y="4261"/>
                    <a:pt x="48347" y="4035"/>
                  </a:cubicBezTo>
                  <a:lnTo>
                    <a:pt x="483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2" name="Google Shape;53842;p51"/>
            <p:cNvSpPr/>
            <p:nvPr/>
          </p:nvSpPr>
          <p:spPr>
            <a:xfrm>
              <a:off x="7219161" y="791639"/>
              <a:ext cx="1934151" cy="1278574"/>
            </a:xfrm>
            <a:custGeom>
              <a:avLst/>
              <a:gdLst/>
              <a:ahLst/>
              <a:cxnLst/>
              <a:rect l="l" t="t" r="r" b="b"/>
              <a:pathLst>
                <a:path w="88046" h="58203" extrusionOk="0">
                  <a:moveTo>
                    <a:pt x="705" y="1"/>
                  </a:moveTo>
                  <a:cubicBezTo>
                    <a:pt x="517" y="1"/>
                    <a:pt x="340" y="76"/>
                    <a:pt x="226" y="233"/>
                  </a:cubicBezTo>
                  <a:cubicBezTo>
                    <a:pt x="0" y="508"/>
                    <a:pt x="51" y="884"/>
                    <a:pt x="276" y="1110"/>
                  </a:cubicBezTo>
                  <a:cubicBezTo>
                    <a:pt x="5113" y="5496"/>
                    <a:pt x="10928" y="8879"/>
                    <a:pt x="17219" y="10934"/>
                  </a:cubicBezTo>
                  <a:cubicBezTo>
                    <a:pt x="20351" y="11962"/>
                    <a:pt x="23509" y="12689"/>
                    <a:pt x="26392" y="13766"/>
                  </a:cubicBezTo>
                  <a:cubicBezTo>
                    <a:pt x="29249" y="14819"/>
                    <a:pt x="31830" y="16373"/>
                    <a:pt x="34186" y="18303"/>
                  </a:cubicBezTo>
                  <a:cubicBezTo>
                    <a:pt x="38923" y="22162"/>
                    <a:pt x="42682" y="27250"/>
                    <a:pt x="46717" y="32313"/>
                  </a:cubicBezTo>
                  <a:cubicBezTo>
                    <a:pt x="48748" y="34869"/>
                    <a:pt x="50878" y="37426"/>
                    <a:pt x="53284" y="39832"/>
                  </a:cubicBezTo>
                  <a:cubicBezTo>
                    <a:pt x="53585" y="40132"/>
                    <a:pt x="53885" y="40433"/>
                    <a:pt x="54186" y="40734"/>
                  </a:cubicBezTo>
                  <a:lnTo>
                    <a:pt x="55139" y="41586"/>
                  </a:lnTo>
                  <a:lnTo>
                    <a:pt x="56116" y="42463"/>
                  </a:lnTo>
                  <a:cubicBezTo>
                    <a:pt x="56442" y="42739"/>
                    <a:pt x="56793" y="42990"/>
                    <a:pt x="57144" y="43265"/>
                  </a:cubicBezTo>
                  <a:cubicBezTo>
                    <a:pt x="58472" y="44393"/>
                    <a:pt x="59951" y="45396"/>
                    <a:pt x="61429" y="46273"/>
                  </a:cubicBezTo>
                  <a:cubicBezTo>
                    <a:pt x="64387" y="48077"/>
                    <a:pt x="67469" y="49481"/>
                    <a:pt x="70452" y="50809"/>
                  </a:cubicBezTo>
                  <a:cubicBezTo>
                    <a:pt x="73409" y="52112"/>
                    <a:pt x="76367" y="53416"/>
                    <a:pt x="79349" y="54669"/>
                  </a:cubicBezTo>
                  <a:cubicBezTo>
                    <a:pt x="82231" y="55897"/>
                    <a:pt x="85114" y="57075"/>
                    <a:pt x="88046" y="58203"/>
                  </a:cubicBezTo>
                  <a:lnTo>
                    <a:pt x="88046" y="49180"/>
                  </a:lnTo>
                  <a:cubicBezTo>
                    <a:pt x="86116" y="48554"/>
                    <a:pt x="84161" y="47927"/>
                    <a:pt x="82206" y="47250"/>
                  </a:cubicBezTo>
                  <a:cubicBezTo>
                    <a:pt x="79199" y="46223"/>
                    <a:pt x="76166" y="45145"/>
                    <a:pt x="73159" y="44042"/>
                  </a:cubicBezTo>
                  <a:cubicBezTo>
                    <a:pt x="70176" y="42965"/>
                    <a:pt x="67319" y="41862"/>
                    <a:pt x="64662" y="40508"/>
                  </a:cubicBezTo>
                  <a:cubicBezTo>
                    <a:pt x="63334" y="39832"/>
                    <a:pt x="62081" y="39105"/>
                    <a:pt x="60878" y="38228"/>
                  </a:cubicBezTo>
                  <a:cubicBezTo>
                    <a:pt x="60577" y="38027"/>
                    <a:pt x="60276" y="37827"/>
                    <a:pt x="59976" y="37601"/>
                  </a:cubicBezTo>
                  <a:lnTo>
                    <a:pt x="59098" y="36924"/>
                  </a:lnTo>
                  <a:lnTo>
                    <a:pt x="58221" y="36223"/>
                  </a:lnTo>
                  <a:cubicBezTo>
                    <a:pt x="57921" y="35997"/>
                    <a:pt x="57645" y="35721"/>
                    <a:pt x="57344" y="35471"/>
                  </a:cubicBezTo>
                  <a:cubicBezTo>
                    <a:pt x="55063" y="33491"/>
                    <a:pt x="52883" y="31235"/>
                    <a:pt x="50753" y="28879"/>
                  </a:cubicBezTo>
                  <a:cubicBezTo>
                    <a:pt x="48597" y="26548"/>
                    <a:pt x="46442" y="24092"/>
                    <a:pt x="44136" y="21736"/>
                  </a:cubicBezTo>
                  <a:cubicBezTo>
                    <a:pt x="41830" y="19380"/>
                    <a:pt x="39349" y="17100"/>
                    <a:pt x="36567" y="15145"/>
                  </a:cubicBezTo>
                  <a:cubicBezTo>
                    <a:pt x="33810" y="13190"/>
                    <a:pt x="30677" y="11586"/>
                    <a:pt x="27419" y="10659"/>
                  </a:cubicBezTo>
                  <a:cubicBezTo>
                    <a:pt x="24186" y="9706"/>
                    <a:pt x="21003" y="9180"/>
                    <a:pt x="17945" y="8428"/>
                  </a:cubicBezTo>
                  <a:cubicBezTo>
                    <a:pt x="11880" y="6899"/>
                    <a:pt x="6091" y="4067"/>
                    <a:pt x="1128" y="132"/>
                  </a:cubicBezTo>
                  <a:cubicBezTo>
                    <a:pt x="998" y="45"/>
                    <a:pt x="848" y="1"/>
                    <a:pt x="7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3" name="Google Shape;53843;p51"/>
            <p:cNvSpPr/>
            <p:nvPr/>
          </p:nvSpPr>
          <p:spPr>
            <a:xfrm>
              <a:off x="7507111" y="720201"/>
              <a:ext cx="261545" cy="313300"/>
            </a:xfrm>
            <a:custGeom>
              <a:avLst/>
              <a:gdLst/>
              <a:ahLst/>
              <a:cxnLst/>
              <a:rect l="l" t="t" r="r" b="b"/>
              <a:pathLst>
                <a:path w="11906" h="14262" extrusionOk="0">
                  <a:moveTo>
                    <a:pt x="4060" y="1"/>
                  </a:moveTo>
                  <a:lnTo>
                    <a:pt x="4060" y="1"/>
                  </a:lnTo>
                  <a:cubicBezTo>
                    <a:pt x="4186" y="878"/>
                    <a:pt x="4136" y="1630"/>
                    <a:pt x="4161" y="2532"/>
                  </a:cubicBezTo>
                  <a:cubicBezTo>
                    <a:pt x="3208" y="1906"/>
                    <a:pt x="2206" y="1454"/>
                    <a:pt x="1153" y="978"/>
                  </a:cubicBezTo>
                  <a:lnTo>
                    <a:pt x="1153" y="978"/>
                  </a:lnTo>
                  <a:cubicBezTo>
                    <a:pt x="0" y="3961"/>
                    <a:pt x="978" y="7444"/>
                    <a:pt x="3033" y="9901"/>
                  </a:cubicBezTo>
                  <a:cubicBezTo>
                    <a:pt x="5063" y="12357"/>
                    <a:pt x="7995" y="13560"/>
                    <a:pt x="11128" y="14262"/>
                  </a:cubicBezTo>
                  <a:cubicBezTo>
                    <a:pt x="11905" y="11454"/>
                    <a:pt x="11629" y="8372"/>
                    <a:pt x="10351" y="5765"/>
                  </a:cubicBezTo>
                  <a:cubicBezTo>
                    <a:pt x="9048" y="3159"/>
                    <a:pt x="6767" y="1053"/>
                    <a:pt x="4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4" name="Google Shape;53844;p51"/>
            <p:cNvSpPr/>
            <p:nvPr/>
          </p:nvSpPr>
          <p:spPr>
            <a:xfrm>
              <a:off x="8416082" y="1305459"/>
              <a:ext cx="214754" cy="345219"/>
            </a:xfrm>
            <a:custGeom>
              <a:avLst/>
              <a:gdLst/>
              <a:ahLst/>
              <a:cxnLst/>
              <a:rect l="l" t="t" r="r" b="b"/>
              <a:pathLst>
                <a:path w="9776" h="15715" extrusionOk="0">
                  <a:moveTo>
                    <a:pt x="2232" y="1"/>
                  </a:moveTo>
                  <a:cubicBezTo>
                    <a:pt x="176" y="2457"/>
                    <a:pt x="1" y="6066"/>
                    <a:pt x="1154" y="9048"/>
                  </a:cubicBezTo>
                  <a:cubicBezTo>
                    <a:pt x="2307" y="12006"/>
                    <a:pt x="4688" y="14086"/>
                    <a:pt x="7420" y="15715"/>
                  </a:cubicBezTo>
                  <a:cubicBezTo>
                    <a:pt x="9049" y="13334"/>
                    <a:pt x="9775" y="10326"/>
                    <a:pt x="9374" y="7444"/>
                  </a:cubicBezTo>
                  <a:cubicBezTo>
                    <a:pt x="8998" y="4587"/>
                    <a:pt x="7495" y="1880"/>
                    <a:pt x="5289" y="1"/>
                  </a:cubicBezTo>
                  <a:cubicBezTo>
                    <a:pt x="5114" y="878"/>
                    <a:pt x="4838" y="1579"/>
                    <a:pt x="4562" y="2432"/>
                  </a:cubicBezTo>
                  <a:cubicBezTo>
                    <a:pt x="3861" y="1529"/>
                    <a:pt x="3059" y="803"/>
                    <a:pt x="2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5" name="Google Shape;53845;p51"/>
            <p:cNvSpPr/>
            <p:nvPr/>
          </p:nvSpPr>
          <p:spPr>
            <a:xfrm>
              <a:off x="9047582" y="2311900"/>
              <a:ext cx="105730" cy="205111"/>
            </a:xfrm>
            <a:custGeom>
              <a:avLst/>
              <a:gdLst/>
              <a:ahLst/>
              <a:cxnLst/>
              <a:rect l="l" t="t" r="r" b="b"/>
              <a:pathLst>
                <a:path w="4813" h="9337" extrusionOk="0">
                  <a:moveTo>
                    <a:pt x="4813" y="0"/>
                  </a:moveTo>
                  <a:cubicBezTo>
                    <a:pt x="2582" y="1429"/>
                    <a:pt x="853" y="3609"/>
                    <a:pt x="1" y="6116"/>
                  </a:cubicBezTo>
                  <a:cubicBezTo>
                    <a:pt x="853" y="5940"/>
                    <a:pt x="1605" y="5965"/>
                    <a:pt x="2507" y="5915"/>
                  </a:cubicBezTo>
                  <a:lnTo>
                    <a:pt x="2507" y="5915"/>
                  </a:lnTo>
                  <a:cubicBezTo>
                    <a:pt x="1931" y="6893"/>
                    <a:pt x="1530" y="7920"/>
                    <a:pt x="1079" y="8948"/>
                  </a:cubicBezTo>
                  <a:cubicBezTo>
                    <a:pt x="1841" y="9218"/>
                    <a:pt x="2633" y="9337"/>
                    <a:pt x="3430" y="9337"/>
                  </a:cubicBezTo>
                  <a:cubicBezTo>
                    <a:pt x="3891" y="9337"/>
                    <a:pt x="4354" y="9297"/>
                    <a:pt x="4813" y="9223"/>
                  </a:cubicBezTo>
                  <a:lnTo>
                    <a:pt x="48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6" name="Google Shape;53846;p51"/>
            <p:cNvSpPr/>
            <p:nvPr/>
          </p:nvSpPr>
          <p:spPr>
            <a:xfrm>
              <a:off x="8556477" y="1993679"/>
              <a:ext cx="294035" cy="263632"/>
            </a:xfrm>
            <a:custGeom>
              <a:avLst/>
              <a:gdLst/>
              <a:ahLst/>
              <a:cxnLst/>
              <a:rect l="l" t="t" r="r" b="b"/>
              <a:pathLst>
                <a:path w="13385" h="12001" extrusionOk="0">
                  <a:moveTo>
                    <a:pt x="2958" y="0"/>
                  </a:moveTo>
                  <a:lnTo>
                    <a:pt x="2958" y="0"/>
                  </a:lnTo>
                  <a:cubicBezTo>
                    <a:pt x="3284" y="802"/>
                    <a:pt x="3435" y="1554"/>
                    <a:pt x="3660" y="2406"/>
                  </a:cubicBezTo>
                  <a:cubicBezTo>
                    <a:pt x="2582" y="2030"/>
                    <a:pt x="1505" y="1855"/>
                    <a:pt x="402" y="1654"/>
                  </a:cubicBezTo>
                  <a:lnTo>
                    <a:pt x="402" y="1654"/>
                  </a:lnTo>
                  <a:cubicBezTo>
                    <a:pt x="1" y="4812"/>
                    <a:pt x="1831" y="7945"/>
                    <a:pt x="4412" y="9800"/>
                  </a:cubicBezTo>
                  <a:cubicBezTo>
                    <a:pt x="6723" y="11483"/>
                    <a:pt x="9477" y="12000"/>
                    <a:pt x="12312" y="12000"/>
                  </a:cubicBezTo>
                  <a:cubicBezTo>
                    <a:pt x="12644" y="12000"/>
                    <a:pt x="12976" y="11993"/>
                    <a:pt x="13309" y="11980"/>
                  </a:cubicBezTo>
                  <a:cubicBezTo>
                    <a:pt x="13384" y="9098"/>
                    <a:pt x="12332" y="6191"/>
                    <a:pt x="10452" y="3985"/>
                  </a:cubicBezTo>
                  <a:cubicBezTo>
                    <a:pt x="8547" y="1805"/>
                    <a:pt x="5816" y="351"/>
                    <a:pt x="29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7" name="Google Shape;53847;p51"/>
            <p:cNvSpPr/>
            <p:nvPr/>
          </p:nvSpPr>
          <p:spPr>
            <a:xfrm>
              <a:off x="7924977" y="882211"/>
              <a:ext cx="329271" cy="323428"/>
            </a:xfrm>
            <a:custGeom>
              <a:avLst/>
              <a:gdLst/>
              <a:ahLst/>
              <a:cxnLst/>
              <a:rect l="l" t="t" r="r" b="b"/>
              <a:pathLst>
                <a:path w="14989" h="14723" extrusionOk="0">
                  <a:moveTo>
                    <a:pt x="7745" y="1"/>
                  </a:moveTo>
                  <a:cubicBezTo>
                    <a:pt x="7645" y="1"/>
                    <a:pt x="7545" y="7"/>
                    <a:pt x="7445" y="19"/>
                  </a:cubicBezTo>
                  <a:cubicBezTo>
                    <a:pt x="7436" y="11"/>
                    <a:pt x="7431" y="8"/>
                    <a:pt x="7426" y="8"/>
                  </a:cubicBezTo>
                  <a:cubicBezTo>
                    <a:pt x="7417" y="8"/>
                    <a:pt x="7411" y="19"/>
                    <a:pt x="7394" y="19"/>
                  </a:cubicBezTo>
                  <a:cubicBezTo>
                    <a:pt x="5715" y="44"/>
                    <a:pt x="4161" y="671"/>
                    <a:pt x="2933" y="1673"/>
                  </a:cubicBezTo>
                  <a:cubicBezTo>
                    <a:pt x="2883" y="1699"/>
                    <a:pt x="2833" y="1749"/>
                    <a:pt x="2808" y="1774"/>
                  </a:cubicBezTo>
                  <a:cubicBezTo>
                    <a:pt x="1354" y="3027"/>
                    <a:pt x="377" y="4831"/>
                    <a:pt x="252" y="6912"/>
                  </a:cubicBezTo>
                  <a:cubicBezTo>
                    <a:pt x="1" y="10972"/>
                    <a:pt x="3059" y="14455"/>
                    <a:pt x="7119" y="14706"/>
                  </a:cubicBezTo>
                  <a:cubicBezTo>
                    <a:pt x="7283" y="14717"/>
                    <a:pt x="7446" y="14722"/>
                    <a:pt x="7608" y="14722"/>
                  </a:cubicBezTo>
                  <a:cubicBezTo>
                    <a:pt x="10443" y="14722"/>
                    <a:pt x="12952" y="13090"/>
                    <a:pt x="14161" y="10696"/>
                  </a:cubicBezTo>
                  <a:cubicBezTo>
                    <a:pt x="14186" y="10621"/>
                    <a:pt x="14237" y="10571"/>
                    <a:pt x="14262" y="10496"/>
                  </a:cubicBezTo>
                  <a:cubicBezTo>
                    <a:pt x="14638" y="9694"/>
                    <a:pt x="14888" y="8791"/>
                    <a:pt x="14938" y="7839"/>
                  </a:cubicBezTo>
                  <a:cubicBezTo>
                    <a:pt x="14988" y="7187"/>
                    <a:pt x="14938" y="6536"/>
                    <a:pt x="14813" y="5909"/>
                  </a:cubicBezTo>
                  <a:cubicBezTo>
                    <a:pt x="14763" y="5633"/>
                    <a:pt x="14688" y="5383"/>
                    <a:pt x="14613" y="5107"/>
                  </a:cubicBezTo>
                  <a:cubicBezTo>
                    <a:pt x="13710" y="2300"/>
                    <a:pt x="11154" y="220"/>
                    <a:pt x="8046" y="19"/>
                  </a:cubicBezTo>
                  <a:cubicBezTo>
                    <a:pt x="7946" y="7"/>
                    <a:pt x="7846" y="1"/>
                    <a:pt x="7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8" name="Google Shape;53848;p51"/>
            <p:cNvSpPr/>
            <p:nvPr/>
          </p:nvSpPr>
          <p:spPr>
            <a:xfrm>
              <a:off x="7961882" y="1069770"/>
              <a:ext cx="276395" cy="68890"/>
            </a:xfrm>
            <a:custGeom>
              <a:avLst/>
              <a:gdLst/>
              <a:ahLst/>
              <a:cxnLst/>
              <a:rect l="l" t="t" r="r" b="b"/>
              <a:pathLst>
                <a:path w="12582" h="3136" extrusionOk="0">
                  <a:moveTo>
                    <a:pt x="9797" y="0"/>
                  </a:moveTo>
                  <a:cubicBezTo>
                    <a:pt x="9756" y="0"/>
                    <a:pt x="9715" y="1"/>
                    <a:pt x="9674" y="3"/>
                  </a:cubicBezTo>
                  <a:cubicBezTo>
                    <a:pt x="9624" y="3"/>
                    <a:pt x="9574" y="3"/>
                    <a:pt x="9524" y="28"/>
                  </a:cubicBezTo>
                  <a:cubicBezTo>
                    <a:pt x="9173" y="53"/>
                    <a:pt x="8847" y="153"/>
                    <a:pt x="8522" y="303"/>
                  </a:cubicBezTo>
                  <a:cubicBezTo>
                    <a:pt x="7694" y="679"/>
                    <a:pt x="6968" y="1456"/>
                    <a:pt x="6567" y="2434"/>
                  </a:cubicBezTo>
                  <a:cubicBezTo>
                    <a:pt x="5815" y="1732"/>
                    <a:pt x="4837" y="1331"/>
                    <a:pt x="3810" y="1256"/>
                  </a:cubicBezTo>
                  <a:lnTo>
                    <a:pt x="3208" y="1256"/>
                  </a:lnTo>
                  <a:cubicBezTo>
                    <a:pt x="1955" y="1356"/>
                    <a:pt x="752" y="2033"/>
                    <a:pt x="0" y="3035"/>
                  </a:cubicBezTo>
                  <a:lnTo>
                    <a:pt x="151" y="3135"/>
                  </a:lnTo>
                  <a:cubicBezTo>
                    <a:pt x="852" y="2158"/>
                    <a:pt x="2005" y="1506"/>
                    <a:pt x="3208" y="1406"/>
                  </a:cubicBezTo>
                  <a:cubicBezTo>
                    <a:pt x="3297" y="1401"/>
                    <a:pt x="3385" y="1398"/>
                    <a:pt x="3474" y="1398"/>
                  </a:cubicBezTo>
                  <a:cubicBezTo>
                    <a:pt x="4611" y="1398"/>
                    <a:pt x="5728" y="1844"/>
                    <a:pt x="6542" y="2634"/>
                  </a:cubicBezTo>
                  <a:lnTo>
                    <a:pt x="6617" y="2709"/>
                  </a:lnTo>
                  <a:lnTo>
                    <a:pt x="6667" y="2609"/>
                  </a:lnTo>
                  <a:cubicBezTo>
                    <a:pt x="7043" y="1607"/>
                    <a:pt x="7745" y="830"/>
                    <a:pt x="8597" y="429"/>
                  </a:cubicBezTo>
                  <a:cubicBezTo>
                    <a:pt x="8984" y="251"/>
                    <a:pt x="9405" y="165"/>
                    <a:pt x="9820" y="165"/>
                  </a:cubicBezTo>
                  <a:cubicBezTo>
                    <a:pt x="10400" y="165"/>
                    <a:pt x="10966" y="333"/>
                    <a:pt x="11404" y="654"/>
                  </a:cubicBezTo>
                  <a:cubicBezTo>
                    <a:pt x="11905" y="1030"/>
                    <a:pt x="12231" y="1582"/>
                    <a:pt x="12481" y="2158"/>
                  </a:cubicBezTo>
                  <a:cubicBezTo>
                    <a:pt x="12506" y="2083"/>
                    <a:pt x="12557" y="2033"/>
                    <a:pt x="12582" y="1958"/>
                  </a:cubicBezTo>
                  <a:cubicBezTo>
                    <a:pt x="12331" y="1431"/>
                    <a:pt x="11980" y="905"/>
                    <a:pt x="11504" y="529"/>
                  </a:cubicBezTo>
                  <a:cubicBezTo>
                    <a:pt x="11011" y="177"/>
                    <a:pt x="10407" y="0"/>
                    <a:pt x="97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9" name="Google Shape;53849;p51"/>
            <p:cNvSpPr/>
            <p:nvPr/>
          </p:nvSpPr>
          <p:spPr>
            <a:xfrm>
              <a:off x="7985541" y="917864"/>
              <a:ext cx="67748" cy="180595"/>
            </a:xfrm>
            <a:custGeom>
              <a:avLst/>
              <a:gdLst/>
              <a:ahLst/>
              <a:cxnLst/>
              <a:rect l="l" t="t" r="r" b="b"/>
              <a:pathLst>
                <a:path w="3084" h="8221" extrusionOk="0">
                  <a:moveTo>
                    <a:pt x="101" y="0"/>
                  </a:moveTo>
                  <a:lnTo>
                    <a:pt x="1" y="126"/>
                  </a:lnTo>
                  <a:cubicBezTo>
                    <a:pt x="602" y="552"/>
                    <a:pt x="1003" y="1279"/>
                    <a:pt x="1104" y="2106"/>
                  </a:cubicBezTo>
                  <a:cubicBezTo>
                    <a:pt x="1204" y="2807"/>
                    <a:pt x="1104" y="3584"/>
                    <a:pt x="803" y="4436"/>
                  </a:cubicBezTo>
                  <a:lnTo>
                    <a:pt x="778" y="4537"/>
                  </a:lnTo>
                  <a:lnTo>
                    <a:pt x="853" y="4537"/>
                  </a:lnTo>
                  <a:cubicBezTo>
                    <a:pt x="1605" y="4712"/>
                    <a:pt x="2257" y="5264"/>
                    <a:pt x="2582" y="5940"/>
                  </a:cubicBezTo>
                  <a:cubicBezTo>
                    <a:pt x="2908" y="6617"/>
                    <a:pt x="2908" y="7469"/>
                    <a:pt x="2582" y="8171"/>
                  </a:cubicBezTo>
                  <a:lnTo>
                    <a:pt x="2708" y="8221"/>
                  </a:lnTo>
                  <a:cubicBezTo>
                    <a:pt x="3084" y="7494"/>
                    <a:pt x="3084" y="6617"/>
                    <a:pt x="2733" y="5865"/>
                  </a:cubicBezTo>
                  <a:cubicBezTo>
                    <a:pt x="2382" y="5163"/>
                    <a:pt x="1730" y="4612"/>
                    <a:pt x="978" y="4411"/>
                  </a:cubicBezTo>
                  <a:cubicBezTo>
                    <a:pt x="1254" y="3559"/>
                    <a:pt x="1354" y="2782"/>
                    <a:pt x="1254" y="2106"/>
                  </a:cubicBezTo>
                  <a:cubicBezTo>
                    <a:pt x="1154" y="1203"/>
                    <a:pt x="728" y="451"/>
                    <a:pt x="1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0" name="Google Shape;53850;p51"/>
            <p:cNvSpPr/>
            <p:nvPr/>
          </p:nvSpPr>
          <p:spPr>
            <a:xfrm>
              <a:off x="8010321" y="979088"/>
              <a:ext cx="164097" cy="92944"/>
            </a:xfrm>
            <a:custGeom>
              <a:avLst/>
              <a:gdLst/>
              <a:ahLst/>
              <a:cxnLst/>
              <a:rect l="l" t="t" r="r" b="b"/>
              <a:pathLst>
                <a:path w="7470" h="4231" extrusionOk="0">
                  <a:moveTo>
                    <a:pt x="1952" y="0"/>
                  </a:moveTo>
                  <a:cubicBezTo>
                    <a:pt x="1306" y="0"/>
                    <a:pt x="621" y="237"/>
                    <a:pt x="1" y="697"/>
                  </a:cubicBezTo>
                  <a:lnTo>
                    <a:pt x="76" y="822"/>
                  </a:lnTo>
                  <a:cubicBezTo>
                    <a:pt x="675" y="383"/>
                    <a:pt x="1323" y="150"/>
                    <a:pt x="1929" y="150"/>
                  </a:cubicBezTo>
                  <a:cubicBezTo>
                    <a:pt x="2083" y="150"/>
                    <a:pt x="2234" y="165"/>
                    <a:pt x="2382" y="196"/>
                  </a:cubicBezTo>
                  <a:cubicBezTo>
                    <a:pt x="3234" y="396"/>
                    <a:pt x="3860" y="1148"/>
                    <a:pt x="3810" y="1900"/>
                  </a:cubicBezTo>
                  <a:lnTo>
                    <a:pt x="3785" y="2025"/>
                  </a:lnTo>
                  <a:lnTo>
                    <a:pt x="3910" y="1975"/>
                  </a:lnTo>
                  <a:cubicBezTo>
                    <a:pt x="4173" y="1885"/>
                    <a:pt x="4456" y="1840"/>
                    <a:pt x="4741" y="1840"/>
                  </a:cubicBezTo>
                  <a:cubicBezTo>
                    <a:pt x="5243" y="1840"/>
                    <a:pt x="5750" y="1979"/>
                    <a:pt x="6166" y="2251"/>
                  </a:cubicBezTo>
                  <a:cubicBezTo>
                    <a:pt x="6843" y="2677"/>
                    <a:pt x="7269" y="3454"/>
                    <a:pt x="7319" y="4231"/>
                  </a:cubicBezTo>
                  <a:lnTo>
                    <a:pt x="7469" y="4231"/>
                  </a:lnTo>
                  <a:cubicBezTo>
                    <a:pt x="7419" y="3379"/>
                    <a:pt x="6968" y="2577"/>
                    <a:pt x="6266" y="2126"/>
                  </a:cubicBezTo>
                  <a:cubicBezTo>
                    <a:pt x="5812" y="1840"/>
                    <a:pt x="5280" y="1689"/>
                    <a:pt x="4743" y="1689"/>
                  </a:cubicBezTo>
                  <a:cubicBezTo>
                    <a:pt x="4480" y="1689"/>
                    <a:pt x="4216" y="1726"/>
                    <a:pt x="3961" y="1800"/>
                  </a:cubicBezTo>
                  <a:cubicBezTo>
                    <a:pt x="3961" y="1023"/>
                    <a:pt x="3284" y="246"/>
                    <a:pt x="2432" y="45"/>
                  </a:cubicBezTo>
                  <a:cubicBezTo>
                    <a:pt x="2275" y="15"/>
                    <a:pt x="2115" y="0"/>
                    <a:pt x="1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1" name="Google Shape;53851;p51"/>
            <p:cNvSpPr/>
            <p:nvPr/>
          </p:nvSpPr>
          <p:spPr>
            <a:xfrm>
              <a:off x="8028488" y="942095"/>
              <a:ext cx="221916" cy="69945"/>
            </a:xfrm>
            <a:custGeom>
              <a:avLst/>
              <a:gdLst/>
              <a:ahLst/>
              <a:cxnLst/>
              <a:rect l="l" t="t" r="r" b="b"/>
              <a:pathLst>
                <a:path w="10102" h="3184" extrusionOk="0">
                  <a:moveTo>
                    <a:pt x="3058" y="0"/>
                  </a:moveTo>
                  <a:cubicBezTo>
                    <a:pt x="1805" y="75"/>
                    <a:pt x="627" y="802"/>
                    <a:pt x="1" y="1905"/>
                  </a:cubicBezTo>
                  <a:cubicBezTo>
                    <a:pt x="1" y="1930"/>
                    <a:pt x="1" y="1930"/>
                    <a:pt x="1" y="1930"/>
                  </a:cubicBezTo>
                  <a:lnTo>
                    <a:pt x="126" y="2030"/>
                  </a:lnTo>
                  <a:cubicBezTo>
                    <a:pt x="176" y="1955"/>
                    <a:pt x="201" y="1880"/>
                    <a:pt x="251" y="1830"/>
                  </a:cubicBezTo>
                  <a:cubicBezTo>
                    <a:pt x="853" y="852"/>
                    <a:pt x="1931" y="226"/>
                    <a:pt x="3058" y="176"/>
                  </a:cubicBezTo>
                  <a:cubicBezTo>
                    <a:pt x="3125" y="171"/>
                    <a:pt x="3192" y="169"/>
                    <a:pt x="3258" y="169"/>
                  </a:cubicBezTo>
                  <a:cubicBezTo>
                    <a:pt x="4415" y="169"/>
                    <a:pt x="5526" y="781"/>
                    <a:pt x="6166" y="1729"/>
                  </a:cubicBezTo>
                  <a:lnTo>
                    <a:pt x="6216" y="1805"/>
                  </a:lnTo>
                  <a:lnTo>
                    <a:pt x="6266" y="1754"/>
                  </a:lnTo>
                  <a:cubicBezTo>
                    <a:pt x="6672" y="1484"/>
                    <a:pt x="7151" y="1348"/>
                    <a:pt x="7631" y="1348"/>
                  </a:cubicBezTo>
                  <a:cubicBezTo>
                    <a:pt x="7951" y="1348"/>
                    <a:pt x="8271" y="1409"/>
                    <a:pt x="8572" y="1529"/>
                  </a:cubicBezTo>
                  <a:cubicBezTo>
                    <a:pt x="9299" y="1805"/>
                    <a:pt x="9875" y="2431"/>
                    <a:pt x="10101" y="3183"/>
                  </a:cubicBezTo>
                  <a:cubicBezTo>
                    <a:pt x="10051" y="2907"/>
                    <a:pt x="9976" y="2657"/>
                    <a:pt x="9901" y="2381"/>
                  </a:cubicBezTo>
                  <a:cubicBezTo>
                    <a:pt x="9575" y="1930"/>
                    <a:pt x="9149" y="1579"/>
                    <a:pt x="8647" y="1379"/>
                  </a:cubicBezTo>
                  <a:cubicBezTo>
                    <a:pt x="8332" y="1257"/>
                    <a:pt x="7997" y="1196"/>
                    <a:pt x="7661" y="1196"/>
                  </a:cubicBezTo>
                  <a:cubicBezTo>
                    <a:pt x="7168" y="1196"/>
                    <a:pt x="6673" y="1326"/>
                    <a:pt x="6241" y="1579"/>
                  </a:cubicBezTo>
                  <a:cubicBezTo>
                    <a:pt x="5840" y="978"/>
                    <a:pt x="5239" y="526"/>
                    <a:pt x="4562" y="276"/>
                  </a:cubicBezTo>
                  <a:cubicBezTo>
                    <a:pt x="4537" y="251"/>
                    <a:pt x="4487" y="251"/>
                    <a:pt x="4462" y="226"/>
                  </a:cubicBezTo>
                  <a:cubicBezTo>
                    <a:pt x="4011" y="75"/>
                    <a:pt x="3535" y="0"/>
                    <a:pt x="3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2" name="Google Shape;53852;p51"/>
            <p:cNvSpPr/>
            <p:nvPr/>
          </p:nvSpPr>
          <p:spPr>
            <a:xfrm>
              <a:off x="8086855" y="882079"/>
              <a:ext cx="43518" cy="66078"/>
            </a:xfrm>
            <a:custGeom>
              <a:avLst/>
              <a:gdLst/>
              <a:ahLst/>
              <a:cxnLst/>
              <a:rect l="l" t="t" r="r" b="b"/>
              <a:pathLst>
                <a:path w="1981" h="3008" extrusionOk="0">
                  <a:moveTo>
                    <a:pt x="25" y="0"/>
                  </a:moveTo>
                  <a:lnTo>
                    <a:pt x="0" y="151"/>
                  </a:lnTo>
                  <a:cubicBezTo>
                    <a:pt x="577" y="251"/>
                    <a:pt x="1103" y="652"/>
                    <a:pt x="1404" y="1203"/>
                  </a:cubicBezTo>
                  <a:cubicBezTo>
                    <a:pt x="1705" y="1705"/>
                    <a:pt x="1830" y="2306"/>
                    <a:pt x="1805" y="3008"/>
                  </a:cubicBezTo>
                  <a:lnTo>
                    <a:pt x="1955" y="3008"/>
                  </a:lnTo>
                  <a:cubicBezTo>
                    <a:pt x="1980" y="2281"/>
                    <a:pt x="1855" y="1654"/>
                    <a:pt x="1554" y="1128"/>
                  </a:cubicBezTo>
                  <a:cubicBezTo>
                    <a:pt x="1203" y="527"/>
                    <a:pt x="627" y="10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3" name="Google Shape;53853;p51"/>
            <p:cNvSpPr/>
            <p:nvPr/>
          </p:nvSpPr>
          <p:spPr>
            <a:xfrm>
              <a:off x="8232764" y="699178"/>
              <a:ext cx="177300" cy="126423"/>
            </a:xfrm>
            <a:custGeom>
              <a:avLst/>
              <a:gdLst/>
              <a:ahLst/>
              <a:cxnLst/>
              <a:rect l="l" t="t" r="r" b="b"/>
              <a:pathLst>
                <a:path w="8071" h="5755" extrusionOk="0">
                  <a:moveTo>
                    <a:pt x="5874" y="0"/>
                  </a:moveTo>
                  <a:cubicBezTo>
                    <a:pt x="4740" y="0"/>
                    <a:pt x="3587" y="414"/>
                    <a:pt x="2657" y="1083"/>
                  </a:cubicBezTo>
                  <a:cubicBezTo>
                    <a:pt x="1253" y="2136"/>
                    <a:pt x="476" y="3690"/>
                    <a:pt x="0" y="5394"/>
                  </a:cubicBezTo>
                  <a:cubicBezTo>
                    <a:pt x="687" y="5634"/>
                    <a:pt x="1415" y="5754"/>
                    <a:pt x="2144" y="5754"/>
                  </a:cubicBezTo>
                  <a:cubicBezTo>
                    <a:pt x="3013" y="5754"/>
                    <a:pt x="3883" y="5584"/>
                    <a:pt x="4687" y="5244"/>
                  </a:cubicBezTo>
                  <a:cubicBezTo>
                    <a:pt x="6165" y="4642"/>
                    <a:pt x="7394" y="3464"/>
                    <a:pt x="8070" y="2010"/>
                  </a:cubicBezTo>
                  <a:lnTo>
                    <a:pt x="8070" y="2010"/>
                  </a:lnTo>
                  <a:cubicBezTo>
                    <a:pt x="7979" y="2015"/>
                    <a:pt x="7890" y="2017"/>
                    <a:pt x="7802" y="2017"/>
                  </a:cubicBezTo>
                  <a:cubicBezTo>
                    <a:pt x="7429" y="2017"/>
                    <a:pt x="7077" y="1981"/>
                    <a:pt x="6692" y="1960"/>
                  </a:cubicBezTo>
                  <a:cubicBezTo>
                    <a:pt x="7068" y="1459"/>
                    <a:pt x="7343" y="933"/>
                    <a:pt x="7644" y="381"/>
                  </a:cubicBezTo>
                  <a:cubicBezTo>
                    <a:pt x="7084" y="119"/>
                    <a:pt x="6482" y="0"/>
                    <a:pt x="5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4" name="Google Shape;53854;p51"/>
            <p:cNvSpPr/>
            <p:nvPr/>
          </p:nvSpPr>
          <p:spPr>
            <a:xfrm>
              <a:off x="8462880" y="58355"/>
              <a:ext cx="121151" cy="193270"/>
            </a:xfrm>
            <a:custGeom>
              <a:avLst/>
              <a:gdLst/>
              <a:ahLst/>
              <a:cxnLst/>
              <a:rect l="l" t="t" r="r" b="b"/>
              <a:pathLst>
                <a:path w="5515" h="8798" extrusionOk="0">
                  <a:moveTo>
                    <a:pt x="3685" y="0"/>
                  </a:moveTo>
                  <a:cubicBezTo>
                    <a:pt x="2006" y="477"/>
                    <a:pt x="778" y="2081"/>
                    <a:pt x="377" y="3785"/>
                  </a:cubicBezTo>
                  <a:cubicBezTo>
                    <a:pt x="1" y="5514"/>
                    <a:pt x="427" y="7193"/>
                    <a:pt x="1179" y="8797"/>
                  </a:cubicBezTo>
                  <a:cubicBezTo>
                    <a:pt x="2658" y="8196"/>
                    <a:pt x="3936" y="7068"/>
                    <a:pt x="4638" y="5614"/>
                  </a:cubicBezTo>
                  <a:cubicBezTo>
                    <a:pt x="5364" y="4186"/>
                    <a:pt x="5515" y="2482"/>
                    <a:pt x="5089" y="953"/>
                  </a:cubicBezTo>
                  <a:lnTo>
                    <a:pt x="5089" y="953"/>
                  </a:lnTo>
                  <a:cubicBezTo>
                    <a:pt x="4738" y="1304"/>
                    <a:pt x="4387" y="1529"/>
                    <a:pt x="4011" y="1830"/>
                  </a:cubicBezTo>
                  <a:cubicBezTo>
                    <a:pt x="3961" y="1203"/>
                    <a:pt x="3810" y="627"/>
                    <a:pt x="3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5" name="Google Shape;53855;p51"/>
            <p:cNvSpPr/>
            <p:nvPr/>
          </p:nvSpPr>
          <p:spPr>
            <a:xfrm>
              <a:off x="8055752" y="2544891"/>
              <a:ext cx="199882" cy="103774"/>
            </a:xfrm>
            <a:custGeom>
              <a:avLst/>
              <a:gdLst/>
              <a:ahLst/>
              <a:cxnLst/>
              <a:rect l="l" t="t" r="r" b="b"/>
              <a:pathLst>
                <a:path w="9099" h="4724" extrusionOk="0">
                  <a:moveTo>
                    <a:pt x="5189" y="1"/>
                  </a:moveTo>
                  <a:cubicBezTo>
                    <a:pt x="4911" y="1"/>
                    <a:pt x="4634" y="20"/>
                    <a:pt x="4362" y="59"/>
                  </a:cubicBezTo>
                  <a:cubicBezTo>
                    <a:pt x="2632" y="335"/>
                    <a:pt x="1229" y="1363"/>
                    <a:pt x="1" y="2641"/>
                  </a:cubicBezTo>
                  <a:cubicBezTo>
                    <a:pt x="1078" y="3794"/>
                    <a:pt x="2632" y="4546"/>
                    <a:pt x="4211" y="4696"/>
                  </a:cubicBezTo>
                  <a:cubicBezTo>
                    <a:pt x="4406" y="4714"/>
                    <a:pt x="4601" y="4723"/>
                    <a:pt x="4796" y="4723"/>
                  </a:cubicBezTo>
                  <a:cubicBezTo>
                    <a:pt x="6206" y="4723"/>
                    <a:pt x="7600" y="4251"/>
                    <a:pt x="8723" y="3393"/>
                  </a:cubicBezTo>
                  <a:cubicBezTo>
                    <a:pt x="8271" y="3192"/>
                    <a:pt x="7946" y="2967"/>
                    <a:pt x="7520" y="2716"/>
                  </a:cubicBezTo>
                  <a:cubicBezTo>
                    <a:pt x="8071" y="2440"/>
                    <a:pt x="8572" y="2089"/>
                    <a:pt x="9098" y="1764"/>
                  </a:cubicBezTo>
                  <a:cubicBezTo>
                    <a:pt x="8210" y="578"/>
                    <a:pt x="6695" y="1"/>
                    <a:pt x="5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6" name="Google Shape;53856;p51"/>
            <p:cNvSpPr/>
            <p:nvPr/>
          </p:nvSpPr>
          <p:spPr>
            <a:xfrm>
              <a:off x="7083460" y="1138657"/>
              <a:ext cx="149774" cy="153729"/>
            </a:xfrm>
            <a:custGeom>
              <a:avLst/>
              <a:gdLst/>
              <a:ahLst/>
              <a:cxnLst/>
              <a:rect l="l" t="t" r="r" b="b"/>
              <a:pathLst>
                <a:path w="6818" h="6998" extrusionOk="0">
                  <a:moveTo>
                    <a:pt x="5335" y="1"/>
                  </a:moveTo>
                  <a:cubicBezTo>
                    <a:pt x="3811" y="1"/>
                    <a:pt x="2331" y="886"/>
                    <a:pt x="1379" y="2103"/>
                  </a:cubicBezTo>
                  <a:cubicBezTo>
                    <a:pt x="302" y="3507"/>
                    <a:pt x="1" y="5236"/>
                    <a:pt x="1" y="6991"/>
                  </a:cubicBezTo>
                  <a:cubicBezTo>
                    <a:pt x="106" y="6996"/>
                    <a:pt x="211" y="6998"/>
                    <a:pt x="316" y="6998"/>
                  </a:cubicBezTo>
                  <a:cubicBezTo>
                    <a:pt x="1816" y="6998"/>
                    <a:pt x="3316" y="6497"/>
                    <a:pt x="4487" y="5537"/>
                  </a:cubicBezTo>
                  <a:cubicBezTo>
                    <a:pt x="5715" y="4534"/>
                    <a:pt x="6567" y="3056"/>
                    <a:pt x="6818" y="1477"/>
                  </a:cubicBezTo>
                  <a:lnTo>
                    <a:pt x="6818" y="1477"/>
                  </a:lnTo>
                  <a:cubicBezTo>
                    <a:pt x="6367" y="1652"/>
                    <a:pt x="5966" y="1727"/>
                    <a:pt x="5490" y="1828"/>
                  </a:cubicBezTo>
                  <a:cubicBezTo>
                    <a:pt x="5690" y="1251"/>
                    <a:pt x="5815" y="650"/>
                    <a:pt x="5941" y="48"/>
                  </a:cubicBezTo>
                  <a:cubicBezTo>
                    <a:pt x="5739" y="16"/>
                    <a:pt x="5537" y="1"/>
                    <a:pt x="5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857" name="Google Shape;53857;p51"/>
          <p:cNvGrpSpPr/>
          <p:nvPr/>
        </p:nvGrpSpPr>
        <p:grpSpPr>
          <a:xfrm>
            <a:off x="-3325" y="574506"/>
            <a:ext cx="1801781" cy="2484535"/>
            <a:chOff x="2204" y="-152164"/>
            <a:chExt cx="2402695" cy="3313155"/>
          </a:xfrm>
        </p:grpSpPr>
        <p:sp>
          <p:nvSpPr>
            <p:cNvPr id="53858" name="Google Shape;53858;p51"/>
            <p:cNvSpPr/>
            <p:nvPr/>
          </p:nvSpPr>
          <p:spPr>
            <a:xfrm>
              <a:off x="2204" y="840012"/>
              <a:ext cx="2402695" cy="1606351"/>
            </a:xfrm>
            <a:custGeom>
              <a:avLst/>
              <a:gdLst/>
              <a:ahLst/>
              <a:cxnLst/>
              <a:rect l="l" t="t" r="r" b="b"/>
              <a:pathLst>
                <a:path w="109375" h="73124" extrusionOk="0">
                  <a:moveTo>
                    <a:pt x="54521" y="1"/>
                  </a:moveTo>
                  <a:cubicBezTo>
                    <a:pt x="54318" y="1"/>
                    <a:pt x="54138" y="119"/>
                    <a:pt x="54061" y="311"/>
                  </a:cubicBezTo>
                  <a:cubicBezTo>
                    <a:pt x="52908" y="3093"/>
                    <a:pt x="51430" y="5650"/>
                    <a:pt x="49675" y="7980"/>
                  </a:cubicBezTo>
                  <a:cubicBezTo>
                    <a:pt x="47896" y="10261"/>
                    <a:pt x="45841" y="12316"/>
                    <a:pt x="43585" y="13996"/>
                  </a:cubicBezTo>
                  <a:cubicBezTo>
                    <a:pt x="41329" y="15700"/>
                    <a:pt x="38823" y="16978"/>
                    <a:pt x="36116" y="18306"/>
                  </a:cubicBezTo>
                  <a:cubicBezTo>
                    <a:pt x="34387" y="19133"/>
                    <a:pt x="32608" y="19986"/>
                    <a:pt x="30828" y="20988"/>
                  </a:cubicBezTo>
                  <a:cubicBezTo>
                    <a:pt x="31455" y="17128"/>
                    <a:pt x="31555" y="13244"/>
                    <a:pt x="31179" y="9484"/>
                  </a:cubicBezTo>
                  <a:cubicBezTo>
                    <a:pt x="31179" y="9359"/>
                    <a:pt x="31079" y="9259"/>
                    <a:pt x="30953" y="9234"/>
                  </a:cubicBezTo>
                  <a:cubicBezTo>
                    <a:pt x="30803" y="9234"/>
                    <a:pt x="30653" y="9334"/>
                    <a:pt x="30628" y="9484"/>
                  </a:cubicBezTo>
                  <a:cubicBezTo>
                    <a:pt x="30302" y="11740"/>
                    <a:pt x="29776" y="13970"/>
                    <a:pt x="29074" y="16151"/>
                  </a:cubicBezTo>
                  <a:cubicBezTo>
                    <a:pt x="28497" y="17955"/>
                    <a:pt x="27821" y="19760"/>
                    <a:pt x="27019" y="21489"/>
                  </a:cubicBezTo>
                  <a:cubicBezTo>
                    <a:pt x="26593" y="22392"/>
                    <a:pt x="26141" y="23244"/>
                    <a:pt x="25640" y="24096"/>
                  </a:cubicBezTo>
                  <a:cubicBezTo>
                    <a:pt x="25415" y="24447"/>
                    <a:pt x="25189" y="24848"/>
                    <a:pt x="24938" y="25174"/>
                  </a:cubicBezTo>
                  <a:cubicBezTo>
                    <a:pt x="24663" y="25549"/>
                    <a:pt x="24262" y="25800"/>
                    <a:pt x="23936" y="26126"/>
                  </a:cubicBezTo>
                  <a:cubicBezTo>
                    <a:pt x="22758" y="27329"/>
                    <a:pt x="21705" y="28607"/>
                    <a:pt x="20728" y="29885"/>
                  </a:cubicBezTo>
                  <a:cubicBezTo>
                    <a:pt x="18773" y="32467"/>
                    <a:pt x="17169" y="35148"/>
                    <a:pt x="15565" y="37655"/>
                  </a:cubicBezTo>
                  <a:cubicBezTo>
                    <a:pt x="13986" y="40136"/>
                    <a:pt x="12407" y="42492"/>
                    <a:pt x="10602" y="44522"/>
                  </a:cubicBezTo>
                  <a:cubicBezTo>
                    <a:pt x="9725" y="45524"/>
                    <a:pt x="8773" y="46452"/>
                    <a:pt x="7795" y="47229"/>
                  </a:cubicBezTo>
                  <a:cubicBezTo>
                    <a:pt x="7470" y="47479"/>
                    <a:pt x="7144" y="47705"/>
                    <a:pt x="6818" y="47931"/>
                  </a:cubicBezTo>
                  <a:cubicBezTo>
                    <a:pt x="4587" y="48332"/>
                    <a:pt x="2307" y="48682"/>
                    <a:pt x="1" y="49033"/>
                  </a:cubicBezTo>
                  <a:lnTo>
                    <a:pt x="1" y="61540"/>
                  </a:lnTo>
                  <a:cubicBezTo>
                    <a:pt x="2482" y="61765"/>
                    <a:pt x="4963" y="62066"/>
                    <a:pt x="7445" y="62367"/>
                  </a:cubicBezTo>
                  <a:cubicBezTo>
                    <a:pt x="13961" y="63194"/>
                    <a:pt x="20452" y="64146"/>
                    <a:pt x="26943" y="65224"/>
                  </a:cubicBezTo>
                  <a:cubicBezTo>
                    <a:pt x="30177" y="65775"/>
                    <a:pt x="33410" y="66352"/>
                    <a:pt x="36643" y="66953"/>
                  </a:cubicBezTo>
                  <a:cubicBezTo>
                    <a:pt x="39876" y="67530"/>
                    <a:pt x="43084" y="68231"/>
                    <a:pt x="46417" y="68733"/>
                  </a:cubicBezTo>
                  <a:cubicBezTo>
                    <a:pt x="47921" y="68958"/>
                    <a:pt x="49475" y="69134"/>
                    <a:pt x="51029" y="69209"/>
                  </a:cubicBezTo>
                  <a:cubicBezTo>
                    <a:pt x="54563" y="70963"/>
                    <a:pt x="58272" y="72266"/>
                    <a:pt x="62081" y="73119"/>
                  </a:cubicBezTo>
                  <a:cubicBezTo>
                    <a:pt x="62098" y="73122"/>
                    <a:pt x="62114" y="73123"/>
                    <a:pt x="62131" y="73123"/>
                  </a:cubicBezTo>
                  <a:cubicBezTo>
                    <a:pt x="62243" y="73123"/>
                    <a:pt x="62360" y="73052"/>
                    <a:pt x="62382" y="72943"/>
                  </a:cubicBezTo>
                  <a:cubicBezTo>
                    <a:pt x="62432" y="72793"/>
                    <a:pt x="62357" y="72642"/>
                    <a:pt x="62232" y="72592"/>
                  </a:cubicBezTo>
                  <a:cubicBezTo>
                    <a:pt x="59525" y="71690"/>
                    <a:pt x="56944" y="70537"/>
                    <a:pt x="54462" y="69159"/>
                  </a:cubicBezTo>
                  <a:cubicBezTo>
                    <a:pt x="55164" y="69109"/>
                    <a:pt x="55866" y="69033"/>
                    <a:pt x="56568" y="68933"/>
                  </a:cubicBezTo>
                  <a:cubicBezTo>
                    <a:pt x="59951" y="68407"/>
                    <a:pt x="63084" y="67179"/>
                    <a:pt x="66167" y="66001"/>
                  </a:cubicBezTo>
                  <a:cubicBezTo>
                    <a:pt x="66467" y="65875"/>
                    <a:pt x="66618" y="65550"/>
                    <a:pt x="66518" y="65224"/>
                  </a:cubicBezTo>
                  <a:cubicBezTo>
                    <a:pt x="66436" y="64960"/>
                    <a:pt x="66191" y="64795"/>
                    <a:pt x="65927" y="64795"/>
                  </a:cubicBezTo>
                  <a:cubicBezTo>
                    <a:pt x="65865" y="64795"/>
                    <a:pt x="65803" y="64804"/>
                    <a:pt x="65741" y="64823"/>
                  </a:cubicBezTo>
                  <a:cubicBezTo>
                    <a:pt x="62608" y="65850"/>
                    <a:pt x="59500" y="66853"/>
                    <a:pt x="56342" y="67154"/>
                  </a:cubicBezTo>
                  <a:cubicBezTo>
                    <a:pt x="55587" y="67226"/>
                    <a:pt x="54829" y="67259"/>
                    <a:pt x="54069" y="67259"/>
                  </a:cubicBezTo>
                  <a:cubicBezTo>
                    <a:pt x="51652" y="67259"/>
                    <a:pt x="49221" y="66923"/>
                    <a:pt x="46818" y="66427"/>
                  </a:cubicBezTo>
                  <a:cubicBezTo>
                    <a:pt x="43660" y="65775"/>
                    <a:pt x="40477" y="64873"/>
                    <a:pt x="37269" y="64096"/>
                  </a:cubicBezTo>
                  <a:cubicBezTo>
                    <a:pt x="34061" y="63294"/>
                    <a:pt x="30828" y="62542"/>
                    <a:pt x="27595" y="61815"/>
                  </a:cubicBezTo>
                  <a:cubicBezTo>
                    <a:pt x="21154" y="60362"/>
                    <a:pt x="14663" y="59033"/>
                    <a:pt x="8171" y="57830"/>
                  </a:cubicBezTo>
                  <a:cubicBezTo>
                    <a:pt x="7545" y="57730"/>
                    <a:pt x="6943" y="57605"/>
                    <a:pt x="6317" y="57505"/>
                  </a:cubicBezTo>
                  <a:cubicBezTo>
                    <a:pt x="7695" y="57179"/>
                    <a:pt x="9049" y="56853"/>
                    <a:pt x="10427" y="56527"/>
                  </a:cubicBezTo>
                  <a:cubicBezTo>
                    <a:pt x="16693" y="54948"/>
                    <a:pt x="22808" y="52968"/>
                    <a:pt x="28798" y="50888"/>
                  </a:cubicBezTo>
                  <a:cubicBezTo>
                    <a:pt x="31781" y="49835"/>
                    <a:pt x="34738" y="48758"/>
                    <a:pt x="37720" y="47655"/>
                  </a:cubicBezTo>
                  <a:cubicBezTo>
                    <a:pt x="40678" y="46552"/>
                    <a:pt x="43761" y="45374"/>
                    <a:pt x="46768" y="43820"/>
                  </a:cubicBezTo>
                  <a:cubicBezTo>
                    <a:pt x="48272" y="43043"/>
                    <a:pt x="49751" y="42141"/>
                    <a:pt x="51129" y="41139"/>
                  </a:cubicBezTo>
                  <a:cubicBezTo>
                    <a:pt x="51480" y="40913"/>
                    <a:pt x="51831" y="40662"/>
                    <a:pt x="52182" y="40412"/>
                  </a:cubicBezTo>
                  <a:lnTo>
                    <a:pt x="53159" y="39635"/>
                  </a:lnTo>
                  <a:lnTo>
                    <a:pt x="54162" y="38858"/>
                  </a:lnTo>
                  <a:cubicBezTo>
                    <a:pt x="54462" y="38582"/>
                    <a:pt x="54763" y="38306"/>
                    <a:pt x="55089" y="38031"/>
                  </a:cubicBezTo>
                  <a:cubicBezTo>
                    <a:pt x="57570" y="35825"/>
                    <a:pt x="59801" y="33469"/>
                    <a:pt x="61931" y="31138"/>
                  </a:cubicBezTo>
                  <a:cubicBezTo>
                    <a:pt x="66167" y="26452"/>
                    <a:pt x="70152" y="21715"/>
                    <a:pt x="74989" y="18256"/>
                  </a:cubicBezTo>
                  <a:cubicBezTo>
                    <a:pt x="77420" y="16527"/>
                    <a:pt x="80001" y="15148"/>
                    <a:pt x="82884" y="14321"/>
                  </a:cubicBezTo>
                  <a:cubicBezTo>
                    <a:pt x="85741" y="13444"/>
                    <a:pt x="88848" y="12918"/>
                    <a:pt x="91956" y="12116"/>
                  </a:cubicBezTo>
                  <a:cubicBezTo>
                    <a:pt x="98222" y="10512"/>
                    <a:pt x="104087" y="7579"/>
                    <a:pt x="109049" y="3620"/>
                  </a:cubicBezTo>
                  <a:cubicBezTo>
                    <a:pt x="109300" y="3419"/>
                    <a:pt x="109375" y="3043"/>
                    <a:pt x="109174" y="2767"/>
                  </a:cubicBezTo>
                  <a:cubicBezTo>
                    <a:pt x="109051" y="2597"/>
                    <a:pt x="108861" y="2504"/>
                    <a:pt x="108662" y="2504"/>
                  </a:cubicBezTo>
                  <a:cubicBezTo>
                    <a:pt x="108539" y="2504"/>
                    <a:pt x="108413" y="2540"/>
                    <a:pt x="108297" y="2617"/>
                  </a:cubicBezTo>
                  <a:cubicBezTo>
                    <a:pt x="103209" y="6126"/>
                    <a:pt x="97420" y="8532"/>
                    <a:pt x="91405" y="9635"/>
                  </a:cubicBezTo>
                  <a:cubicBezTo>
                    <a:pt x="88397" y="10186"/>
                    <a:pt x="85264" y="10487"/>
                    <a:pt x="82056" y="11214"/>
                  </a:cubicBezTo>
                  <a:cubicBezTo>
                    <a:pt x="78823" y="11940"/>
                    <a:pt x="75691" y="13294"/>
                    <a:pt x="72883" y="15023"/>
                  </a:cubicBezTo>
                  <a:cubicBezTo>
                    <a:pt x="70051" y="16777"/>
                    <a:pt x="67495" y="18833"/>
                    <a:pt x="65114" y="20988"/>
                  </a:cubicBezTo>
                  <a:cubicBezTo>
                    <a:pt x="62733" y="23143"/>
                    <a:pt x="60477" y="25374"/>
                    <a:pt x="58247" y="27529"/>
                  </a:cubicBezTo>
                  <a:cubicBezTo>
                    <a:pt x="55991" y="29685"/>
                    <a:pt x="53736" y="31740"/>
                    <a:pt x="51405" y="33544"/>
                  </a:cubicBezTo>
                  <a:cubicBezTo>
                    <a:pt x="51104" y="33770"/>
                    <a:pt x="50803" y="33996"/>
                    <a:pt x="50502" y="34221"/>
                  </a:cubicBezTo>
                  <a:lnTo>
                    <a:pt x="49600" y="34848"/>
                  </a:lnTo>
                  <a:lnTo>
                    <a:pt x="48698" y="35449"/>
                  </a:lnTo>
                  <a:cubicBezTo>
                    <a:pt x="48397" y="35650"/>
                    <a:pt x="48096" y="35825"/>
                    <a:pt x="47796" y="36001"/>
                  </a:cubicBezTo>
                  <a:cubicBezTo>
                    <a:pt x="46568" y="36778"/>
                    <a:pt x="45314" y="37404"/>
                    <a:pt x="43961" y="37981"/>
                  </a:cubicBezTo>
                  <a:cubicBezTo>
                    <a:pt x="41304" y="39159"/>
                    <a:pt x="38447" y="40036"/>
                    <a:pt x="35465" y="40913"/>
                  </a:cubicBezTo>
                  <a:cubicBezTo>
                    <a:pt x="32482" y="41790"/>
                    <a:pt x="29475" y="42642"/>
                    <a:pt x="26467" y="43469"/>
                  </a:cubicBezTo>
                  <a:cubicBezTo>
                    <a:pt x="23886" y="44196"/>
                    <a:pt x="21279" y="44873"/>
                    <a:pt x="18673" y="45499"/>
                  </a:cubicBezTo>
                  <a:cubicBezTo>
                    <a:pt x="19675" y="44071"/>
                    <a:pt x="20552" y="42642"/>
                    <a:pt x="21405" y="41214"/>
                  </a:cubicBezTo>
                  <a:cubicBezTo>
                    <a:pt x="22958" y="38557"/>
                    <a:pt x="24412" y="36001"/>
                    <a:pt x="25966" y="33645"/>
                  </a:cubicBezTo>
                  <a:cubicBezTo>
                    <a:pt x="26768" y="32492"/>
                    <a:pt x="27595" y="31389"/>
                    <a:pt x="28472" y="30362"/>
                  </a:cubicBezTo>
                  <a:cubicBezTo>
                    <a:pt x="29349" y="29334"/>
                    <a:pt x="30302" y="28432"/>
                    <a:pt x="31354" y="27580"/>
                  </a:cubicBezTo>
                  <a:cubicBezTo>
                    <a:pt x="33460" y="25875"/>
                    <a:pt x="35966" y="24371"/>
                    <a:pt x="38573" y="22767"/>
                  </a:cubicBezTo>
                  <a:cubicBezTo>
                    <a:pt x="39876" y="21965"/>
                    <a:pt x="41204" y="21138"/>
                    <a:pt x="42507" y="20186"/>
                  </a:cubicBezTo>
                  <a:cubicBezTo>
                    <a:pt x="43811" y="19259"/>
                    <a:pt x="45089" y="18231"/>
                    <a:pt x="46242" y="17103"/>
                  </a:cubicBezTo>
                  <a:cubicBezTo>
                    <a:pt x="48548" y="14823"/>
                    <a:pt x="50502" y="12241"/>
                    <a:pt x="51981" y="9459"/>
                  </a:cubicBezTo>
                  <a:cubicBezTo>
                    <a:pt x="53485" y="6652"/>
                    <a:pt x="54512" y="3645"/>
                    <a:pt x="55014" y="587"/>
                  </a:cubicBezTo>
                  <a:cubicBezTo>
                    <a:pt x="55039" y="361"/>
                    <a:pt x="54913" y="136"/>
                    <a:pt x="54713" y="36"/>
                  </a:cubicBezTo>
                  <a:cubicBezTo>
                    <a:pt x="54648" y="12"/>
                    <a:pt x="54584" y="1"/>
                    <a:pt x="545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9" name="Google Shape;53859;p51"/>
            <p:cNvSpPr/>
            <p:nvPr/>
          </p:nvSpPr>
          <p:spPr>
            <a:xfrm>
              <a:off x="1174370" y="1642157"/>
              <a:ext cx="324855" cy="185955"/>
            </a:xfrm>
            <a:custGeom>
              <a:avLst/>
              <a:gdLst/>
              <a:ahLst/>
              <a:cxnLst/>
              <a:rect l="l" t="t" r="r" b="b"/>
              <a:pathLst>
                <a:path w="14788" h="8465" extrusionOk="0">
                  <a:moveTo>
                    <a:pt x="6364" y="0"/>
                  </a:moveTo>
                  <a:cubicBezTo>
                    <a:pt x="4103" y="0"/>
                    <a:pt x="1853" y="703"/>
                    <a:pt x="0" y="1994"/>
                  </a:cubicBezTo>
                  <a:cubicBezTo>
                    <a:pt x="1554" y="4550"/>
                    <a:pt x="3509" y="6756"/>
                    <a:pt x="6316" y="7833"/>
                  </a:cubicBezTo>
                  <a:cubicBezTo>
                    <a:pt x="7404" y="8245"/>
                    <a:pt x="8587" y="8465"/>
                    <a:pt x="9761" y="8465"/>
                  </a:cubicBezTo>
                  <a:cubicBezTo>
                    <a:pt x="11591" y="8465"/>
                    <a:pt x="13398" y="7931"/>
                    <a:pt x="14787" y="6756"/>
                  </a:cubicBezTo>
                  <a:cubicBezTo>
                    <a:pt x="14035" y="5979"/>
                    <a:pt x="13334" y="5227"/>
                    <a:pt x="12507" y="4575"/>
                  </a:cubicBezTo>
                  <a:cubicBezTo>
                    <a:pt x="13284" y="4324"/>
                    <a:pt x="13935" y="4049"/>
                    <a:pt x="14762" y="3898"/>
                  </a:cubicBezTo>
                  <a:cubicBezTo>
                    <a:pt x="13008" y="1818"/>
                    <a:pt x="10451" y="440"/>
                    <a:pt x="7745" y="89"/>
                  </a:cubicBezTo>
                  <a:cubicBezTo>
                    <a:pt x="7286" y="29"/>
                    <a:pt x="6825" y="0"/>
                    <a:pt x="6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0" name="Google Shape;53860;p51"/>
            <p:cNvSpPr/>
            <p:nvPr/>
          </p:nvSpPr>
          <p:spPr>
            <a:xfrm>
              <a:off x="1859271" y="803348"/>
              <a:ext cx="264840" cy="295111"/>
            </a:xfrm>
            <a:custGeom>
              <a:avLst/>
              <a:gdLst/>
              <a:ahLst/>
              <a:cxnLst/>
              <a:rect l="l" t="t" r="r" b="b"/>
              <a:pathLst>
                <a:path w="12056" h="13434" extrusionOk="0">
                  <a:moveTo>
                    <a:pt x="8347" y="0"/>
                  </a:moveTo>
                  <a:lnTo>
                    <a:pt x="8347" y="0"/>
                  </a:lnTo>
                  <a:cubicBezTo>
                    <a:pt x="5665" y="852"/>
                    <a:pt x="3309" y="2757"/>
                    <a:pt x="1880" y="5213"/>
                  </a:cubicBezTo>
                  <a:cubicBezTo>
                    <a:pt x="477" y="7669"/>
                    <a:pt x="1" y="10652"/>
                    <a:pt x="602" y="13434"/>
                  </a:cubicBezTo>
                  <a:cubicBezTo>
                    <a:pt x="3685" y="12958"/>
                    <a:pt x="6617" y="11955"/>
                    <a:pt x="8748" y="9700"/>
                  </a:cubicBezTo>
                  <a:cubicBezTo>
                    <a:pt x="10903" y="7444"/>
                    <a:pt x="12056" y="4085"/>
                    <a:pt x="11103" y="1103"/>
                  </a:cubicBezTo>
                  <a:lnTo>
                    <a:pt x="11103" y="1103"/>
                  </a:lnTo>
                  <a:cubicBezTo>
                    <a:pt x="10076" y="1529"/>
                    <a:pt x="9073" y="1880"/>
                    <a:pt x="8096" y="2431"/>
                  </a:cubicBezTo>
                  <a:cubicBezTo>
                    <a:pt x="8171" y="1579"/>
                    <a:pt x="8171" y="827"/>
                    <a:pt x="8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1" name="Google Shape;53861;p51"/>
            <p:cNvSpPr/>
            <p:nvPr/>
          </p:nvSpPr>
          <p:spPr>
            <a:xfrm>
              <a:off x="166280" y="1325823"/>
              <a:ext cx="218599" cy="368900"/>
            </a:xfrm>
            <a:custGeom>
              <a:avLst/>
              <a:gdLst/>
              <a:ahLst/>
              <a:cxnLst/>
              <a:rect l="l" t="t" r="r" b="b"/>
              <a:pathLst>
                <a:path w="9951" h="16793" extrusionOk="0">
                  <a:moveTo>
                    <a:pt x="3760" y="1"/>
                  </a:moveTo>
                  <a:cubicBezTo>
                    <a:pt x="3434" y="1129"/>
                    <a:pt x="3083" y="2206"/>
                    <a:pt x="2908" y="3384"/>
                  </a:cubicBezTo>
                  <a:cubicBezTo>
                    <a:pt x="2231" y="2758"/>
                    <a:pt x="1630" y="2282"/>
                    <a:pt x="1028" y="1580"/>
                  </a:cubicBezTo>
                  <a:lnTo>
                    <a:pt x="1028" y="1580"/>
                  </a:lnTo>
                  <a:cubicBezTo>
                    <a:pt x="1" y="4412"/>
                    <a:pt x="76" y="7620"/>
                    <a:pt x="1229" y="10402"/>
                  </a:cubicBezTo>
                  <a:cubicBezTo>
                    <a:pt x="2357" y="13184"/>
                    <a:pt x="4562" y="15515"/>
                    <a:pt x="7294" y="16793"/>
                  </a:cubicBezTo>
                  <a:cubicBezTo>
                    <a:pt x="8873" y="13911"/>
                    <a:pt x="9951" y="10803"/>
                    <a:pt x="9424" y="7545"/>
                  </a:cubicBezTo>
                  <a:cubicBezTo>
                    <a:pt x="8923" y="4262"/>
                    <a:pt x="6868" y="1129"/>
                    <a:pt x="3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2" name="Google Shape;53862;p51"/>
            <p:cNvSpPr/>
            <p:nvPr/>
          </p:nvSpPr>
          <p:spPr>
            <a:xfrm>
              <a:off x="2204" y="2178755"/>
              <a:ext cx="256602" cy="228330"/>
            </a:xfrm>
            <a:custGeom>
              <a:avLst/>
              <a:gdLst/>
              <a:ahLst/>
              <a:cxnLst/>
              <a:rect l="l" t="t" r="r" b="b"/>
              <a:pathLst>
                <a:path w="11681" h="10394" extrusionOk="0">
                  <a:moveTo>
                    <a:pt x="1054" y="0"/>
                  </a:moveTo>
                  <a:cubicBezTo>
                    <a:pt x="702" y="0"/>
                    <a:pt x="350" y="16"/>
                    <a:pt x="1" y="46"/>
                  </a:cubicBezTo>
                  <a:lnTo>
                    <a:pt x="1" y="6061"/>
                  </a:lnTo>
                  <a:cubicBezTo>
                    <a:pt x="577" y="6863"/>
                    <a:pt x="1279" y="7615"/>
                    <a:pt x="2081" y="8267"/>
                  </a:cubicBezTo>
                  <a:cubicBezTo>
                    <a:pt x="3752" y="9579"/>
                    <a:pt x="5875" y="10393"/>
                    <a:pt x="7961" y="10393"/>
                  </a:cubicBezTo>
                  <a:cubicBezTo>
                    <a:pt x="8941" y="10393"/>
                    <a:pt x="9914" y="10214"/>
                    <a:pt x="10828" y="9821"/>
                  </a:cubicBezTo>
                  <a:cubicBezTo>
                    <a:pt x="10327" y="8843"/>
                    <a:pt x="9876" y="7866"/>
                    <a:pt x="9249" y="6964"/>
                  </a:cubicBezTo>
                  <a:cubicBezTo>
                    <a:pt x="9715" y="6950"/>
                    <a:pt x="10144" y="6929"/>
                    <a:pt x="10576" y="6929"/>
                  </a:cubicBezTo>
                  <a:cubicBezTo>
                    <a:pt x="10934" y="6929"/>
                    <a:pt x="11294" y="6943"/>
                    <a:pt x="11680" y="6989"/>
                  </a:cubicBezTo>
                  <a:cubicBezTo>
                    <a:pt x="10577" y="4382"/>
                    <a:pt x="8472" y="2227"/>
                    <a:pt x="5916" y="1049"/>
                  </a:cubicBezTo>
                  <a:cubicBezTo>
                    <a:pt x="4405" y="345"/>
                    <a:pt x="2723" y="0"/>
                    <a:pt x="10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3" name="Google Shape;53863;p51"/>
            <p:cNvSpPr/>
            <p:nvPr/>
          </p:nvSpPr>
          <p:spPr>
            <a:xfrm>
              <a:off x="728955" y="1979356"/>
              <a:ext cx="294035" cy="245069"/>
            </a:xfrm>
            <a:custGeom>
              <a:avLst/>
              <a:gdLst/>
              <a:ahLst/>
              <a:cxnLst/>
              <a:rect l="l" t="t" r="r" b="b"/>
              <a:pathLst>
                <a:path w="13385" h="11156" extrusionOk="0">
                  <a:moveTo>
                    <a:pt x="10828" y="0"/>
                  </a:moveTo>
                  <a:lnTo>
                    <a:pt x="10828" y="0"/>
                  </a:lnTo>
                  <a:cubicBezTo>
                    <a:pt x="8021" y="176"/>
                    <a:pt x="5264" y="1404"/>
                    <a:pt x="3284" y="3434"/>
                  </a:cubicBezTo>
                  <a:cubicBezTo>
                    <a:pt x="1304" y="5439"/>
                    <a:pt x="101" y="8221"/>
                    <a:pt x="1" y="11028"/>
                  </a:cubicBezTo>
                  <a:cubicBezTo>
                    <a:pt x="762" y="11108"/>
                    <a:pt x="1523" y="11155"/>
                    <a:pt x="2278" y="11155"/>
                  </a:cubicBezTo>
                  <a:cubicBezTo>
                    <a:pt x="4579" y="11155"/>
                    <a:pt x="6816" y="10720"/>
                    <a:pt x="8798" y="9474"/>
                  </a:cubicBezTo>
                  <a:cubicBezTo>
                    <a:pt x="11429" y="7820"/>
                    <a:pt x="13384" y="4888"/>
                    <a:pt x="13209" y="1780"/>
                  </a:cubicBezTo>
                  <a:lnTo>
                    <a:pt x="13209" y="1780"/>
                  </a:lnTo>
                  <a:cubicBezTo>
                    <a:pt x="12106" y="1905"/>
                    <a:pt x="11053" y="2005"/>
                    <a:pt x="9976" y="2306"/>
                  </a:cubicBezTo>
                  <a:cubicBezTo>
                    <a:pt x="10251" y="1479"/>
                    <a:pt x="10452" y="777"/>
                    <a:pt x="10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4" name="Google Shape;53864;p51"/>
            <p:cNvSpPr/>
            <p:nvPr/>
          </p:nvSpPr>
          <p:spPr>
            <a:xfrm>
              <a:off x="1383038" y="929968"/>
              <a:ext cx="315497" cy="315497"/>
            </a:xfrm>
            <a:custGeom>
              <a:avLst/>
              <a:gdLst/>
              <a:ahLst/>
              <a:cxnLst/>
              <a:rect l="l" t="t" r="r" b="b"/>
              <a:pathLst>
                <a:path w="14362" h="14362" extrusionOk="0">
                  <a:moveTo>
                    <a:pt x="7168" y="1"/>
                  </a:moveTo>
                  <a:cubicBezTo>
                    <a:pt x="4136" y="1"/>
                    <a:pt x="1529" y="1880"/>
                    <a:pt x="502" y="4562"/>
                  </a:cubicBezTo>
                  <a:cubicBezTo>
                    <a:pt x="401" y="4813"/>
                    <a:pt x="301" y="5063"/>
                    <a:pt x="251" y="5339"/>
                  </a:cubicBezTo>
                  <a:cubicBezTo>
                    <a:pt x="76" y="5916"/>
                    <a:pt x="0" y="6542"/>
                    <a:pt x="0" y="7194"/>
                  </a:cubicBezTo>
                  <a:cubicBezTo>
                    <a:pt x="0" y="8121"/>
                    <a:pt x="176" y="9023"/>
                    <a:pt x="502" y="9825"/>
                  </a:cubicBezTo>
                  <a:cubicBezTo>
                    <a:pt x="527" y="9901"/>
                    <a:pt x="552" y="9951"/>
                    <a:pt x="577" y="10026"/>
                  </a:cubicBezTo>
                  <a:cubicBezTo>
                    <a:pt x="1680" y="12582"/>
                    <a:pt x="4211" y="14362"/>
                    <a:pt x="7168" y="14362"/>
                  </a:cubicBezTo>
                  <a:cubicBezTo>
                    <a:pt x="11153" y="14362"/>
                    <a:pt x="14361" y="11154"/>
                    <a:pt x="14361" y="7194"/>
                  </a:cubicBezTo>
                  <a:cubicBezTo>
                    <a:pt x="14361" y="5164"/>
                    <a:pt x="13534" y="3334"/>
                    <a:pt x="12181" y="2031"/>
                  </a:cubicBezTo>
                  <a:cubicBezTo>
                    <a:pt x="12156" y="2006"/>
                    <a:pt x="12106" y="1981"/>
                    <a:pt x="12081" y="1931"/>
                  </a:cubicBezTo>
                  <a:cubicBezTo>
                    <a:pt x="10928" y="878"/>
                    <a:pt x="9449" y="176"/>
                    <a:pt x="7820" y="26"/>
                  </a:cubicBezTo>
                  <a:lnTo>
                    <a:pt x="7770" y="26"/>
                  </a:lnTo>
                  <a:cubicBezTo>
                    <a:pt x="7569" y="26"/>
                    <a:pt x="7369" y="1"/>
                    <a:pt x="7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5" name="Google Shape;53865;p51"/>
            <p:cNvSpPr/>
            <p:nvPr/>
          </p:nvSpPr>
          <p:spPr>
            <a:xfrm>
              <a:off x="1394043" y="1107334"/>
              <a:ext cx="267059" cy="80335"/>
            </a:xfrm>
            <a:custGeom>
              <a:avLst/>
              <a:gdLst/>
              <a:ahLst/>
              <a:cxnLst/>
              <a:rect l="l" t="t" r="r" b="b"/>
              <a:pathLst>
                <a:path w="12157" h="3657" extrusionOk="0">
                  <a:moveTo>
                    <a:pt x="2583" y="1"/>
                  </a:moveTo>
                  <a:cubicBezTo>
                    <a:pt x="2069" y="1"/>
                    <a:pt x="1557" y="137"/>
                    <a:pt x="1128" y="423"/>
                  </a:cubicBezTo>
                  <a:cubicBezTo>
                    <a:pt x="627" y="749"/>
                    <a:pt x="276" y="1250"/>
                    <a:pt x="1" y="1751"/>
                  </a:cubicBezTo>
                  <a:cubicBezTo>
                    <a:pt x="26" y="1827"/>
                    <a:pt x="51" y="1877"/>
                    <a:pt x="76" y="1952"/>
                  </a:cubicBezTo>
                  <a:cubicBezTo>
                    <a:pt x="352" y="1400"/>
                    <a:pt x="702" y="874"/>
                    <a:pt x="1204" y="548"/>
                  </a:cubicBezTo>
                  <a:cubicBezTo>
                    <a:pt x="1602" y="291"/>
                    <a:pt x="2086" y="160"/>
                    <a:pt x="2581" y="160"/>
                  </a:cubicBezTo>
                  <a:cubicBezTo>
                    <a:pt x="3052" y="160"/>
                    <a:pt x="3533" y="279"/>
                    <a:pt x="3961" y="523"/>
                  </a:cubicBezTo>
                  <a:cubicBezTo>
                    <a:pt x="4763" y="949"/>
                    <a:pt x="5389" y="1751"/>
                    <a:pt x="5715" y="2754"/>
                  </a:cubicBezTo>
                  <a:lnTo>
                    <a:pt x="5765" y="2854"/>
                  </a:lnTo>
                  <a:lnTo>
                    <a:pt x="5840" y="2779"/>
                  </a:lnTo>
                  <a:cubicBezTo>
                    <a:pt x="6596" y="2128"/>
                    <a:pt x="7580" y="1759"/>
                    <a:pt x="8571" y="1759"/>
                  </a:cubicBezTo>
                  <a:cubicBezTo>
                    <a:pt x="8764" y="1759"/>
                    <a:pt x="8957" y="1773"/>
                    <a:pt x="9149" y="1801"/>
                  </a:cubicBezTo>
                  <a:cubicBezTo>
                    <a:pt x="10301" y="1952"/>
                    <a:pt x="11379" y="2654"/>
                    <a:pt x="12031" y="3656"/>
                  </a:cubicBezTo>
                  <a:lnTo>
                    <a:pt x="12156" y="3581"/>
                  </a:lnTo>
                  <a:cubicBezTo>
                    <a:pt x="11504" y="2528"/>
                    <a:pt x="10377" y="1827"/>
                    <a:pt x="9149" y="1651"/>
                  </a:cubicBezTo>
                  <a:cubicBezTo>
                    <a:pt x="8998" y="1626"/>
                    <a:pt x="8873" y="1601"/>
                    <a:pt x="8722" y="1601"/>
                  </a:cubicBezTo>
                  <a:lnTo>
                    <a:pt x="8572" y="1601"/>
                  </a:lnTo>
                  <a:cubicBezTo>
                    <a:pt x="7570" y="1601"/>
                    <a:pt x="6592" y="1952"/>
                    <a:pt x="5815" y="2578"/>
                  </a:cubicBezTo>
                  <a:cubicBezTo>
                    <a:pt x="5489" y="1601"/>
                    <a:pt x="4838" y="799"/>
                    <a:pt x="4036" y="373"/>
                  </a:cubicBezTo>
                  <a:cubicBezTo>
                    <a:pt x="3735" y="222"/>
                    <a:pt x="3409" y="97"/>
                    <a:pt x="3083" y="47"/>
                  </a:cubicBezTo>
                  <a:cubicBezTo>
                    <a:pt x="3033" y="47"/>
                    <a:pt x="2983" y="22"/>
                    <a:pt x="2933" y="22"/>
                  </a:cubicBezTo>
                  <a:cubicBezTo>
                    <a:pt x="2817" y="8"/>
                    <a:pt x="2700" y="1"/>
                    <a:pt x="2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6" name="Google Shape;53866;p51"/>
            <p:cNvSpPr/>
            <p:nvPr/>
          </p:nvSpPr>
          <p:spPr>
            <a:xfrm>
              <a:off x="1575736" y="971267"/>
              <a:ext cx="75986" cy="172357"/>
            </a:xfrm>
            <a:custGeom>
              <a:avLst/>
              <a:gdLst/>
              <a:ahLst/>
              <a:cxnLst/>
              <a:rect l="l" t="t" r="r" b="b"/>
              <a:pathLst>
                <a:path w="3459" h="7846" extrusionOk="0">
                  <a:moveTo>
                    <a:pt x="3384" y="0"/>
                  </a:moveTo>
                  <a:cubicBezTo>
                    <a:pt x="2732" y="401"/>
                    <a:pt x="2281" y="1128"/>
                    <a:pt x="2106" y="1980"/>
                  </a:cubicBezTo>
                  <a:cubicBezTo>
                    <a:pt x="1980" y="2657"/>
                    <a:pt x="2005" y="3384"/>
                    <a:pt x="2231" y="4261"/>
                  </a:cubicBezTo>
                  <a:cubicBezTo>
                    <a:pt x="1479" y="4411"/>
                    <a:pt x="827" y="4888"/>
                    <a:pt x="451" y="5564"/>
                  </a:cubicBezTo>
                  <a:cubicBezTo>
                    <a:pt x="50" y="6266"/>
                    <a:pt x="0" y="7118"/>
                    <a:pt x="301" y="7845"/>
                  </a:cubicBezTo>
                  <a:lnTo>
                    <a:pt x="451" y="7795"/>
                  </a:lnTo>
                  <a:cubicBezTo>
                    <a:pt x="176" y="7118"/>
                    <a:pt x="226" y="6291"/>
                    <a:pt x="577" y="5640"/>
                  </a:cubicBezTo>
                  <a:cubicBezTo>
                    <a:pt x="928" y="4988"/>
                    <a:pt x="1604" y="4512"/>
                    <a:pt x="2356" y="4386"/>
                  </a:cubicBezTo>
                  <a:lnTo>
                    <a:pt x="2431" y="4361"/>
                  </a:lnTo>
                  <a:lnTo>
                    <a:pt x="2406" y="4286"/>
                  </a:lnTo>
                  <a:cubicBezTo>
                    <a:pt x="2181" y="3434"/>
                    <a:pt x="2131" y="2682"/>
                    <a:pt x="2256" y="2005"/>
                  </a:cubicBezTo>
                  <a:cubicBezTo>
                    <a:pt x="2406" y="1203"/>
                    <a:pt x="2857" y="502"/>
                    <a:pt x="3459" y="126"/>
                  </a:cubicBezTo>
                  <a:lnTo>
                    <a:pt x="33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7" name="Google Shape;53867;p51"/>
            <p:cNvSpPr/>
            <p:nvPr/>
          </p:nvSpPr>
          <p:spPr>
            <a:xfrm>
              <a:off x="1458452" y="1026801"/>
              <a:ext cx="164646" cy="83235"/>
            </a:xfrm>
            <a:custGeom>
              <a:avLst/>
              <a:gdLst/>
              <a:ahLst/>
              <a:cxnLst/>
              <a:rect l="l" t="t" r="r" b="b"/>
              <a:pathLst>
                <a:path w="7495" h="3789" extrusionOk="0">
                  <a:moveTo>
                    <a:pt x="5517" y="1"/>
                  </a:moveTo>
                  <a:cubicBezTo>
                    <a:pt x="5399" y="1"/>
                    <a:pt x="5281" y="10"/>
                    <a:pt x="5164" y="29"/>
                  </a:cubicBezTo>
                  <a:cubicBezTo>
                    <a:pt x="4312" y="154"/>
                    <a:pt x="3610" y="881"/>
                    <a:pt x="3560" y="1633"/>
                  </a:cubicBezTo>
                  <a:cubicBezTo>
                    <a:pt x="3266" y="1521"/>
                    <a:pt x="2951" y="1467"/>
                    <a:pt x="2636" y="1467"/>
                  </a:cubicBezTo>
                  <a:cubicBezTo>
                    <a:pt x="2172" y="1467"/>
                    <a:pt x="1707" y="1584"/>
                    <a:pt x="1304" y="1808"/>
                  </a:cubicBezTo>
                  <a:cubicBezTo>
                    <a:pt x="602" y="2209"/>
                    <a:pt x="101" y="2961"/>
                    <a:pt x="1" y="3763"/>
                  </a:cubicBezTo>
                  <a:lnTo>
                    <a:pt x="151" y="3788"/>
                  </a:lnTo>
                  <a:cubicBezTo>
                    <a:pt x="252" y="3036"/>
                    <a:pt x="728" y="2335"/>
                    <a:pt x="1379" y="1934"/>
                  </a:cubicBezTo>
                  <a:cubicBezTo>
                    <a:pt x="1762" y="1721"/>
                    <a:pt x="2200" y="1613"/>
                    <a:pt x="2635" y="1613"/>
                  </a:cubicBezTo>
                  <a:cubicBezTo>
                    <a:pt x="2971" y="1613"/>
                    <a:pt x="3305" y="1677"/>
                    <a:pt x="3610" y="1808"/>
                  </a:cubicBezTo>
                  <a:lnTo>
                    <a:pt x="3710" y="1858"/>
                  </a:lnTo>
                  <a:lnTo>
                    <a:pt x="3710" y="1758"/>
                  </a:lnTo>
                  <a:cubicBezTo>
                    <a:pt x="3710" y="1006"/>
                    <a:pt x="4362" y="305"/>
                    <a:pt x="5189" y="179"/>
                  </a:cubicBezTo>
                  <a:cubicBezTo>
                    <a:pt x="5293" y="165"/>
                    <a:pt x="5398" y="158"/>
                    <a:pt x="5504" y="158"/>
                  </a:cubicBezTo>
                  <a:cubicBezTo>
                    <a:pt x="6142" y="158"/>
                    <a:pt x="6814" y="415"/>
                    <a:pt x="7394" y="931"/>
                  </a:cubicBezTo>
                  <a:lnTo>
                    <a:pt x="7495" y="806"/>
                  </a:lnTo>
                  <a:cubicBezTo>
                    <a:pt x="6877" y="295"/>
                    <a:pt x="6187" y="1"/>
                    <a:pt x="5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8" name="Google Shape;53868;p51"/>
            <p:cNvSpPr/>
            <p:nvPr/>
          </p:nvSpPr>
          <p:spPr>
            <a:xfrm>
              <a:off x="1388529" y="988138"/>
              <a:ext cx="217500" cy="59137"/>
            </a:xfrm>
            <a:custGeom>
              <a:avLst/>
              <a:gdLst/>
              <a:ahLst/>
              <a:cxnLst/>
              <a:rect l="l" t="t" r="r" b="b"/>
              <a:pathLst>
                <a:path w="9901" h="2692" extrusionOk="0">
                  <a:moveTo>
                    <a:pt x="6736" y="1"/>
                  </a:moveTo>
                  <a:cubicBezTo>
                    <a:pt x="6364" y="1"/>
                    <a:pt x="5994" y="42"/>
                    <a:pt x="5640" y="160"/>
                  </a:cubicBezTo>
                  <a:cubicBezTo>
                    <a:pt x="5615" y="160"/>
                    <a:pt x="5590" y="160"/>
                    <a:pt x="5565" y="185"/>
                  </a:cubicBezTo>
                  <a:cubicBezTo>
                    <a:pt x="4888" y="385"/>
                    <a:pt x="4287" y="786"/>
                    <a:pt x="3836" y="1363"/>
                  </a:cubicBezTo>
                  <a:cubicBezTo>
                    <a:pt x="3387" y="1047"/>
                    <a:pt x="2850" y="886"/>
                    <a:pt x="2320" y="886"/>
                  </a:cubicBezTo>
                  <a:cubicBezTo>
                    <a:pt x="2051" y="886"/>
                    <a:pt x="1783" y="927"/>
                    <a:pt x="1530" y="1012"/>
                  </a:cubicBezTo>
                  <a:cubicBezTo>
                    <a:pt x="1004" y="1162"/>
                    <a:pt x="552" y="1488"/>
                    <a:pt x="252" y="1914"/>
                  </a:cubicBezTo>
                  <a:cubicBezTo>
                    <a:pt x="151" y="2165"/>
                    <a:pt x="51" y="2415"/>
                    <a:pt x="1" y="2691"/>
                  </a:cubicBezTo>
                  <a:cubicBezTo>
                    <a:pt x="252" y="1964"/>
                    <a:pt x="853" y="1388"/>
                    <a:pt x="1555" y="1137"/>
                  </a:cubicBezTo>
                  <a:cubicBezTo>
                    <a:pt x="1788" y="1067"/>
                    <a:pt x="2030" y="1034"/>
                    <a:pt x="2273" y="1034"/>
                  </a:cubicBezTo>
                  <a:cubicBezTo>
                    <a:pt x="2815" y="1034"/>
                    <a:pt x="3361" y="1202"/>
                    <a:pt x="3811" y="1513"/>
                  </a:cubicBezTo>
                  <a:lnTo>
                    <a:pt x="3861" y="1563"/>
                  </a:lnTo>
                  <a:lnTo>
                    <a:pt x="3911" y="1513"/>
                  </a:lnTo>
                  <a:cubicBezTo>
                    <a:pt x="4567" y="654"/>
                    <a:pt x="5610" y="141"/>
                    <a:pt x="6673" y="141"/>
                  </a:cubicBezTo>
                  <a:cubicBezTo>
                    <a:pt x="6788" y="141"/>
                    <a:pt x="6903" y="147"/>
                    <a:pt x="7019" y="160"/>
                  </a:cubicBezTo>
                  <a:cubicBezTo>
                    <a:pt x="8121" y="285"/>
                    <a:pt x="9124" y="987"/>
                    <a:pt x="9675" y="1964"/>
                  </a:cubicBezTo>
                  <a:cubicBezTo>
                    <a:pt x="9700" y="2014"/>
                    <a:pt x="9725" y="2090"/>
                    <a:pt x="9750" y="2165"/>
                  </a:cubicBezTo>
                  <a:lnTo>
                    <a:pt x="9901" y="2090"/>
                  </a:lnTo>
                  <a:cubicBezTo>
                    <a:pt x="9901" y="2065"/>
                    <a:pt x="9901" y="2065"/>
                    <a:pt x="9876" y="2039"/>
                  </a:cubicBezTo>
                  <a:cubicBezTo>
                    <a:pt x="9349" y="962"/>
                    <a:pt x="8247" y="160"/>
                    <a:pt x="7044" y="9"/>
                  </a:cubicBezTo>
                  <a:cubicBezTo>
                    <a:pt x="6941" y="4"/>
                    <a:pt x="6839" y="1"/>
                    <a:pt x="6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9" name="Google Shape;53869;p51"/>
            <p:cNvSpPr/>
            <p:nvPr/>
          </p:nvSpPr>
          <p:spPr>
            <a:xfrm>
              <a:off x="1509109" y="930518"/>
              <a:ext cx="46286" cy="61685"/>
            </a:xfrm>
            <a:custGeom>
              <a:avLst/>
              <a:gdLst/>
              <a:ahLst/>
              <a:cxnLst/>
              <a:rect l="l" t="t" r="r" b="b"/>
              <a:pathLst>
                <a:path w="2107" h="2808" extrusionOk="0">
                  <a:moveTo>
                    <a:pt x="2081" y="1"/>
                  </a:moveTo>
                  <a:cubicBezTo>
                    <a:pt x="1479" y="51"/>
                    <a:pt x="903" y="427"/>
                    <a:pt x="527" y="1003"/>
                  </a:cubicBezTo>
                  <a:cubicBezTo>
                    <a:pt x="201" y="1479"/>
                    <a:pt x="26" y="2081"/>
                    <a:pt x="1" y="2808"/>
                  </a:cubicBezTo>
                  <a:lnTo>
                    <a:pt x="151" y="2808"/>
                  </a:lnTo>
                  <a:cubicBezTo>
                    <a:pt x="176" y="2131"/>
                    <a:pt x="352" y="1555"/>
                    <a:pt x="652" y="1078"/>
                  </a:cubicBezTo>
                  <a:cubicBezTo>
                    <a:pt x="1003" y="552"/>
                    <a:pt x="1530" y="201"/>
                    <a:pt x="2106" y="151"/>
                  </a:cubicBezTo>
                  <a:lnTo>
                    <a:pt x="20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0" name="Google Shape;53870;p51"/>
            <p:cNvSpPr/>
            <p:nvPr/>
          </p:nvSpPr>
          <p:spPr>
            <a:xfrm>
              <a:off x="575881" y="-152164"/>
              <a:ext cx="188305" cy="112803"/>
            </a:xfrm>
            <a:custGeom>
              <a:avLst/>
              <a:gdLst/>
              <a:ahLst/>
              <a:cxnLst/>
              <a:rect l="l" t="t" r="r" b="b"/>
              <a:pathLst>
                <a:path w="8572" h="5135" extrusionOk="0">
                  <a:moveTo>
                    <a:pt x="5835" y="0"/>
                  </a:moveTo>
                  <a:cubicBezTo>
                    <a:pt x="5023" y="0"/>
                    <a:pt x="4198" y="187"/>
                    <a:pt x="3459" y="534"/>
                  </a:cubicBezTo>
                  <a:cubicBezTo>
                    <a:pt x="1855" y="1261"/>
                    <a:pt x="802" y="2639"/>
                    <a:pt x="0" y="4218"/>
                  </a:cubicBezTo>
                  <a:cubicBezTo>
                    <a:pt x="1008" y="4815"/>
                    <a:pt x="2196" y="5134"/>
                    <a:pt x="3389" y="5134"/>
                  </a:cubicBezTo>
                  <a:cubicBezTo>
                    <a:pt x="3799" y="5134"/>
                    <a:pt x="4208" y="5097"/>
                    <a:pt x="4612" y="5020"/>
                  </a:cubicBezTo>
                  <a:cubicBezTo>
                    <a:pt x="6191" y="4694"/>
                    <a:pt x="7619" y="3792"/>
                    <a:pt x="8572" y="2514"/>
                  </a:cubicBezTo>
                  <a:cubicBezTo>
                    <a:pt x="8095" y="2438"/>
                    <a:pt x="7694" y="2313"/>
                    <a:pt x="7218" y="2188"/>
                  </a:cubicBezTo>
                  <a:cubicBezTo>
                    <a:pt x="7694" y="1762"/>
                    <a:pt x="8070" y="1311"/>
                    <a:pt x="8471" y="809"/>
                  </a:cubicBezTo>
                  <a:cubicBezTo>
                    <a:pt x="7715" y="256"/>
                    <a:pt x="6784" y="0"/>
                    <a:pt x="5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1" name="Google Shape;53871;p51"/>
            <p:cNvSpPr/>
            <p:nvPr/>
          </p:nvSpPr>
          <p:spPr>
            <a:xfrm>
              <a:off x="470588" y="3034590"/>
              <a:ext cx="177322" cy="126401"/>
            </a:xfrm>
            <a:custGeom>
              <a:avLst/>
              <a:gdLst/>
              <a:ahLst/>
              <a:cxnLst/>
              <a:rect l="l" t="t" r="r" b="b"/>
              <a:pathLst>
                <a:path w="8072" h="5754" extrusionOk="0">
                  <a:moveTo>
                    <a:pt x="5881" y="0"/>
                  </a:moveTo>
                  <a:cubicBezTo>
                    <a:pt x="4745" y="0"/>
                    <a:pt x="3589" y="410"/>
                    <a:pt x="2658" y="1096"/>
                  </a:cubicBezTo>
                  <a:cubicBezTo>
                    <a:pt x="1254" y="2124"/>
                    <a:pt x="477" y="3703"/>
                    <a:pt x="1" y="5382"/>
                  </a:cubicBezTo>
                  <a:cubicBezTo>
                    <a:pt x="704" y="5628"/>
                    <a:pt x="1450" y="5753"/>
                    <a:pt x="2197" y="5753"/>
                  </a:cubicBezTo>
                  <a:cubicBezTo>
                    <a:pt x="3048" y="5753"/>
                    <a:pt x="3900" y="5590"/>
                    <a:pt x="4688" y="5257"/>
                  </a:cubicBezTo>
                  <a:cubicBezTo>
                    <a:pt x="6166" y="4630"/>
                    <a:pt x="7394" y="3452"/>
                    <a:pt x="8071" y="1998"/>
                  </a:cubicBezTo>
                  <a:lnTo>
                    <a:pt x="8071" y="1998"/>
                  </a:lnTo>
                  <a:cubicBezTo>
                    <a:pt x="7923" y="2014"/>
                    <a:pt x="7781" y="2020"/>
                    <a:pt x="7640" y="2020"/>
                  </a:cubicBezTo>
                  <a:cubicBezTo>
                    <a:pt x="7326" y="2020"/>
                    <a:pt x="7021" y="1991"/>
                    <a:pt x="6693" y="1973"/>
                  </a:cubicBezTo>
                  <a:cubicBezTo>
                    <a:pt x="7069" y="1472"/>
                    <a:pt x="7344" y="921"/>
                    <a:pt x="7645" y="369"/>
                  </a:cubicBezTo>
                  <a:cubicBezTo>
                    <a:pt x="7087" y="117"/>
                    <a:pt x="6487" y="0"/>
                    <a:pt x="5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2" name="Google Shape;53872;p51"/>
            <p:cNvSpPr/>
            <p:nvPr/>
          </p:nvSpPr>
          <p:spPr>
            <a:xfrm>
              <a:off x="1511306" y="643007"/>
              <a:ext cx="177322" cy="126489"/>
            </a:xfrm>
            <a:custGeom>
              <a:avLst/>
              <a:gdLst/>
              <a:ahLst/>
              <a:cxnLst/>
              <a:rect l="l" t="t" r="r" b="b"/>
              <a:pathLst>
                <a:path w="8072" h="5758" extrusionOk="0">
                  <a:moveTo>
                    <a:pt x="5875" y="1"/>
                  </a:moveTo>
                  <a:cubicBezTo>
                    <a:pt x="4741" y="1"/>
                    <a:pt x="3588" y="415"/>
                    <a:pt x="2658" y="1084"/>
                  </a:cubicBezTo>
                  <a:cubicBezTo>
                    <a:pt x="1254" y="2136"/>
                    <a:pt x="477" y="3690"/>
                    <a:pt x="1" y="5394"/>
                  </a:cubicBezTo>
                  <a:cubicBezTo>
                    <a:pt x="694" y="5637"/>
                    <a:pt x="1431" y="5757"/>
                    <a:pt x="2167" y="5757"/>
                  </a:cubicBezTo>
                  <a:cubicBezTo>
                    <a:pt x="3029" y="5757"/>
                    <a:pt x="3891" y="5593"/>
                    <a:pt x="4688" y="5269"/>
                  </a:cubicBezTo>
                  <a:cubicBezTo>
                    <a:pt x="6166" y="4643"/>
                    <a:pt x="7395" y="3465"/>
                    <a:pt x="8071" y="2011"/>
                  </a:cubicBezTo>
                  <a:lnTo>
                    <a:pt x="8071" y="2011"/>
                  </a:lnTo>
                  <a:cubicBezTo>
                    <a:pt x="7976" y="2016"/>
                    <a:pt x="7883" y="2018"/>
                    <a:pt x="7791" y="2018"/>
                  </a:cubicBezTo>
                  <a:cubicBezTo>
                    <a:pt x="7423" y="2018"/>
                    <a:pt x="7074" y="1986"/>
                    <a:pt x="6693" y="1986"/>
                  </a:cubicBezTo>
                  <a:cubicBezTo>
                    <a:pt x="7069" y="1460"/>
                    <a:pt x="7344" y="933"/>
                    <a:pt x="7645" y="382"/>
                  </a:cubicBezTo>
                  <a:cubicBezTo>
                    <a:pt x="7085" y="120"/>
                    <a:pt x="6483" y="1"/>
                    <a:pt x="58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3" name="Google Shape;53873;p51"/>
            <p:cNvSpPr/>
            <p:nvPr/>
          </p:nvSpPr>
          <p:spPr>
            <a:xfrm>
              <a:off x="1820740" y="1314268"/>
              <a:ext cx="135452" cy="178947"/>
            </a:xfrm>
            <a:custGeom>
              <a:avLst/>
              <a:gdLst/>
              <a:ahLst/>
              <a:cxnLst/>
              <a:rect l="l" t="t" r="r" b="b"/>
              <a:pathLst>
                <a:path w="6166" h="8146" extrusionOk="0">
                  <a:moveTo>
                    <a:pt x="577" y="1"/>
                  </a:moveTo>
                  <a:lnTo>
                    <a:pt x="577" y="1"/>
                  </a:lnTo>
                  <a:cubicBezTo>
                    <a:pt x="0" y="1504"/>
                    <a:pt x="0" y="3209"/>
                    <a:pt x="602" y="4687"/>
                  </a:cubicBezTo>
                  <a:cubicBezTo>
                    <a:pt x="1178" y="6191"/>
                    <a:pt x="2331" y="7444"/>
                    <a:pt x="3760" y="8146"/>
                  </a:cubicBezTo>
                  <a:cubicBezTo>
                    <a:pt x="3735" y="7670"/>
                    <a:pt x="3785" y="7244"/>
                    <a:pt x="3835" y="6767"/>
                  </a:cubicBezTo>
                  <a:cubicBezTo>
                    <a:pt x="4311" y="7143"/>
                    <a:pt x="4862" y="7444"/>
                    <a:pt x="5389" y="7770"/>
                  </a:cubicBezTo>
                  <a:cubicBezTo>
                    <a:pt x="6166" y="6191"/>
                    <a:pt x="5815" y="4211"/>
                    <a:pt x="4812" y="2757"/>
                  </a:cubicBezTo>
                  <a:cubicBezTo>
                    <a:pt x="3810" y="1329"/>
                    <a:pt x="2256" y="52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4" name="Google Shape;53874;p51"/>
            <p:cNvSpPr/>
            <p:nvPr/>
          </p:nvSpPr>
          <p:spPr>
            <a:xfrm>
              <a:off x="147014" y="740016"/>
              <a:ext cx="147028" cy="157507"/>
            </a:xfrm>
            <a:custGeom>
              <a:avLst/>
              <a:gdLst/>
              <a:ahLst/>
              <a:cxnLst/>
              <a:rect l="l" t="t" r="r" b="b"/>
              <a:pathLst>
                <a:path w="6693" h="7170" extrusionOk="0">
                  <a:moveTo>
                    <a:pt x="6542" y="0"/>
                  </a:moveTo>
                  <a:cubicBezTo>
                    <a:pt x="4971" y="0"/>
                    <a:pt x="3408" y="574"/>
                    <a:pt x="2206" y="1580"/>
                  </a:cubicBezTo>
                  <a:cubicBezTo>
                    <a:pt x="1003" y="2633"/>
                    <a:pt x="201" y="4136"/>
                    <a:pt x="0" y="5715"/>
                  </a:cubicBezTo>
                  <a:cubicBezTo>
                    <a:pt x="452" y="5540"/>
                    <a:pt x="853" y="5465"/>
                    <a:pt x="1329" y="5339"/>
                  </a:cubicBezTo>
                  <a:lnTo>
                    <a:pt x="1329" y="5339"/>
                  </a:lnTo>
                  <a:cubicBezTo>
                    <a:pt x="1128" y="5916"/>
                    <a:pt x="1028" y="6517"/>
                    <a:pt x="928" y="7144"/>
                  </a:cubicBezTo>
                  <a:cubicBezTo>
                    <a:pt x="1076" y="7161"/>
                    <a:pt x="1224" y="7169"/>
                    <a:pt x="1372" y="7169"/>
                  </a:cubicBezTo>
                  <a:cubicBezTo>
                    <a:pt x="2949" y="7169"/>
                    <a:pt x="4477" y="6219"/>
                    <a:pt x="5439" y="4913"/>
                  </a:cubicBezTo>
                  <a:cubicBezTo>
                    <a:pt x="6467" y="3510"/>
                    <a:pt x="6692" y="1780"/>
                    <a:pt x="6642" y="1"/>
                  </a:cubicBezTo>
                  <a:cubicBezTo>
                    <a:pt x="6609" y="1"/>
                    <a:pt x="6575" y="0"/>
                    <a:pt x="6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5" name="Google Shape;53875;p51"/>
            <p:cNvSpPr/>
            <p:nvPr/>
          </p:nvSpPr>
          <p:spPr>
            <a:xfrm>
              <a:off x="1711713" y="2324972"/>
              <a:ext cx="135452" cy="178969"/>
            </a:xfrm>
            <a:custGeom>
              <a:avLst/>
              <a:gdLst/>
              <a:ahLst/>
              <a:cxnLst/>
              <a:rect l="l" t="t" r="r" b="b"/>
              <a:pathLst>
                <a:path w="6166" h="8147" extrusionOk="0">
                  <a:moveTo>
                    <a:pt x="551" y="1"/>
                  </a:moveTo>
                  <a:lnTo>
                    <a:pt x="551" y="1"/>
                  </a:lnTo>
                  <a:cubicBezTo>
                    <a:pt x="0" y="1479"/>
                    <a:pt x="0" y="3184"/>
                    <a:pt x="577" y="4687"/>
                  </a:cubicBezTo>
                  <a:cubicBezTo>
                    <a:pt x="1153" y="6166"/>
                    <a:pt x="2306" y="7444"/>
                    <a:pt x="3759" y="8146"/>
                  </a:cubicBezTo>
                  <a:cubicBezTo>
                    <a:pt x="3734" y="7670"/>
                    <a:pt x="3785" y="7244"/>
                    <a:pt x="3810" y="6768"/>
                  </a:cubicBezTo>
                  <a:cubicBezTo>
                    <a:pt x="4311" y="7144"/>
                    <a:pt x="4837" y="7444"/>
                    <a:pt x="5389" y="7745"/>
                  </a:cubicBezTo>
                  <a:cubicBezTo>
                    <a:pt x="6166" y="6166"/>
                    <a:pt x="5790" y="4211"/>
                    <a:pt x="4787" y="2758"/>
                  </a:cubicBezTo>
                  <a:cubicBezTo>
                    <a:pt x="3785" y="1329"/>
                    <a:pt x="2231" y="527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sz="3200"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●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○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■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●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○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■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●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○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■"/>
              <a:defRPr sz="1600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8" r:id="rId4"/>
    <p:sldLayoutId id="2147483659" r:id="rId5"/>
    <p:sldLayoutId id="2147483660" r:id="rId6"/>
    <p:sldLayoutId id="2147483661" r:id="rId7"/>
    <p:sldLayoutId id="2147483681" r:id="rId8"/>
    <p:sldLayoutId id="2147483682" r:id="rId9"/>
    <p:sldLayoutId id="2147483693" r:id="rId10"/>
    <p:sldLayoutId id="2147483694" r:id="rId11"/>
    <p:sldLayoutId id="2147483695" r:id="rId12"/>
    <p:sldLayoutId id="2147483696" r:id="rId13"/>
    <p:sldLayoutId id="2147483697" r:id="rId1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5" Type="http://schemas.openxmlformats.org/officeDocument/2006/relationships/slide" Target="slide16.xml"/><Relationship Id="rId4" Type="http://schemas.openxmlformats.org/officeDocument/2006/relationships/slide" Target="slide2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3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0" name="Google Shape;53890;p57"/>
          <p:cNvSpPr txBox="1">
            <a:spLocks noGrp="1"/>
          </p:cNvSpPr>
          <p:nvPr>
            <p:ph type="ctrTitle"/>
          </p:nvPr>
        </p:nvSpPr>
        <p:spPr>
          <a:xfrm>
            <a:off x="2146200" y="682975"/>
            <a:ext cx="4851600" cy="175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Fuji Yama</a:t>
            </a:r>
            <a:endParaRPr dirty="0"/>
          </a:p>
        </p:txBody>
      </p:sp>
      <p:sp>
        <p:nvSpPr>
          <p:cNvPr id="53891" name="Google Shape;53891;p57"/>
          <p:cNvSpPr txBox="1">
            <a:spLocks noGrp="1"/>
          </p:cNvSpPr>
          <p:nvPr>
            <p:ph type="subTitle" idx="1"/>
          </p:nvPr>
        </p:nvSpPr>
        <p:spPr>
          <a:xfrm>
            <a:off x="2146200" y="2439175"/>
            <a:ext cx="4851600" cy="59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Restaurant Japonais</a:t>
            </a:r>
            <a:endParaRPr dirty="0"/>
          </a:p>
        </p:txBody>
      </p:sp>
    </p:spTree>
  </p:cSld>
  <p:clrMapOvr>
    <a:masterClrMapping/>
  </p:clrMapOvr>
  <p:transition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10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6" name="Google Shape;53896;p58"/>
          <p:cNvSpPr txBox="1">
            <a:spLocks noGrp="1"/>
          </p:cNvSpPr>
          <p:nvPr>
            <p:ph type="title"/>
          </p:nvPr>
        </p:nvSpPr>
        <p:spPr>
          <a:xfrm>
            <a:off x="1390509" y="484200"/>
            <a:ext cx="681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Sommaire</a:t>
            </a:r>
            <a:endParaRPr dirty="0"/>
          </a:p>
        </p:txBody>
      </p:sp>
      <p:sp>
        <p:nvSpPr>
          <p:cNvPr id="53897" name="Google Shape;53897;p58"/>
          <p:cNvSpPr txBox="1">
            <a:spLocks noGrp="1"/>
          </p:cNvSpPr>
          <p:nvPr>
            <p:ph type="subTitle" idx="1"/>
          </p:nvPr>
        </p:nvSpPr>
        <p:spPr>
          <a:xfrm>
            <a:off x="814412" y="1232150"/>
            <a:ext cx="7515000" cy="332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 b="1" dirty="0">
                <a:solidFill>
                  <a:schemeClr val="accent1"/>
                </a:solidFill>
                <a:uFill>
                  <a:noFill/>
                </a:uFill>
              </a:rPr>
              <a:t>Conception du site.</a:t>
            </a:r>
            <a:endParaRPr lang="en" dirty="0"/>
          </a:p>
          <a:p>
            <a:pPr marL="609600" lvl="1" indent="0">
              <a:buSzPts val="1200"/>
            </a:pPr>
            <a:r>
              <a:rPr lang="fr-FR" dirty="0">
                <a:solidFill>
                  <a:schemeClr val="tx2">
                    <a:lumMod val="10000"/>
                  </a:schemeClr>
                </a:solidFill>
              </a:rPr>
              <a:t>1.1 ) Présentation des maquettes de chaque site</a:t>
            </a:r>
          </a:p>
          <a:p>
            <a:pPr marL="609600" lvl="1" indent="0">
              <a:buSzPts val="1200"/>
            </a:pPr>
            <a:r>
              <a:rPr lang="fr-FR" dirty="0"/>
              <a:t>1.2 ) Notre inspiration &amp; Nos Source</a:t>
            </a:r>
          </a:p>
          <a:p>
            <a:pPr marL="609600" lvl="1" indent="0">
              <a:buSzPts val="1200"/>
            </a:pPr>
            <a:endParaRPr lang="fr-FR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fr-FR" b="1" dirty="0">
                <a:solidFill>
                  <a:schemeClr val="accent1"/>
                </a:solidFill>
                <a:uFill>
                  <a:noFill/>
                </a:uFill>
              </a:rPr>
              <a:t>P</a:t>
            </a:r>
            <a:r>
              <a:rPr lang="en" b="1" dirty="0">
                <a:solidFill>
                  <a:schemeClr val="accent1"/>
                </a:solidFill>
                <a:uFill>
                  <a:noFill/>
                </a:uFill>
              </a:rPr>
              <a:t>roblématique</a:t>
            </a:r>
          </a:p>
          <a:p>
            <a:pPr marL="609600" lvl="1" indent="0">
              <a:buSzPts val="1200"/>
            </a:pPr>
            <a:r>
              <a:rPr lang="fr-FR" dirty="0">
                <a:solidFill>
                  <a:schemeClr val="tx2">
                    <a:lumMod val="10000"/>
                  </a:schemeClr>
                </a:solidFill>
              </a:rPr>
              <a:t>2.1 ) problème technique.</a:t>
            </a:r>
          </a:p>
          <a:p>
            <a:pPr marL="609600" lvl="1" indent="0">
              <a:buSzPts val="1200"/>
            </a:pPr>
            <a:r>
              <a:rPr lang="fr-FR" dirty="0"/>
              <a:t>2.2 ) problème d’utilisateur</a:t>
            </a:r>
          </a:p>
          <a:p>
            <a:pPr marL="609600" lvl="1" indent="0">
              <a:buSzPts val="1200"/>
            </a:pPr>
            <a:r>
              <a:rPr lang="fr-FR" dirty="0"/>
              <a:t>2.3 ) Explication du code choisi ainsi que les choix fait.</a:t>
            </a:r>
          </a:p>
          <a:p>
            <a:pPr marL="609600" lvl="1" indent="0">
              <a:buSzPts val="1200"/>
            </a:pPr>
            <a:endParaRPr lang="fr-FR" dirty="0"/>
          </a:p>
          <a:p>
            <a:pPr marL="457200" lvl="0" indent="-3048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fr-FR" b="1" dirty="0">
                <a:solidFill>
                  <a:schemeClr val="hlink"/>
                </a:solidFill>
                <a:uFill>
                  <a:noFill/>
                </a:uFill>
                <a:hlinkClick r:id="" action="ppaction://noaction"/>
              </a:rPr>
              <a:t>Présentation des sites </a:t>
            </a:r>
            <a:r>
              <a:rPr lang="fr-FR" b="1" dirty="0">
                <a:solidFill>
                  <a:schemeClr val="hlink"/>
                </a:solidFill>
                <a:uFill>
                  <a:noFill/>
                </a:uFill>
              </a:rPr>
              <a:t>. </a:t>
            </a:r>
          </a:p>
          <a:p>
            <a:pPr marL="609600" lvl="1" indent="0">
              <a:buSzPts val="1200"/>
            </a:pPr>
            <a:r>
              <a:rPr lang="fr-FR" dirty="0">
                <a:solidFill>
                  <a:schemeClr val="tx2">
                    <a:lumMod val="10000"/>
                  </a:schemeClr>
                </a:solidFill>
              </a:rPr>
              <a:t>3,1 ) l’importance de l’accessibilité et de la pratique d’utilisation.</a:t>
            </a:r>
          </a:p>
          <a:p>
            <a:pPr marL="609600" lvl="1" indent="0">
              <a:buSzPts val="1200"/>
            </a:pPr>
            <a:r>
              <a:rPr lang="fr-FR" dirty="0"/>
              <a:t>3.2 )vérificateur</a:t>
            </a:r>
          </a:p>
          <a:p>
            <a:pPr marL="381000" lvl="0" indent="-2286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+mj-lt"/>
              <a:buAutoNum type="arabicPeriod"/>
            </a:pPr>
            <a:endParaRPr b="1" dirty="0">
              <a:solidFill>
                <a:schemeClr val="accent1"/>
              </a:solidFill>
              <a:uFill>
                <a:noFill/>
              </a:uFill>
            </a:endParaRPr>
          </a:p>
          <a:p>
            <a:pPr marL="152400" indent="0">
              <a:buSzPts val="1200"/>
            </a:pPr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9654842F-7668-940F-D19F-0A2C960C25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05A526B3-44E2-C0AC-456F-F234B21C6B0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4" name="Image 3" descr="Une image contenant diagramme, Plan, texte, reçu&#10;&#10;Description générée automatiquement">
            <a:extLst>
              <a:ext uri="{FF2B5EF4-FFF2-40B4-BE49-F238E27FC236}">
                <a16:creationId xmlns:a16="http://schemas.microsoft.com/office/drawing/2014/main" id="{36681847-D993-F616-09A1-B2CD5284275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23715" y="1014050"/>
            <a:ext cx="2158575" cy="3589859"/>
          </a:xfrm>
          <a:prstGeom prst="rect">
            <a:avLst/>
          </a:prstGeom>
        </p:spPr>
      </p:pic>
      <p:pic>
        <p:nvPicPr>
          <p:cNvPr id="6" name="Image 5" descr="Une image contenant diagramme, texte, Rectangle, Plan&#10;&#10;Description générée automatiquement">
            <a:extLst>
              <a:ext uri="{FF2B5EF4-FFF2-40B4-BE49-F238E27FC236}">
                <a16:creationId xmlns:a16="http://schemas.microsoft.com/office/drawing/2014/main" id="{597ACD73-44EF-F686-A40C-68AF9414FCE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36624" y="1014050"/>
            <a:ext cx="2504387" cy="34186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37349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8EDC94DD-82FF-80CE-EA8E-FA7AEC1A8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4E105DA5-F3CE-D189-A8E4-D5C9A7B6DD6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3" name="Image 2" descr="Une image contenant diagramme, capture d’écran, Rectangle, ligne&#10;&#10;Description générée automatiquement">
            <a:extLst>
              <a:ext uri="{FF2B5EF4-FFF2-40B4-BE49-F238E27FC236}">
                <a16:creationId xmlns:a16="http://schemas.microsoft.com/office/drawing/2014/main" id="{B83E690E-39BF-6F25-3A3D-2E9B62C183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0083" y="1124816"/>
            <a:ext cx="3286125" cy="2990850"/>
          </a:xfrm>
          <a:prstGeom prst="rect">
            <a:avLst/>
          </a:prstGeom>
        </p:spPr>
      </p:pic>
      <p:pic>
        <p:nvPicPr>
          <p:cNvPr id="7" name="Image 6" descr="Une image contenant diagramme, Rectangle, ligne, texte&#10;&#10;Description générée automatiquement">
            <a:extLst>
              <a:ext uri="{FF2B5EF4-FFF2-40B4-BE49-F238E27FC236}">
                <a16:creationId xmlns:a16="http://schemas.microsoft.com/office/drawing/2014/main" id="{4E248124-75AA-BC7C-0FD8-77DE2B8085E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22693" y="1124816"/>
            <a:ext cx="2482562" cy="31185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26344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37FF607D-7775-AF47-66EE-7527E247A7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CF544A88-F845-2AE2-4F8F-EDC5F9BD7C4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3" name="Image 2" descr="Une image contenant diagramme, texte, Parallèle, Plan&#10;&#10;Description générée automatiquement">
            <a:extLst>
              <a:ext uri="{FF2B5EF4-FFF2-40B4-BE49-F238E27FC236}">
                <a16:creationId xmlns:a16="http://schemas.microsoft.com/office/drawing/2014/main" id="{254DFDAC-5DFC-2D73-3E91-EDF89204A5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1381" y="1056254"/>
            <a:ext cx="6657110" cy="33790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983526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41FD3A11-892E-95CB-B787-B17379AF03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7C8FAADE-6606-826D-548A-B94E069C2C2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6" name="Image 5" descr="Une image contenant texte, diagramme, Rectangle, Parallèle&#10;&#10;Description générée automatiquement">
            <a:extLst>
              <a:ext uri="{FF2B5EF4-FFF2-40B4-BE49-F238E27FC236}">
                <a16:creationId xmlns:a16="http://schemas.microsoft.com/office/drawing/2014/main" id="{AEC1ADED-0C55-84FC-CDD3-E8F62C3367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7180" y="868962"/>
            <a:ext cx="5534891" cy="38331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889590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DA3A415A-E0A9-C45F-6764-9ABA336F9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ECB84499-A890-7F12-596A-AA999F139C0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3" name="Image 2" descr="Une image contenant Parallèle, Rectangle, diagramme, texte&#10;&#10;Description générée automatiquement">
            <a:extLst>
              <a:ext uri="{FF2B5EF4-FFF2-40B4-BE49-F238E27FC236}">
                <a16:creationId xmlns:a16="http://schemas.microsoft.com/office/drawing/2014/main" id="{9893A4D6-32F9-5B92-FE2E-B68CB4322D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41693" y="1014050"/>
            <a:ext cx="5660464" cy="36010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7280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/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3" name="Image 2" descr="Une image contenant texte, capture d’écran, diagramme, Parallèle&#10;&#10;Description générée automatiquement">
            <a:extLst>
              <a:ext uri="{FF2B5EF4-FFF2-40B4-BE49-F238E27FC236}">
                <a16:creationId xmlns:a16="http://schemas.microsoft.com/office/drawing/2014/main" id="{C85F021D-F005-C403-7C81-D104048D2F0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924" t="3424" r="2168" b="3310"/>
          <a:stretch/>
        </p:blipFill>
        <p:spPr>
          <a:xfrm>
            <a:off x="353290" y="1459197"/>
            <a:ext cx="4544291" cy="2225106"/>
          </a:xfrm>
          <a:prstGeom prst="rect">
            <a:avLst/>
          </a:prstGeom>
        </p:spPr>
      </p:pic>
      <p:pic>
        <p:nvPicPr>
          <p:cNvPr id="7" name="Image 6" descr="Une image contenant texte, capture d’écran, affichage, ligne&#10;&#10;Description générée automatiquement">
            <a:extLst>
              <a:ext uri="{FF2B5EF4-FFF2-40B4-BE49-F238E27FC236}">
                <a16:creationId xmlns:a16="http://schemas.microsoft.com/office/drawing/2014/main" id="{3E6D5789-9A78-37CE-25A9-B5D1DDF592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7581" y="1459196"/>
            <a:ext cx="3613334" cy="2225105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037F1FFD-5768-4CA1-CE94-FB3FB5B30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EF31AC5A-A4BC-9E41-EEC7-91DFF2A2A0F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Conception du site</a:t>
            </a:r>
            <a:endParaRPr dirty="0"/>
          </a:p>
        </p:txBody>
      </p:sp>
      <p:pic>
        <p:nvPicPr>
          <p:cNvPr id="4" name="Image 3" descr="Une image contenant texte, diagramme, capture d’écran, Plan&#10;&#10;Description générée automatiquement">
            <a:extLst>
              <a:ext uri="{FF2B5EF4-FFF2-40B4-BE49-F238E27FC236}">
                <a16:creationId xmlns:a16="http://schemas.microsoft.com/office/drawing/2014/main" id="{69018647-4212-73B6-2BD9-2A22635344D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591" y="1355723"/>
            <a:ext cx="4786745" cy="2432053"/>
          </a:xfrm>
          <a:prstGeom prst="rect">
            <a:avLst/>
          </a:prstGeom>
        </p:spPr>
      </p:pic>
      <p:pic>
        <p:nvPicPr>
          <p:cNvPr id="7" name="Image 6" descr="Une image contenant texte, capture d’écran, affichage, nombre&#10;&#10;Description générée automatiquement">
            <a:extLst>
              <a:ext uri="{FF2B5EF4-FFF2-40B4-BE49-F238E27FC236}">
                <a16:creationId xmlns:a16="http://schemas.microsoft.com/office/drawing/2014/main" id="{7F1DAC32-C294-BE07-4695-6F0ABEABDE6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43336" y="1441592"/>
            <a:ext cx="3816375" cy="22603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593023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23" name="Google Shape;53923;p60"/>
          <p:cNvSpPr txBox="1">
            <a:spLocks noGrp="1"/>
          </p:cNvSpPr>
          <p:nvPr>
            <p:ph type="title"/>
          </p:nvPr>
        </p:nvSpPr>
        <p:spPr>
          <a:xfrm>
            <a:off x="726300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09600" lvl="1" indent="0">
              <a:buSzPts val="1200"/>
            </a:pPr>
            <a:r>
              <a:rPr lang="fr-FR" dirty="0"/>
              <a:t>Notre inspiration</a:t>
            </a:r>
          </a:p>
        </p:txBody>
      </p:sp>
      <p:sp>
        <p:nvSpPr>
          <p:cNvPr id="53924" name="Google Shape;53924;p60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361326" y="2212979"/>
            <a:ext cx="3172932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Site utiliser principalement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925" name="Google Shape;53925;p60"/>
          <p:cNvSpPr txBox="1">
            <a:spLocks noGrp="1"/>
          </p:cNvSpPr>
          <p:nvPr>
            <p:ph type="subTitle" idx="2"/>
          </p:nvPr>
        </p:nvSpPr>
        <p:spPr>
          <a:xfrm>
            <a:off x="713268" y="2694009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 err="1"/>
              <a:t>Matsuri</a:t>
            </a:r>
            <a:endParaRPr lang="fr-FR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Basilic &amp; Co</a:t>
            </a:r>
            <a:endParaRPr dirty="0"/>
          </a:p>
        </p:txBody>
      </p:sp>
      <p:sp>
        <p:nvSpPr>
          <p:cNvPr id="53926" name="Google Shape;53926;p60">
            <a:hlinkClick r:id="rId4" action="ppaction://hlinksldjump"/>
          </p:cNvPr>
          <p:cNvSpPr txBox="1">
            <a:spLocks noGrp="1"/>
          </p:cNvSpPr>
          <p:nvPr>
            <p:ph type="subTitle" idx="3"/>
          </p:nvPr>
        </p:nvSpPr>
        <p:spPr>
          <a:xfrm>
            <a:off x="3348150" y="3144463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La culture</a:t>
            </a:r>
            <a:endParaRPr dirty="0"/>
          </a:p>
        </p:txBody>
      </p:sp>
      <p:sp>
        <p:nvSpPr>
          <p:cNvPr id="53927" name="Google Shape;53927;p60"/>
          <p:cNvSpPr txBox="1">
            <a:spLocks noGrp="1"/>
          </p:cNvSpPr>
          <p:nvPr>
            <p:ph type="subTitle" idx="4"/>
          </p:nvPr>
        </p:nvSpPr>
        <p:spPr>
          <a:xfrm>
            <a:off x="3348150" y="3541362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Tradition Japonais</a:t>
            </a:r>
            <a:endParaRPr dirty="0"/>
          </a:p>
        </p:txBody>
      </p:sp>
      <p:sp>
        <p:nvSpPr>
          <p:cNvPr id="53928" name="Google Shape;53928;p60">
            <a:hlinkClick r:id="rId5" action="ppaction://hlinksldjump"/>
          </p:cNvPr>
          <p:cNvSpPr txBox="1">
            <a:spLocks noGrp="1"/>
          </p:cNvSpPr>
          <p:nvPr>
            <p:ph type="subTitle" idx="5"/>
          </p:nvPr>
        </p:nvSpPr>
        <p:spPr>
          <a:xfrm>
            <a:off x="5983084" y="2297075"/>
            <a:ext cx="2447700" cy="3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L’originalité</a:t>
            </a:r>
            <a:endParaRPr dirty="0"/>
          </a:p>
        </p:txBody>
      </p:sp>
      <p:sp>
        <p:nvSpPr>
          <p:cNvPr id="53929" name="Google Shape;53929;p60"/>
          <p:cNvSpPr txBox="1">
            <a:spLocks noGrp="1"/>
          </p:cNvSpPr>
          <p:nvPr>
            <p:ph type="subTitle" idx="6"/>
          </p:nvPr>
        </p:nvSpPr>
        <p:spPr>
          <a:xfrm>
            <a:off x="5983084" y="2693998"/>
            <a:ext cx="2447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S</a:t>
            </a:r>
            <a:r>
              <a:rPr lang="en" dirty="0"/>
              <a:t>e distinguer d’autre site</a:t>
            </a:r>
            <a:endParaRPr dirty="0"/>
          </a:p>
        </p:txBody>
      </p:sp>
      <p:sp>
        <p:nvSpPr>
          <p:cNvPr id="53930" name="Google Shape;53930;p60">
            <a:hlinkClick r:id="rId3" action="ppaction://hlinksldjump"/>
          </p:cNvPr>
          <p:cNvSpPr txBox="1">
            <a:spLocks noGrp="1"/>
          </p:cNvSpPr>
          <p:nvPr>
            <p:ph type="title" idx="7"/>
          </p:nvPr>
        </p:nvSpPr>
        <p:spPr>
          <a:xfrm>
            <a:off x="1566768" y="1724388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53931" name="Google Shape;53931;p60">
            <a:hlinkClick r:id="rId4" action="ppaction://hlinksldjump"/>
          </p:cNvPr>
          <p:cNvSpPr txBox="1">
            <a:spLocks noGrp="1"/>
          </p:cNvSpPr>
          <p:nvPr>
            <p:ph type="title" idx="8"/>
          </p:nvPr>
        </p:nvSpPr>
        <p:spPr>
          <a:xfrm>
            <a:off x="4201650" y="2571750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sp>
        <p:nvSpPr>
          <p:cNvPr id="53932" name="Google Shape;53932;p60">
            <a:hlinkClick r:id="rId5" action="ppaction://hlinksldjump"/>
          </p:cNvPr>
          <p:cNvSpPr txBox="1">
            <a:spLocks noGrp="1"/>
          </p:cNvSpPr>
          <p:nvPr>
            <p:ph type="title" idx="9"/>
          </p:nvPr>
        </p:nvSpPr>
        <p:spPr>
          <a:xfrm>
            <a:off x="6836584" y="1724388"/>
            <a:ext cx="740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grpSp>
        <p:nvGrpSpPr>
          <p:cNvPr id="53933" name="Google Shape;53933;p60"/>
          <p:cNvGrpSpPr/>
          <p:nvPr/>
        </p:nvGrpSpPr>
        <p:grpSpPr>
          <a:xfrm>
            <a:off x="7462505" y="3445663"/>
            <a:ext cx="2081504" cy="1753746"/>
            <a:chOff x="5333815" y="1912988"/>
            <a:chExt cx="3810184" cy="3210225"/>
          </a:xfrm>
        </p:grpSpPr>
        <p:sp>
          <p:nvSpPr>
            <p:cNvPr id="53934" name="Google Shape;53934;p60"/>
            <p:cNvSpPr/>
            <p:nvPr/>
          </p:nvSpPr>
          <p:spPr>
            <a:xfrm>
              <a:off x="5333815" y="1912988"/>
              <a:ext cx="3810184" cy="3210212"/>
            </a:xfrm>
            <a:custGeom>
              <a:avLst/>
              <a:gdLst/>
              <a:ahLst/>
              <a:cxnLst/>
              <a:rect l="l" t="t" r="r" b="b"/>
              <a:pathLst>
                <a:path w="44378" h="37390" extrusionOk="0">
                  <a:moveTo>
                    <a:pt x="22194" y="1"/>
                  </a:moveTo>
                  <a:cubicBezTo>
                    <a:pt x="9941" y="1"/>
                    <a:pt x="0" y="9941"/>
                    <a:pt x="0" y="22195"/>
                  </a:cubicBezTo>
                  <a:cubicBezTo>
                    <a:pt x="0" y="28067"/>
                    <a:pt x="2292" y="33413"/>
                    <a:pt x="6025" y="37389"/>
                  </a:cubicBezTo>
                  <a:lnTo>
                    <a:pt x="38362" y="37389"/>
                  </a:lnTo>
                  <a:cubicBezTo>
                    <a:pt x="42095" y="33413"/>
                    <a:pt x="44378" y="28067"/>
                    <a:pt x="44378" y="22195"/>
                  </a:cubicBezTo>
                  <a:cubicBezTo>
                    <a:pt x="44378" y="9941"/>
                    <a:pt x="34447" y="1"/>
                    <a:pt x="22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935" name="Google Shape;53935;p60"/>
            <p:cNvGrpSpPr/>
            <p:nvPr/>
          </p:nvGrpSpPr>
          <p:grpSpPr>
            <a:xfrm>
              <a:off x="5560418" y="2122922"/>
              <a:ext cx="3357372" cy="3000290"/>
              <a:chOff x="5060638" y="1093025"/>
              <a:chExt cx="977600" cy="873625"/>
            </a:xfrm>
          </p:grpSpPr>
          <p:sp>
            <p:nvSpPr>
              <p:cNvPr id="53936" name="Google Shape;53936;p60"/>
              <p:cNvSpPr/>
              <p:nvPr/>
            </p:nvSpPr>
            <p:spPr>
              <a:xfrm>
                <a:off x="5060638" y="1093025"/>
                <a:ext cx="613200" cy="873625"/>
              </a:xfrm>
              <a:custGeom>
                <a:avLst/>
                <a:gdLst/>
                <a:ahLst/>
                <a:cxnLst/>
                <a:rect l="l" t="t" r="r" b="b"/>
                <a:pathLst>
                  <a:path w="24528" h="34945" extrusionOk="0">
                    <a:moveTo>
                      <a:pt x="20398" y="1"/>
                    </a:moveTo>
                    <a:cubicBezTo>
                      <a:pt x="19623" y="1"/>
                      <a:pt x="19901" y="563"/>
                      <a:pt x="19780" y="1056"/>
                    </a:cubicBezTo>
                    <a:cubicBezTo>
                      <a:pt x="19649" y="1583"/>
                      <a:pt x="18858" y="2172"/>
                      <a:pt x="18482" y="2608"/>
                    </a:cubicBezTo>
                    <a:cubicBezTo>
                      <a:pt x="18046" y="3125"/>
                      <a:pt x="17549" y="3592"/>
                      <a:pt x="16991" y="3998"/>
                    </a:cubicBezTo>
                    <a:cubicBezTo>
                      <a:pt x="16453" y="4393"/>
                      <a:pt x="16392" y="4981"/>
                      <a:pt x="16291" y="5651"/>
                    </a:cubicBezTo>
                    <a:cubicBezTo>
                      <a:pt x="16190" y="6259"/>
                      <a:pt x="16160" y="6888"/>
                      <a:pt x="16099" y="7497"/>
                    </a:cubicBezTo>
                    <a:cubicBezTo>
                      <a:pt x="16048" y="8065"/>
                      <a:pt x="16027" y="7842"/>
                      <a:pt x="15824" y="8197"/>
                    </a:cubicBezTo>
                    <a:cubicBezTo>
                      <a:pt x="15693" y="8410"/>
                      <a:pt x="15642" y="8673"/>
                      <a:pt x="15531" y="8876"/>
                    </a:cubicBezTo>
                    <a:cubicBezTo>
                      <a:pt x="15338" y="9232"/>
                      <a:pt x="14932" y="9556"/>
                      <a:pt x="14830" y="10003"/>
                    </a:cubicBezTo>
                    <a:cubicBezTo>
                      <a:pt x="14719" y="10499"/>
                      <a:pt x="14740" y="11057"/>
                      <a:pt x="14597" y="11554"/>
                    </a:cubicBezTo>
                    <a:cubicBezTo>
                      <a:pt x="14415" y="12183"/>
                      <a:pt x="13948" y="12721"/>
                      <a:pt x="13552" y="13218"/>
                    </a:cubicBezTo>
                    <a:cubicBezTo>
                      <a:pt x="13228" y="13644"/>
                      <a:pt x="12761" y="14009"/>
                      <a:pt x="12467" y="14445"/>
                    </a:cubicBezTo>
                    <a:cubicBezTo>
                      <a:pt x="12173" y="14881"/>
                      <a:pt x="11960" y="15632"/>
                      <a:pt x="11889" y="16149"/>
                    </a:cubicBezTo>
                    <a:cubicBezTo>
                      <a:pt x="11838" y="16494"/>
                      <a:pt x="12001" y="16920"/>
                      <a:pt x="11899" y="17245"/>
                    </a:cubicBezTo>
                    <a:cubicBezTo>
                      <a:pt x="11808" y="17559"/>
                      <a:pt x="11524" y="17712"/>
                      <a:pt x="11361" y="17975"/>
                    </a:cubicBezTo>
                    <a:cubicBezTo>
                      <a:pt x="11210" y="18219"/>
                      <a:pt x="11138" y="18523"/>
                      <a:pt x="11057" y="18797"/>
                    </a:cubicBezTo>
                    <a:cubicBezTo>
                      <a:pt x="10621" y="20126"/>
                      <a:pt x="9698" y="20764"/>
                      <a:pt x="8613" y="21556"/>
                    </a:cubicBezTo>
                    <a:cubicBezTo>
                      <a:pt x="8085" y="21941"/>
                      <a:pt x="7497" y="22195"/>
                      <a:pt x="6959" y="22560"/>
                    </a:cubicBezTo>
                    <a:cubicBezTo>
                      <a:pt x="6706" y="22732"/>
                      <a:pt x="6432" y="22976"/>
                      <a:pt x="6280" y="23239"/>
                    </a:cubicBezTo>
                    <a:cubicBezTo>
                      <a:pt x="6057" y="23605"/>
                      <a:pt x="6087" y="24051"/>
                      <a:pt x="5904" y="24416"/>
                    </a:cubicBezTo>
                    <a:cubicBezTo>
                      <a:pt x="5651" y="24893"/>
                      <a:pt x="5154" y="25288"/>
                      <a:pt x="4829" y="25735"/>
                    </a:cubicBezTo>
                    <a:cubicBezTo>
                      <a:pt x="4596" y="26050"/>
                      <a:pt x="4342" y="26313"/>
                      <a:pt x="4078" y="26597"/>
                    </a:cubicBezTo>
                    <a:cubicBezTo>
                      <a:pt x="3632" y="27064"/>
                      <a:pt x="3612" y="27449"/>
                      <a:pt x="3622" y="28058"/>
                    </a:cubicBezTo>
                    <a:cubicBezTo>
                      <a:pt x="3632" y="29285"/>
                      <a:pt x="3896" y="30715"/>
                      <a:pt x="3084" y="31730"/>
                    </a:cubicBezTo>
                    <a:cubicBezTo>
                      <a:pt x="2486" y="32470"/>
                      <a:pt x="1603" y="32896"/>
                      <a:pt x="965" y="33565"/>
                    </a:cubicBezTo>
                    <a:cubicBezTo>
                      <a:pt x="609" y="33931"/>
                      <a:pt x="275" y="34296"/>
                      <a:pt x="62" y="34773"/>
                    </a:cubicBezTo>
                    <a:cubicBezTo>
                      <a:pt x="32" y="34834"/>
                      <a:pt x="11" y="34895"/>
                      <a:pt x="1" y="34945"/>
                    </a:cubicBezTo>
                    <a:lnTo>
                      <a:pt x="21698" y="34945"/>
                    </a:lnTo>
                    <a:cubicBezTo>
                      <a:pt x="21687" y="34854"/>
                      <a:pt x="21698" y="34762"/>
                      <a:pt x="21708" y="34681"/>
                    </a:cubicBezTo>
                    <a:cubicBezTo>
                      <a:pt x="21860" y="34022"/>
                      <a:pt x="22641" y="33373"/>
                      <a:pt x="23199" y="33058"/>
                    </a:cubicBezTo>
                    <a:cubicBezTo>
                      <a:pt x="23371" y="32957"/>
                      <a:pt x="23544" y="32855"/>
                      <a:pt x="23727" y="32785"/>
                    </a:cubicBezTo>
                    <a:cubicBezTo>
                      <a:pt x="23899" y="32724"/>
                      <a:pt x="24132" y="32693"/>
                      <a:pt x="24264" y="32582"/>
                    </a:cubicBezTo>
                    <a:cubicBezTo>
                      <a:pt x="24527" y="32379"/>
                      <a:pt x="24335" y="32145"/>
                      <a:pt x="24223" y="31922"/>
                    </a:cubicBezTo>
                    <a:cubicBezTo>
                      <a:pt x="24092" y="31669"/>
                      <a:pt x="24020" y="31435"/>
                      <a:pt x="23990" y="31151"/>
                    </a:cubicBezTo>
                    <a:cubicBezTo>
                      <a:pt x="23970" y="30898"/>
                      <a:pt x="23838" y="30817"/>
                      <a:pt x="23797" y="30583"/>
                    </a:cubicBezTo>
                    <a:cubicBezTo>
                      <a:pt x="23706" y="30046"/>
                      <a:pt x="23817" y="29316"/>
                      <a:pt x="23391" y="28899"/>
                    </a:cubicBezTo>
                    <a:cubicBezTo>
                      <a:pt x="23159" y="28676"/>
                      <a:pt x="22783" y="28615"/>
                      <a:pt x="22479" y="28606"/>
                    </a:cubicBezTo>
                    <a:cubicBezTo>
                      <a:pt x="22408" y="28606"/>
                      <a:pt x="22327" y="28615"/>
                      <a:pt x="22235" y="28626"/>
                    </a:cubicBezTo>
                    <a:cubicBezTo>
                      <a:pt x="22144" y="28631"/>
                      <a:pt x="22047" y="28638"/>
                      <a:pt x="21957" y="28638"/>
                    </a:cubicBezTo>
                    <a:cubicBezTo>
                      <a:pt x="21867" y="28638"/>
                      <a:pt x="21784" y="28631"/>
                      <a:pt x="21718" y="28606"/>
                    </a:cubicBezTo>
                    <a:cubicBezTo>
                      <a:pt x="21586" y="28555"/>
                      <a:pt x="21292" y="28230"/>
                      <a:pt x="21231" y="28108"/>
                    </a:cubicBezTo>
                    <a:cubicBezTo>
                      <a:pt x="21180" y="28007"/>
                      <a:pt x="21170" y="27865"/>
                      <a:pt x="21119" y="27754"/>
                    </a:cubicBezTo>
                    <a:cubicBezTo>
                      <a:pt x="21038" y="27520"/>
                      <a:pt x="20886" y="27317"/>
                      <a:pt x="20774" y="27094"/>
                    </a:cubicBezTo>
                    <a:cubicBezTo>
                      <a:pt x="20572" y="26708"/>
                      <a:pt x="20176" y="26415"/>
                      <a:pt x="19780" y="26242"/>
                    </a:cubicBezTo>
                    <a:cubicBezTo>
                      <a:pt x="19577" y="26151"/>
                      <a:pt x="19334" y="26110"/>
                      <a:pt x="19111" y="26070"/>
                    </a:cubicBezTo>
                    <a:cubicBezTo>
                      <a:pt x="18969" y="26039"/>
                      <a:pt x="18807" y="26059"/>
                      <a:pt x="18655" y="26029"/>
                    </a:cubicBezTo>
                    <a:cubicBezTo>
                      <a:pt x="18441" y="25989"/>
                      <a:pt x="18259" y="25877"/>
                      <a:pt x="18056" y="25806"/>
                    </a:cubicBezTo>
                    <a:cubicBezTo>
                      <a:pt x="17681" y="25674"/>
                      <a:pt x="17336" y="25644"/>
                      <a:pt x="17113" y="25268"/>
                    </a:cubicBezTo>
                    <a:cubicBezTo>
                      <a:pt x="17021" y="25116"/>
                      <a:pt x="16981" y="24913"/>
                      <a:pt x="16900" y="24751"/>
                    </a:cubicBezTo>
                    <a:cubicBezTo>
                      <a:pt x="16859" y="24670"/>
                      <a:pt x="16758" y="24538"/>
                      <a:pt x="16728" y="24427"/>
                    </a:cubicBezTo>
                    <a:cubicBezTo>
                      <a:pt x="16707" y="24294"/>
                      <a:pt x="16737" y="24102"/>
                      <a:pt x="16737" y="23960"/>
                    </a:cubicBezTo>
                    <a:cubicBezTo>
                      <a:pt x="16737" y="23940"/>
                      <a:pt x="16707" y="23493"/>
                      <a:pt x="16758" y="23381"/>
                    </a:cubicBezTo>
                    <a:cubicBezTo>
                      <a:pt x="16818" y="23250"/>
                      <a:pt x="17021" y="23169"/>
                      <a:pt x="17123" y="23088"/>
                    </a:cubicBezTo>
                    <a:cubicBezTo>
                      <a:pt x="17326" y="22946"/>
                      <a:pt x="17641" y="22732"/>
                      <a:pt x="17762" y="22520"/>
                    </a:cubicBezTo>
                    <a:cubicBezTo>
                      <a:pt x="17904" y="22276"/>
                      <a:pt x="17823" y="21982"/>
                      <a:pt x="17843" y="21728"/>
                    </a:cubicBezTo>
                    <a:cubicBezTo>
                      <a:pt x="17853" y="21454"/>
                      <a:pt x="17975" y="21353"/>
                      <a:pt x="18209" y="21190"/>
                    </a:cubicBezTo>
                    <a:cubicBezTo>
                      <a:pt x="18563" y="20937"/>
                      <a:pt x="18878" y="20866"/>
                      <a:pt x="19284" y="20755"/>
                    </a:cubicBezTo>
                    <a:cubicBezTo>
                      <a:pt x="19629" y="20663"/>
                      <a:pt x="19699" y="20359"/>
                      <a:pt x="19953" y="20146"/>
                    </a:cubicBezTo>
                    <a:cubicBezTo>
                      <a:pt x="20095" y="20024"/>
                      <a:pt x="20308" y="19882"/>
                      <a:pt x="20400" y="19709"/>
                    </a:cubicBezTo>
                    <a:cubicBezTo>
                      <a:pt x="20551" y="19416"/>
                      <a:pt x="20481" y="19172"/>
                      <a:pt x="20916" y="19162"/>
                    </a:cubicBezTo>
                    <a:cubicBezTo>
                      <a:pt x="21261" y="19152"/>
                      <a:pt x="21505" y="19152"/>
                      <a:pt x="21809" y="18959"/>
                    </a:cubicBezTo>
                    <a:cubicBezTo>
                      <a:pt x="21860" y="18929"/>
                      <a:pt x="22052" y="18817"/>
                      <a:pt x="22113" y="18756"/>
                    </a:cubicBezTo>
                    <a:cubicBezTo>
                      <a:pt x="22185" y="18675"/>
                      <a:pt x="22205" y="18564"/>
                      <a:pt x="22286" y="18492"/>
                    </a:cubicBezTo>
                    <a:cubicBezTo>
                      <a:pt x="22438" y="18350"/>
                      <a:pt x="22600" y="18310"/>
                      <a:pt x="22753" y="18158"/>
                    </a:cubicBezTo>
                    <a:cubicBezTo>
                      <a:pt x="22884" y="18005"/>
                      <a:pt x="23047" y="17854"/>
                      <a:pt x="23189" y="17712"/>
                    </a:cubicBezTo>
                    <a:cubicBezTo>
                      <a:pt x="23391" y="17518"/>
                      <a:pt x="23666" y="17387"/>
                      <a:pt x="23858" y="17184"/>
                    </a:cubicBezTo>
                    <a:cubicBezTo>
                      <a:pt x="24071" y="16961"/>
                      <a:pt x="24031" y="16515"/>
                      <a:pt x="24000" y="16210"/>
                    </a:cubicBezTo>
                    <a:cubicBezTo>
                      <a:pt x="23970" y="15987"/>
                      <a:pt x="23878" y="15784"/>
                      <a:pt x="23716" y="15632"/>
                    </a:cubicBezTo>
                    <a:cubicBezTo>
                      <a:pt x="23554" y="15460"/>
                      <a:pt x="23463" y="15521"/>
                      <a:pt x="23240" y="15460"/>
                    </a:cubicBezTo>
                    <a:cubicBezTo>
                      <a:pt x="22823" y="15327"/>
                      <a:pt x="22124" y="15095"/>
                      <a:pt x="21971" y="14617"/>
                    </a:cubicBezTo>
                    <a:cubicBezTo>
                      <a:pt x="21870" y="14303"/>
                      <a:pt x="21971" y="13796"/>
                      <a:pt x="21971" y="13472"/>
                    </a:cubicBezTo>
                    <a:lnTo>
                      <a:pt x="21971" y="12934"/>
                    </a:lnTo>
                    <a:cubicBezTo>
                      <a:pt x="21982" y="12568"/>
                      <a:pt x="21982" y="12457"/>
                      <a:pt x="21718" y="12214"/>
                    </a:cubicBezTo>
                    <a:cubicBezTo>
                      <a:pt x="21434" y="11950"/>
                      <a:pt x="21119" y="11696"/>
                      <a:pt x="20916" y="11362"/>
                    </a:cubicBezTo>
                    <a:cubicBezTo>
                      <a:pt x="20835" y="11240"/>
                      <a:pt x="20765" y="11118"/>
                      <a:pt x="20693" y="11006"/>
                    </a:cubicBezTo>
                    <a:cubicBezTo>
                      <a:pt x="20632" y="10915"/>
                      <a:pt x="20551" y="10855"/>
                      <a:pt x="20521" y="10743"/>
                    </a:cubicBezTo>
                    <a:cubicBezTo>
                      <a:pt x="20490" y="10682"/>
                      <a:pt x="20521" y="10580"/>
                      <a:pt x="20490" y="10510"/>
                    </a:cubicBezTo>
                    <a:cubicBezTo>
                      <a:pt x="20430" y="10377"/>
                      <a:pt x="20318" y="10347"/>
                      <a:pt x="20227" y="10246"/>
                    </a:cubicBezTo>
                    <a:cubicBezTo>
                      <a:pt x="20156" y="10175"/>
                      <a:pt x="20116" y="10063"/>
                      <a:pt x="20044" y="9982"/>
                    </a:cubicBezTo>
                    <a:cubicBezTo>
                      <a:pt x="19933" y="9850"/>
                      <a:pt x="19821" y="9789"/>
                      <a:pt x="19771" y="9627"/>
                    </a:cubicBezTo>
                    <a:cubicBezTo>
                      <a:pt x="19649" y="9282"/>
                      <a:pt x="19476" y="8968"/>
                      <a:pt x="19354" y="8612"/>
                    </a:cubicBezTo>
                    <a:cubicBezTo>
                      <a:pt x="19223" y="8217"/>
                      <a:pt x="19111" y="7760"/>
                      <a:pt x="19121" y="7345"/>
                    </a:cubicBezTo>
                    <a:cubicBezTo>
                      <a:pt x="19131" y="6960"/>
                      <a:pt x="19415" y="6645"/>
                      <a:pt x="19608" y="6320"/>
                    </a:cubicBezTo>
                    <a:cubicBezTo>
                      <a:pt x="19720" y="6148"/>
                      <a:pt x="19821" y="5945"/>
                      <a:pt x="19852" y="5732"/>
                    </a:cubicBezTo>
                    <a:cubicBezTo>
                      <a:pt x="19892" y="5529"/>
                      <a:pt x="19841" y="5316"/>
                      <a:pt x="19872" y="5103"/>
                    </a:cubicBezTo>
                    <a:cubicBezTo>
                      <a:pt x="19933" y="4728"/>
                      <a:pt x="20166" y="4393"/>
                      <a:pt x="20237" y="4028"/>
                    </a:cubicBezTo>
                    <a:cubicBezTo>
                      <a:pt x="20278" y="3845"/>
                      <a:pt x="20278" y="3632"/>
                      <a:pt x="20298" y="3439"/>
                    </a:cubicBezTo>
                    <a:cubicBezTo>
                      <a:pt x="20308" y="3348"/>
                      <a:pt x="20278" y="2790"/>
                      <a:pt x="20339" y="2628"/>
                    </a:cubicBezTo>
                    <a:cubicBezTo>
                      <a:pt x="20430" y="2436"/>
                      <a:pt x="20562" y="2384"/>
                      <a:pt x="20602" y="2131"/>
                    </a:cubicBezTo>
                    <a:cubicBezTo>
                      <a:pt x="20643" y="1837"/>
                      <a:pt x="20693" y="1553"/>
                      <a:pt x="20774" y="1269"/>
                    </a:cubicBezTo>
                    <a:cubicBezTo>
                      <a:pt x="20846" y="1056"/>
                      <a:pt x="20937" y="873"/>
                      <a:pt x="20998" y="671"/>
                    </a:cubicBezTo>
                    <a:cubicBezTo>
                      <a:pt x="21038" y="569"/>
                      <a:pt x="21049" y="468"/>
                      <a:pt x="21049" y="376"/>
                    </a:cubicBezTo>
                    <a:cubicBezTo>
                      <a:pt x="20916" y="133"/>
                      <a:pt x="20724" y="1"/>
                      <a:pt x="20420" y="1"/>
                    </a:cubicBezTo>
                    <a:cubicBezTo>
                      <a:pt x="20412" y="1"/>
                      <a:pt x="20405" y="1"/>
                      <a:pt x="203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7" name="Google Shape;53937;p60"/>
              <p:cNvSpPr/>
              <p:nvPr/>
            </p:nvSpPr>
            <p:spPr>
              <a:xfrm>
                <a:off x="5478313" y="1102425"/>
                <a:ext cx="559925" cy="864225"/>
              </a:xfrm>
              <a:custGeom>
                <a:avLst/>
                <a:gdLst/>
                <a:ahLst/>
                <a:cxnLst/>
                <a:rect l="l" t="t" r="r" b="b"/>
                <a:pathLst>
                  <a:path w="22397" h="34569" extrusionOk="0">
                    <a:moveTo>
                      <a:pt x="4342" y="0"/>
                    </a:moveTo>
                    <a:cubicBezTo>
                      <a:pt x="4342" y="92"/>
                      <a:pt x="4331" y="193"/>
                      <a:pt x="4291" y="295"/>
                    </a:cubicBezTo>
                    <a:cubicBezTo>
                      <a:pt x="4230" y="497"/>
                      <a:pt x="4139" y="680"/>
                      <a:pt x="4067" y="893"/>
                    </a:cubicBezTo>
                    <a:cubicBezTo>
                      <a:pt x="3986" y="1177"/>
                      <a:pt x="3936" y="1461"/>
                      <a:pt x="3895" y="1755"/>
                    </a:cubicBezTo>
                    <a:cubicBezTo>
                      <a:pt x="3855" y="2008"/>
                      <a:pt x="3723" y="2060"/>
                      <a:pt x="3632" y="2252"/>
                    </a:cubicBezTo>
                    <a:cubicBezTo>
                      <a:pt x="3571" y="2414"/>
                      <a:pt x="3601" y="2972"/>
                      <a:pt x="3591" y="3063"/>
                    </a:cubicBezTo>
                    <a:cubicBezTo>
                      <a:pt x="3571" y="3256"/>
                      <a:pt x="3571" y="3469"/>
                      <a:pt x="3530" y="3652"/>
                    </a:cubicBezTo>
                    <a:cubicBezTo>
                      <a:pt x="3459" y="4017"/>
                      <a:pt x="3226" y="4352"/>
                      <a:pt x="3165" y="4727"/>
                    </a:cubicBezTo>
                    <a:cubicBezTo>
                      <a:pt x="3134" y="4940"/>
                      <a:pt x="3185" y="5153"/>
                      <a:pt x="3145" y="5356"/>
                    </a:cubicBezTo>
                    <a:cubicBezTo>
                      <a:pt x="3114" y="5569"/>
                      <a:pt x="3013" y="5772"/>
                      <a:pt x="2901" y="5944"/>
                    </a:cubicBezTo>
                    <a:cubicBezTo>
                      <a:pt x="2708" y="6269"/>
                      <a:pt x="2424" y="6584"/>
                      <a:pt x="2414" y="6969"/>
                    </a:cubicBezTo>
                    <a:cubicBezTo>
                      <a:pt x="2404" y="7384"/>
                      <a:pt x="2516" y="7841"/>
                      <a:pt x="2647" y="8236"/>
                    </a:cubicBezTo>
                    <a:cubicBezTo>
                      <a:pt x="2769" y="8592"/>
                      <a:pt x="2942" y="8906"/>
                      <a:pt x="3064" y="9251"/>
                    </a:cubicBezTo>
                    <a:cubicBezTo>
                      <a:pt x="3114" y="9413"/>
                      <a:pt x="3226" y="9474"/>
                      <a:pt x="3337" y="9606"/>
                    </a:cubicBezTo>
                    <a:cubicBezTo>
                      <a:pt x="3409" y="9687"/>
                      <a:pt x="3449" y="9799"/>
                      <a:pt x="3520" y="9870"/>
                    </a:cubicBezTo>
                    <a:cubicBezTo>
                      <a:pt x="3611" y="9971"/>
                      <a:pt x="3723" y="10001"/>
                      <a:pt x="3783" y="10134"/>
                    </a:cubicBezTo>
                    <a:cubicBezTo>
                      <a:pt x="3814" y="10204"/>
                      <a:pt x="3783" y="10306"/>
                      <a:pt x="3814" y="10367"/>
                    </a:cubicBezTo>
                    <a:cubicBezTo>
                      <a:pt x="3844" y="10479"/>
                      <a:pt x="3925" y="10539"/>
                      <a:pt x="3986" y="10630"/>
                    </a:cubicBezTo>
                    <a:cubicBezTo>
                      <a:pt x="4058" y="10742"/>
                      <a:pt x="4128" y="10864"/>
                      <a:pt x="4209" y="10986"/>
                    </a:cubicBezTo>
                    <a:cubicBezTo>
                      <a:pt x="4412" y="11320"/>
                      <a:pt x="4727" y="11574"/>
                      <a:pt x="5011" y="11838"/>
                    </a:cubicBezTo>
                    <a:cubicBezTo>
                      <a:pt x="5275" y="12081"/>
                      <a:pt x="5275" y="12192"/>
                      <a:pt x="5264" y="12558"/>
                    </a:cubicBezTo>
                    <a:lnTo>
                      <a:pt x="5264" y="13096"/>
                    </a:lnTo>
                    <a:cubicBezTo>
                      <a:pt x="5264" y="13420"/>
                      <a:pt x="5163" y="13927"/>
                      <a:pt x="5264" y="14241"/>
                    </a:cubicBezTo>
                    <a:cubicBezTo>
                      <a:pt x="5417" y="14719"/>
                      <a:pt x="6116" y="14951"/>
                      <a:pt x="6533" y="15084"/>
                    </a:cubicBezTo>
                    <a:cubicBezTo>
                      <a:pt x="6756" y="15145"/>
                      <a:pt x="6847" y="15084"/>
                      <a:pt x="7009" y="15256"/>
                    </a:cubicBezTo>
                    <a:cubicBezTo>
                      <a:pt x="7171" y="15408"/>
                      <a:pt x="7263" y="15611"/>
                      <a:pt x="7293" y="15834"/>
                    </a:cubicBezTo>
                    <a:cubicBezTo>
                      <a:pt x="7324" y="16139"/>
                      <a:pt x="7364" y="16585"/>
                      <a:pt x="7151" y="16808"/>
                    </a:cubicBezTo>
                    <a:cubicBezTo>
                      <a:pt x="6959" y="17011"/>
                      <a:pt x="6684" y="17142"/>
                      <a:pt x="6482" y="17336"/>
                    </a:cubicBezTo>
                    <a:cubicBezTo>
                      <a:pt x="6340" y="17478"/>
                      <a:pt x="6177" y="17629"/>
                      <a:pt x="6046" y="17782"/>
                    </a:cubicBezTo>
                    <a:cubicBezTo>
                      <a:pt x="5893" y="17934"/>
                      <a:pt x="5731" y="17974"/>
                      <a:pt x="5579" y="18116"/>
                    </a:cubicBezTo>
                    <a:cubicBezTo>
                      <a:pt x="5498" y="18188"/>
                      <a:pt x="5478" y="18299"/>
                      <a:pt x="5406" y="18380"/>
                    </a:cubicBezTo>
                    <a:cubicBezTo>
                      <a:pt x="5345" y="18441"/>
                      <a:pt x="5153" y="18553"/>
                      <a:pt x="5102" y="18583"/>
                    </a:cubicBezTo>
                    <a:cubicBezTo>
                      <a:pt x="4798" y="18776"/>
                      <a:pt x="4554" y="18776"/>
                      <a:pt x="4209" y="18786"/>
                    </a:cubicBezTo>
                    <a:cubicBezTo>
                      <a:pt x="3774" y="18796"/>
                      <a:pt x="3844" y="19040"/>
                      <a:pt x="3693" y="19333"/>
                    </a:cubicBezTo>
                    <a:cubicBezTo>
                      <a:pt x="3601" y="19506"/>
                      <a:pt x="3388" y="19648"/>
                      <a:pt x="3246" y="19770"/>
                    </a:cubicBezTo>
                    <a:cubicBezTo>
                      <a:pt x="2992" y="19983"/>
                      <a:pt x="2922" y="20287"/>
                      <a:pt x="2577" y="20379"/>
                    </a:cubicBezTo>
                    <a:cubicBezTo>
                      <a:pt x="2171" y="20490"/>
                      <a:pt x="1856" y="20561"/>
                      <a:pt x="1502" y="20814"/>
                    </a:cubicBezTo>
                    <a:cubicBezTo>
                      <a:pt x="1268" y="20977"/>
                      <a:pt x="1146" y="21078"/>
                      <a:pt x="1136" y="21352"/>
                    </a:cubicBezTo>
                    <a:cubicBezTo>
                      <a:pt x="1116" y="21606"/>
                      <a:pt x="1197" y="21900"/>
                      <a:pt x="1055" y="22144"/>
                    </a:cubicBezTo>
                    <a:cubicBezTo>
                      <a:pt x="934" y="22356"/>
                      <a:pt x="619" y="22570"/>
                      <a:pt x="416" y="22712"/>
                    </a:cubicBezTo>
                    <a:cubicBezTo>
                      <a:pt x="314" y="22793"/>
                      <a:pt x="111" y="22874"/>
                      <a:pt x="51" y="23005"/>
                    </a:cubicBezTo>
                    <a:cubicBezTo>
                      <a:pt x="0" y="23117"/>
                      <a:pt x="30" y="23564"/>
                      <a:pt x="30" y="23584"/>
                    </a:cubicBezTo>
                    <a:cubicBezTo>
                      <a:pt x="30" y="23726"/>
                      <a:pt x="0" y="23918"/>
                      <a:pt x="21" y="24051"/>
                    </a:cubicBezTo>
                    <a:cubicBezTo>
                      <a:pt x="51" y="24162"/>
                      <a:pt x="152" y="24294"/>
                      <a:pt x="193" y="24375"/>
                    </a:cubicBezTo>
                    <a:cubicBezTo>
                      <a:pt x="274" y="24537"/>
                      <a:pt x="314" y="24740"/>
                      <a:pt x="406" y="24892"/>
                    </a:cubicBezTo>
                    <a:cubicBezTo>
                      <a:pt x="629" y="25268"/>
                      <a:pt x="974" y="25298"/>
                      <a:pt x="1349" y="25430"/>
                    </a:cubicBezTo>
                    <a:cubicBezTo>
                      <a:pt x="1552" y="25501"/>
                      <a:pt x="1734" y="25613"/>
                      <a:pt x="1948" y="25653"/>
                    </a:cubicBezTo>
                    <a:cubicBezTo>
                      <a:pt x="2100" y="25683"/>
                      <a:pt x="2262" y="25663"/>
                      <a:pt x="2404" y="25694"/>
                    </a:cubicBezTo>
                    <a:cubicBezTo>
                      <a:pt x="2627" y="25734"/>
                      <a:pt x="2870" y="25775"/>
                      <a:pt x="3073" y="25866"/>
                    </a:cubicBezTo>
                    <a:cubicBezTo>
                      <a:pt x="3469" y="26039"/>
                      <a:pt x="3865" y="26332"/>
                      <a:pt x="4067" y="26718"/>
                    </a:cubicBezTo>
                    <a:cubicBezTo>
                      <a:pt x="4179" y="26941"/>
                      <a:pt x="4331" y="27144"/>
                      <a:pt x="4412" y="27378"/>
                    </a:cubicBezTo>
                    <a:cubicBezTo>
                      <a:pt x="4463" y="27489"/>
                      <a:pt x="4473" y="27631"/>
                      <a:pt x="4524" y="27732"/>
                    </a:cubicBezTo>
                    <a:cubicBezTo>
                      <a:pt x="4585" y="27854"/>
                      <a:pt x="4879" y="28179"/>
                      <a:pt x="5011" y="28230"/>
                    </a:cubicBezTo>
                    <a:cubicBezTo>
                      <a:pt x="5077" y="28255"/>
                      <a:pt x="5160" y="28262"/>
                      <a:pt x="5250" y="28262"/>
                    </a:cubicBezTo>
                    <a:cubicBezTo>
                      <a:pt x="5340" y="28262"/>
                      <a:pt x="5437" y="28255"/>
                      <a:pt x="5528" y="28250"/>
                    </a:cubicBezTo>
                    <a:cubicBezTo>
                      <a:pt x="5620" y="28239"/>
                      <a:pt x="5701" y="28230"/>
                      <a:pt x="5772" y="28230"/>
                    </a:cubicBezTo>
                    <a:cubicBezTo>
                      <a:pt x="6076" y="28239"/>
                      <a:pt x="6452" y="28300"/>
                      <a:pt x="6684" y="28523"/>
                    </a:cubicBezTo>
                    <a:cubicBezTo>
                      <a:pt x="7110" y="28940"/>
                      <a:pt x="6999" y="29670"/>
                      <a:pt x="7090" y="30207"/>
                    </a:cubicBezTo>
                    <a:cubicBezTo>
                      <a:pt x="7131" y="30441"/>
                      <a:pt x="7263" y="30522"/>
                      <a:pt x="7283" y="30775"/>
                    </a:cubicBezTo>
                    <a:cubicBezTo>
                      <a:pt x="7313" y="31059"/>
                      <a:pt x="7385" y="31293"/>
                      <a:pt x="7516" y="31546"/>
                    </a:cubicBezTo>
                    <a:cubicBezTo>
                      <a:pt x="7628" y="31769"/>
                      <a:pt x="7820" y="32003"/>
                      <a:pt x="7557" y="32206"/>
                    </a:cubicBezTo>
                    <a:cubicBezTo>
                      <a:pt x="7425" y="32317"/>
                      <a:pt x="7192" y="32348"/>
                      <a:pt x="7020" y="32409"/>
                    </a:cubicBezTo>
                    <a:cubicBezTo>
                      <a:pt x="6837" y="32479"/>
                      <a:pt x="6664" y="32581"/>
                      <a:pt x="6492" y="32682"/>
                    </a:cubicBezTo>
                    <a:cubicBezTo>
                      <a:pt x="5934" y="32997"/>
                      <a:pt x="5153" y="33646"/>
                      <a:pt x="5001" y="34305"/>
                    </a:cubicBezTo>
                    <a:cubicBezTo>
                      <a:pt x="4991" y="34386"/>
                      <a:pt x="4980" y="34478"/>
                      <a:pt x="4991" y="34569"/>
                    </a:cubicBezTo>
                    <a:lnTo>
                      <a:pt x="22397" y="34569"/>
                    </a:lnTo>
                    <a:cubicBezTo>
                      <a:pt x="22214" y="34235"/>
                      <a:pt x="21991" y="33910"/>
                      <a:pt x="21778" y="33595"/>
                    </a:cubicBezTo>
                    <a:cubicBezTo>
                      <a:pt x="21565" y="33301"/>
                      <a:pt x="21464" y="32936"/>
                      <a:pt x="21230" y="32672"/>
                    </a:cubicBezTo>
                    <a:cubicBezTo>
                      <a:pt x="21139" y="32571"/>
                      <a:pt x="20997" y="32581"/>
                      <a:pt x="20896" y="32429"/>
                    </a:cubicBezTo>
                    <a:cubicBezTo>
                      <a:pt x="20835" y="32328"/>
                      <a:pt x="20875" y="32134"/>
                      <a:pt x="20824" y="32013"/>
                    </a:cubicBezTo>
                    <a:cubicBezTo>
                      <a:pt x="20693" y="31749"/>
                      <a:pt x="20500" y="31546"/>
                      <a:pt x="20389" y="31262"/>
                    </a:cubicBezTo>
                    <a:cubicBezTo>
                      <a:pt x="20175" y="30775"/>
                      <a:pt x="20114" y="30279"/>
                      <a:pt x="19760" y="29873"/>
                    </a:cubicBezTo>
                    <a:cubicBezTo>
                      <a:pt x="19141" y="29152"/>
                      <a:pt x="19050" y="28311"/>
                      <a:pt x="18613" y="27499"/>
                    </a:cubicBezTo>
                    <a:cubicBezTo>
                      <a:pt x="18421" y="27114"/>
                      <a:pt x="18258" y="26880"/>
                      <a:pt x="18146" y="26434"/>
                    </a:cubicBezTo>
                    <a:cubicBezTo>
                      <a:pt x="18086" y="26181"/>
                      <a:pt x="18025" y="25998"/>
                      <a:pt x="17923" y="25764"/>
                    </a:cubicBezTo>
                    <a:cubicBezTo>
                      <a:pt x="17781" y="25430"/>
                      <a:pt x="17731" y="25196"/>
                      <a:pt x="17741" y="24831"/>
                    </a:cubicBezTo>
                    <a:cubicBezTo>
                      <a:pt x="17751" y="24456"/>
                      <a:pt x="17822" y="24030"/>
                      <a:pt x="17569" y="23715"/>
                    </a:cubicBezTo>
                    <a:cubicBezTo>
                      <a:pt x="17405" y="23522"/>
                      <a:pt x="17225" y="23481"/>
                      <a:pt x="17033" y="23481"/>
                    </a:cubicBezTo>
                    <a:cubicBezTo>
                      <a:pt x="16963" y="23481"/>
                      <a:pt x="16891" y="23487"/>
                      <a:pt x="16818" y="23492"/>
                    </a:cubicBezTo>
                    <a:cubicBezTo>
                      <a:pt x="16742" y="23498"/>
                      <a:pt x="16663" y="23504"/>
                      <a:pt x="16581" y="23504"/>
                    </a:cubicBezTo>
                    <a:cubicBezTo>
                      <a:pt x="16520" y="23504"/>
                      <a:pt x="16457" y="23501"/>
                      <a:pt x="16392" y="23492"/>
                    </a:cubicBezTo>
                    <a:cubicBezTo>
                      <a:pt x="15813" y="23401"/>
                      <a:pt x="15773" y="22935"/>
                      <a:pt x="15671" y="22458"/>
                    </a:cubicBezTo>
                    <a:cubicBezTo>
                      <a:pt x="15509" y="21677"/>
                      <a:pt x="15286" y="20947"/>
                      <a:pt x="15155" y="20165"/>
                    </a:cubicBezTo>
                    <a:cubicBezTo>
                      <a:pt x="15002" y="19182"/>
                      <a:pt x="14282" y="18441"/>
                      <a:pt x="13511" y="17863"/>
                    </a:cubicBezTo>
                    <a:cubicBezTo>
                      <a:pt x="13146" y="17599"/>
                      <a:pt x="13166" y="17417"/>
                      <a:pt x="12943" y="17011"/>
                    </a:cubicBezTo>
                    <a:cubicBezTo>
                      <a:pt x="12750" y="16666"/>
                      <a:pt x="12486" y="16351"/>
                      <a:pt x="12243" y="16047"/>
                    </a:cubicBezTo>
                    <a:cubicBezTo>
                      <a:pt x="11828" y="15540"/>
                      <a:pt x="11269" y="14962"/>
                      <a:pt x="10965" y="14394"/>
                    </a:cubicBezTo>
                    <a:cubicBezTo>
                      <a:pt x="10651" y="13836"/>
                      <a:pt x="10813" y="13177"/>
                      <a:pt x="10773" y="12578"/>
                    </a:cubicBezTo>
                    <a:cubicBezTo>
                      <a:pt x="10752" y="12314"/>
                      <a:pt x="10640" y="12071"/>
                      <a:pt x="10600" y="11797"/>
                    </a:cubicBezTo>
                    <a:cubicBezTo>
                      <a:pt x="10529" y="11280"/>
                      <a:pt x="10712" y="10732"/>
                      <a:pt x="10549" y="10225"/>
                    </a:cubicBezTo>
                    <a:cubicBezTo>
                      <a:pt x="10336" y="9586"/>
                      <a:pt x="9900" y="9535"/>
                      <a:pt x="9312" y="9454"/>
                    </a:cubicBezTo>
                    <a:cubicBezTo>
                      <a:pt x="8541" y="9332"/>
                      <a:pt x="7932" y="8987"/>
                      <a:pt x="7385" y="8430"/>
                    </a:cubicBezTo>
                    <a:cubicBezTo>
                      <a:pt x="6968" y="8004"/>
                      <a:pt x="6573" y="7668"/>
                      <a:pt x="6542" y="7091"/>
                    </a:cubicBezTo>
                    <a:cubicBezTo>
                      <a:pt x="6522" y="6807"/>
                      <a:pt x="6553" y="6502"/>
                      <a:pt x="6553" y="6218"/>
                    </a:cubicBezTo>
                    <a:cubicBezTo>
                      <a:pt x="6553" y="6015"/>
                      <a:pt x="6634" y="5508"/>
                      <a:pt x="6563" y="5305"/>
                    </a:cubicBezTo>
                    <a:cubicBezTo>
                      <a:pt x="6492" y="5072"/>
                      <a:pt x="6269" y="4961"/>
                      <a:pt x="6168" y="4747"/>
                    </a:cubicBezTo>
                    <a:cubicBezTo>
                      <a:pt x="6086" y="4565"/>
                      <a:pt x="6116" y="4402"/>
                      <a:pt x="6005" y="4210"/>
                    </a:cubicBezTo>
                    <a:cubicBezTo>
                      <a:pt x="5823" y="3895"/>
                      <a:pt x="5620" y="3622"/>
                      <a:pt x="5457" y="3297"/>
                    </a:cubicBezTo>
                    <a:cubicBezTo>
                      <a:pt x="5255" y="2891"/>
                      <a:pt x="4849" y="2506"/>
                      <a:pt x="4717" y="2080"/>
                    </a:cubicBezTo>
                    <a:cubicBezTo>
                      <a:pt x="4635" y="1826"/>
                      <a:pt x="4757" y="1512"/>
                      <a:pt x="4717" y="1248"/>
                    </a:cubicBezTo>
                    <a:cubicBezTo>
                      <a:pt x="4666" y="913"/>
                      <a:pt x="4575" y="487"/>
                      <a:pt x="4433" y="162"/>
                    </a:cubicBezTo>
                    <a:cubicBezTo>
                      <a:pt x="4403" y="101"/>
                      <a:pt x="4372" y="51"/>
                      <a:pt x="4342" y="0"/>
                    </a:cubicBezTo>
                    <a:close/>
                  </a:path>
                </a:pathLst>
              </a:custGeom>
              <a:solidFill>
                <a:srgbClr val="3947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8" name="Google Shape;53938;p60"/>
              <p:cNvSpPr/>
              <p:nvPr/>
            </p:nvSpPr>
            <p:spPr>
              <a:xfrm>
                <a:off x="5752413" y="1462250"/>
                <a:ext cx="25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"/>
                    </a:move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2B34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9" name="Google Shape;53939;p60"/>
              <p:cNvSpPr/>
              <p:nvPr/>
            </p:nvSpPr>
            <p:spPr>
              <a:xfrm>
                <a:off x="5752413" y="1462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B34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0" name="Google Shape;53940;p60"/>
              <p:cNvSpPr/>
              <p:nvPr/>
            </p:nvSpPr>
            <p:spPr>
              <a:xfrm>
                <a:off x="5478563" y="1484075"/>
                <a:ext cx="559675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22387" h="19303" extrusionOk="0">
                    <a:moveTo>
                      <a:pt x="11574" y="0"/>
                    </a:moveTo>
                    <a:cubicBezTo>
                      <a:pt x="11543" y="61"/>
                      <a:pt x="11503" y="111"/>
                      <a:pt x="11473" y="183"/>
                    </a:cubicBezTo>
                    <a:cubicBezTo>
                      <a:pt x="11351" y="406"/>
                      <a:pt x="11209" y="629"/>
                      <a:pt x="11047" y="822"/>
                    </a:cubicBezTo>
                    <a:cubicBezTo>
                      <a:pt x="10914" y="994"/>
                      <a:pt x="10874" y="1076"/>
                      <a:pt x="10823" y="1278"/>
                    </a:cubicBezTo>
                    <a:cubicBezTo>
                      <a:pt x="10803" y="1390"/>
                      <a:pt x="10763" y="1623"/>
                      <a:pt x="10691" y="1725"/>
                    </a:cubicBezTo>
                    <a:cubicBezTo>
                      <a:pt x="10651" y="1786"/>
                      <a:pt x="10610" y="1806"/>
                      <a:pt x="10580" y="1806"/>
                    </a:cubicBezTo>
                    <a:cubicBezTo>
                      <a:pt x="10519" y="1806"/>
                      <a:pt x="10479" y="1725"/>
                      <a:pt x="10427" y="1674"/>
                    </a:cubicBezTo>
                    <a:cubicBezTo>
                      <a:pt x="10357" y="1592"/>
                      <a:pt x="10255" y="1491"/>
                      <a:pt x="10143" y="1461"/>
                    </a:cubicBezTo>
                    <a:cubicBezTo>
                      <a:pt x="10113" y="1461"/>
                      <a:pt x="10083" y="1450"/>
                      <a:pt x="10053" y="1450"/>
                    </a:cubicBezTo>
                    <a:cubicBezTo>
                      <a:pt x="9992" y="1450"/>
                      <a:pt x="9941" y="1471"/>
                      <a:pt x="9870" y="1481"/>
                    </a:cubicBezTo>
                    <a:lnTo>
                      <a:pt x="9819" y="1481"/>
                    </a:lnTo>
                    <a:cubicBezTo>
                      <a:pt x="9657" y="1481"/>
                      <a:pt x="9494" y="1380"/>
                      <a:pt x="9332" y="1349"/>
                    </a:cubicBezTo>
                    <a:cubicBezTo>
                      <a:pt x="9241" y="1339"/>
                      <a:pt x="9180" y="1339"/>
                      <a:pt x="9099" y="1308"/>
                    </a:cubicBezTo>
                    <a:cubicBezTo>
                      <a:pt x="9018" y="1268"/>
                      <a:pt x="8917" y="1157"/>
                      <a:pt x="8865" y="1096"/>
                    </a:cubicBezTo>
                    <a:cubicBezTo>
                      <a:pt x="8795" y="1024"/>
                      <a:pt x="8754" y="984"/>
                      <a:pt x="8673" y="934"/>
                    </a:cubicBezTo>
                    <a:cubicBezTo>
                      <a:pt x="8622" y="903"/>
                      <a:pt x="8592" y="893"/>
                      <a:pt x="8551" y="852"/>
                    </a:cubicBezTo>
                    <a:cubicBezTo>
                      <a:pt x="8450" y="740"/>
                      <a:pt x="8297" y="538"/>
                      <a:pt x="8155" y="477"/>
                    </a:cubicBezTo>
                    <a:cubicBezTo>
                      <a:pt x="8064" y="436"/>
                      <a:pt x="7973" y="406"/>
                      <a:pt x="7882" y="365"/>
                    </a:cubicBezTo>
                    <a:cubicBezTo>
                      <a:pt x="7679" y="284"/>
                      <a:pt x="7466" y="305"/>
                      <a:pt x="7263" y="254"/>
                    </a:cubicBezTo>
                    <a:cubicBezTo>
                      <a:pt x="7233" y="244"/>
                      <a:pt x="7202" y="233"/>
                      <a:pt x="7182" y="223"/>
                    </a:cubicBezTo>
                    <a:lnTo>
                      <a:pt x="7182" y="223"/>
                    </a:lnTo>
                    <a:cubicBezTo>
                      <a:pt x="7233" y="335"/>
                      <a:pt x="7263" y="447"/>
                      <a:pt x="7283" y="568"/>
                    </a:cubicBezTo>
                    <a:cubicBezTo>
                      <a:pt x="7294" y="690"/>
                      <a:pt x="7303" y="822"/>
                      <a:pt x="7303" y="964"/>
                    </a:cubicBezTo>
                    <a:cubicBezTo>
                      <a:pt x="7303" y="1187"/>
                      <a:pt x="7273" y="1400"/>
                      <a:pt x="7141" y="1542"/>
                    </a:cubicBezTo>
                    <a:cubicBezTo>
                      <a:pt x="6949" y="1745"/>
                      <a:pt x="6674" y="1876"/>
                      <a:pt x="6472" y="2070"/>
                    </a:cubicBezTo>
                    <a:cubicBezTo>
                      <a:pt x="6330" y="2212"/>
                      <a:pt x="6167" y="2363"/>
                      <a:pt x="6036" y="2516"/>
                    </a:cubicBezTo>
                    <a:cubicBezTo>
                      <a:pt x="5883" y="2668"/>
                      <a:pt x="5721" y="2708"/>
                      <a:pt x="5569" y="2850"/>
                    </a:cubicBezTo>
                    <a:cubicBezTo>
                      <a:pt x="5488" y="2922"/>
                      <a:pt x="5468" y="3033"/>
                      <a:pt x="5396" y="3114"/>
                    </a:cubicBezTo>
                    <a:cubicBezTo>
                      <a:pt x="5335" y="3175"/>
                      <a:pt x="5143" y="3287"/>
                      <a:pt x="5092" y="3317"/>
                    </a:cubicBezTo>
                    <a:cubicBezTo>
                      <a:pt x="4788" y="3510"/>
                      <a:pt x="4544" y="3510"/>
                      <a:pt x="4199" y="3520"/>
                    </a:cubicBezTo>
                    <a:cubicBezTo>
                      <a:pt x="3764" y="3530"/>
                      <a:pt x="3834" y="3774"/>
                      <a:pt x="3683" y="4067"/>
                    </a:cubicBezTo>
                    <a:cubicBezTo>
                      <a:pt x="3591" y="4240"/>
                      <a:pt x="3378" y="4382"/>
                      <a:pt x="3236" y="4504"/>
                    </a:cubicBezTo>
                    <a:cubicBezTo>
                      <a:pt x="2982" y="4717"/>
                      <a:pt x="2912" y="5021"/>
                      <a:pt x="2567" y="5113"/>
                    </a:cubicBezTo>
                    <a:cubicBezTo>
                      <a:pt x="2161" y="5224"/>
                      <a:pt x="1846" y="5295"/>
                      <a:pt x="1492" y="5548"/>
                    </a:cubicBezTo>
                    <a:cubicBezTo>
                      <a:pt x="1258" y="5711"/>
                      <a:pt x="1136" y="5812"/>
                      <a:pt x="1126" y="6086"/>
                    </a:cubicBezTo>
                    <a:cubicBezTo>
                      <a:pt x="1116" y="6107"/>
                      <a:pt x="1116" y="6137"/>
                      <a:pt x="1116" y="6168"/>
                    </a:cubicBezTo>
                    <a:cubicBezTo>
                      <a:pt x="1116" y="6269"/>
                      <a:pt x="1126" y="6391"/>
                      <a:pt x="1136" y="6502"/>
                    </a:cubicBezTo>
                    <a:cubicBezTo>
                      <a:pt x="1136" y="6634"/>
                      <a:pt x="1116" y="6756"/>
                      <a:pt x="1045" y="6878"/>
                    </a:cubicBezTo>
                    <a:cubicBezTo>
                      <a:pt x="924" y="7090"/>
                      <a:pt x="609" y="7304"/>
                      <a:pt x="406" y="7446"/>
                    </a:cubicBezTo>
                    <a:cubicBezTo>
                      <a:pt x="304" y="7527"/>
                      <a:pt x="101" y="7608"/>
                      <a:pt x="41" y="7739"/>
                    </a:cubicBezTo>
                    <a:cubicBezTo>
                      <a:pt x="20" y="7790"/>
                      <a:pt x="11" y="7902"/>
                      <a:pt x="11" y="8014"/>
                    </a:cubicBezTo>
                    <a:cubicBezTo>
                      <a:pt x="11" y="8156"/>
                      <a:pt x="20" y="8307"/>
                      <a:pt x="20" y="8318"/>
                    </a:cubicBezTo>
                    <a:cubicBezTo>
                      <a:pt x="20" y="8419"/>
                      <a:pt x="0" y="8551"/>
                      <a:pt x="0" y="8663"/>
                    </a:cubicBezTo>
                    <a:cubicBezTo>
                      <a:pt x="0" y="8703"/>
                      <a:pt x="11" y="8744"/>
                      <a:pt x="11" y="8785"/>
                    </a:cubicBezTo>
                    <a:cubicBezTo>
                      <a:pt x="41" y="8896"/>
                      <a:pt x="142" y="9028"/>
                      <a:pt x="183" y="9109"/>
                    </a:cubicBezTo>
                    <a:cubicBezTo>
                      <a:pt x="264" y="9271"/>
                      <a:pt x="304" y="9474"/>
                      <a:pt x="396" y="9626"/>
                    </a:cubicBezTo>
                    <a:cubicBezTo>
                      <a:pt x="619" y="10002"/>
                      <a:pt x="964" y="10032"/>
                      <a:pt x="1339" y="10164"/>
                    </a:cubicBezTo>
                    <a:cubicBezTo>
                      <a:pt x="1542" y="10235"/>
                      <a:pt x="1724" y="10347"/>
                      <a:pt x="1938" y="10387"/>
                    </a:cubicBezTo>
                    <a:cubicBezTo>
                      <a:pt x="2090" y="10417"/>
                      <a:pt x="2252" y="10397"/>
                      <a:pt x="2394" y="10428"/>
                    </a:cubicBezTo>
                    <a:cubicBezTo>
                      <a:pt x="2617" y="10468"/>
                      <a:pt x="2860" y="10509"/>
                      <a:pt x="3063" y="10600"/>
                    </a:cubicBezTo>
                    <a:cubicBezTo>
                      <a:pt x="3459" y="10773"/>
                      <a:pt x="3855" y="11066"/>
                      <a:pt x="4057" y="11452"/>
                    </a:cubicBezTo>
                    <a:cubicBezTo>
                      <a:pt x="4169" y="11675"/>
                      <a:pt x="4321" y="11878"/>
                      <a:pt x="4402" y="12112"/>
                    </a:cubicBezTo>
                    <a:cubicBezTo>
                      <a:pt x="4453" y="12223"/>
                      <a:pt x="4463" y="12365"/>
                      <a:pt x="4514" y="12466"/>
                    </a:cubicBezTo>
                    <a:cubicBezTo>
                      <a:pt x="4575" y="12588"/>
                      <a:pt x="4869" y="12913"/>
                      <a:pt x="5001" y="12964"/>
                    </a:cubicBezTo>
                    <a:cubicBezTo>
                      <a:pt x="5062" y="12984"/>
                      <a:pt x="5153" y="12994"/>
                      <a:pt x="5245" y="12994"/>
                    </a:cubicBezTo>
                    <a:cubicBezTo>
                      <a:pt x="5335" y="12994"/>
                      <a:pt x="5427" y="12994"/>
                      <a:pt x="5518" y="12984"/>
                    </a:cubicBezTo>
                    <a:cubicBezTo>
                      <a:pt x="5599" y="12973"/>
                      <a:pt x="5680" y="12964"/>
                      <a:pt x="5752" y="12964"/>
                    </a:cubicBezTo>
                    <a:lnTo>
                      <a:pt x="5762" y="12964"/>
                    </a:lnTo>
                    <a:cubicBezTo>
                      <a:pt x="6066" y="12973"/>
                      <a:pt x="6442" y="13034"/>
                      <a:pt x="6674" y="13257"/>
                    </a:cubicBezTo>
                    <a:cubicBezTo>
                      <a:pt x="7100" y="13674"/>
                      <a:pt x="6989" y="14404"/>
                      <a:pt x="7080" y="14941"/>
                    </a:cubicBezTo>
                    <a:cubicBezTo>
                      <a:pt x="7121" y="15175"/>
                      <a:pt x="7253" y="15256"/>
                      <a:pt x="7273" y="15509"/>
                    </a:cubicBezTo>
                    <a:cubicBezTo>
                      <a:pt x="7303" y="15793"/>
                      <a:pt x="7375" y="16027"/>
                      <a:pt x="7506" y="16280"/>
                    </a:cubicBezTo>
                    <a:cubicBezTo>
                      <a:pt x="7578" y="16422"/>
                      <a:pt x="7679" y="16564"/>
                      <a:pt x="7679" y="16706"/>
                    </a:cubicBezTo>
                    <a:cubicBezTo>
                      <a:pt x="7679" y="16787"/>
                      <a:pt x="7648" y="16868"/>
                      <a:pt x="7547" y="16940"/>
                    </a:cubicBezTo>
                    <a:cubicBezTo>
                      <a:pt x="7415" y="17051"/>
                      <a:pt x="7182" y="17082"/>
                      <a:pt x="7010" y="17143"/>
                    </a:cubicBezTo>
                    <a:cubicBezTo>
                      <a:pt x="6827" y="17213"/>
                      <a:pt x="6654" y="17315"/>
                      <a:pt x="6482" y="17416"/>
                    </a:cubicBezTo>
                    <a:cubicBezTo>
                      <a:pt x="5924" y="17731"/>
                      <a:pt x="5143" y="18380"/>
                      <a:pt x="4991" y="19039"/>
                    </a:cubicBezTo>
                    <a:cubicBezTo>
                      <a:pt x="4981" y="19111"/>
                      <a:pt x="4981" y="19181"/>
                      <a:pt x="4981" y="19253"/>
                    </a:cubicBezTo>
                    <a:lnTo>
                      <a:pt x="4981" y="19303"/>
                    </a:lnTo>
                    <a:lnTo>
                      <a:pt x="22387" y="19303"/>
                    </a:lnTo>
                    <a:cubicBezTo>
                      <a:pt x="22204" y="18969"/>
                      <a:pt x="21981" y="18644"/>
                      <a:pt x="21768" y="18329"/>
                    </a:cubicBezTo>
                    <a:cubicBezTo>
                      <a:pt x="21555" y="18035"/>
                      <a:pt x="21454" y="17670"/>
                      <a:pt x="21220" y="17406"/>
                    </a:cubicBezTo>
                    <a:cubicBezTo>
                      <a:pt x="21129" y="17305"/>
                      <a:pt x="20987" y="17315"/>
                      <a:pt x="20886" y="17163"/>
                    </a:cubicBezTo>
                    <a:cubicBezTo>
                      <a:pt x="20825" y="17062"/>
                      <a:pt x="20865" y="16868"/>
                      <a:pt x="20814" y="16747"/>
                    </a:cubicBezTo>
                    <a:cubicBezTo>
                      <a:pt x="20683" y="16483"/>
                      <a:pt x="20490" y="16280"/>
                      <a:pt x="20379" y="15996"/>
                    </a:cubicBezTo>
                    <a:cubicBezTo>
                      <a:pt x="20165" y="15509"/>
                      <a:pt x="20104" y="15013"/>
                      <a:pt x="19750" y="14607"/>
                    </a:cubicBezTo>
                    <a:cubicBezTo>
                      <a:pt x="19131" y="13886"/>
                      <a:pt x="19040" y="13045"/>
                      <a:pt x="18603" y="12233"/>
                    </a:cubicBezTo>
                    <a:cubicBezTo>
                      <a:pt x="18411" y="11848"/>
                      <a:pt x="18248" y="11614"/>
                      <a:pt x="18136" y="11168"/>
                    </a:cubicBezTo>
                    <a:cubicBezTo>
                      <a:pt x="18076" y="10915"/>
                      <a:pt x="18015" y="10732"/>
                      <a:pt x="17913" y="10498"/>
                    </a:cubicBezTo>
                    <a:cubicBezTo>
                      <a:pt x="17782" y="10184"/>
                      <a:pt x="17731" y="9961"/>
                      <a:pt x="17731" y="9637"/>
                    </a:cubicBezTo>
                    <a:lnTo>
                      <a:pt x="17731" y="9565"/>
                    </a:lnTo>
                    <a:cubicBezTo>
                      <a:pt x="17731" y="9423"/>
                      <a:pt x="17751" y="9271"/>
                      <a:pt x="17751" y="9119"/>
                    </a:cubicBezTo>
                    <a:cubicBezTo>
                      <a:pt x="17751" y="8875"/>
                      <a:pt x="17710" y="8643"/>
                      <a:pt x="17559" y="8449"/>
                    </a:cubicBezTo>
                    <a:cubicBezTo>
                      <a:pt x="17396" y="8257"/>
                      <a:pt x="17214" y="8217"/>
                      <a:pt x="17021" y="8217"/>
                    </a:cubicBezTo>
                    <a:cubicBezTo>
                      <a:pt x="16960" y="8217"/>
                      <a:pt x="16879" y="8226"/>
                      <a:pt x="16808" y="8226"/>
                    </a:cubicBezTo>
                    <a:cubicBezTo>
                      <a:pt x="16737" y="8237"/>
                      <a:pt x="16656" y="8247"/>
                      <a:pt x="16585" y="8247"/>
                    </a:cubicBezTo>
                    <a:cubicBezTo>
                      <a:pt x="16514" y="8247"/>
                      <a:pt x="16453" y="8237"/>
                      <a:pt x="16382" y="8226"/>
                    </a:cubicBezTo>
                    <a:cubicBezTo>
                      <a:pt x="15803" y="8135"/>
                      <a:pt x="15763" y="7669"/>
                      <a:pt x="15661" y="7192"/>
                    </a:cubicBezTo>
                    <a:cubicBezTo>
                      <a:pt x="15499" y="6411"/>
                      <a:pt x="15276" y="5681"/>
                      <a:pt x="15145" y="4899"/>
                    </a:cubicBezTo>
                    <a:cubicBezTo>
                      <a:pt x="14992" y="3916"/>
                      <a:pt x="14272" y="3175"/>
                      <a:pt x="13501" y="2597"/>
                    </a:cubicBezTo>
                    <a:cubicBezTo>
                      <a:pt x="13136" y="2333"/>
                      <a:pt x="13156" y="2151"/>
                      <a:pt x="12933" y="1745"/>
                    </a:cubicBezTo>
                    <a:cubicBezTo>
                      <a:pt x="12740" y="1400"/>
                      <a:pt x="12476" y="1085"/>
                      <a:pt x="12233" y="781"/>
                    </a:cubicBezTo>
                    <a:cubicBezTo>
                      <a:pt x="12030" y="528"/>
                      <a:pt x="11797" y="274"/>
                      <a:pt x="1157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1" name="Google Shape;53941;p60"/>
              <p:cNvSpPr/>
              <p:nvPr/>
            </p:nvSpPr>
            <p:spPr>
              <a:xfrm>
                <a:off x="5212288" y="1779500"/>
                <a:ext cx="161050" cy="187150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7486" extrusionOk="0">
                    <a:moveTo>
                      <a:pt x="6188" y="0"/>
                    </a:moveTo>
                    <a:cubicBezTo>
                      <a:pt x="6046" y="31"/>
                      <a:pt x="6127" y="467"/>
                      <a:pt x="6127" y="599"/>
                    </a:cubicBezTo>
                    <a:cubicBezTo>
                      <a:pt x="6117" y="802"/>
                      <a:pt x="6097" y="1035"/>
                      <a:pt x="6036" y="1217"/>
                    </a:cubicBezTo>
                    <a:cubicBezTo>
                      <a:pt x="5935" y="1522"/>
                      <a:pt x="5590" y="1745"/>
                      <a:pt x="5407" y="1999"/>
                    </a:cubicBezTo>
                    <a:cubicBezTo>
                      <a:pt x="5346" y="2080"/>
                      <a:pt x="5306" y="2181"/>
                      <a:pt x="5245" y="2262"/>
                    </a:cubicBezTo>
                    <a:cubicBezTo>
                      <a:pt x="5225" y="2283"/>
                      <a:pt x="5164" y="2303"/>
                      <a:pt x="5153" y="2333"/>
                    </a:cubicBezTo>
                    <a:cubicBezTo>
                      <a:pt x="5144" y="2353"/>
                      <a:pt x="5153" y="2394"/>
                      <a:pt x="5144" y="2404"/>
                    </a:cubicBezTo>
                    <a:cubicBezTo>
                      <a:pt x="5103" y="2475"/>
                      <a:pt x="5113" y="2506"/>
                      <a:pt x="5042" y="2556"/>
                    </a:cubicBezTo>
                    <a:cubicBezTo>
                      <a:pt x="5002" y="2587"/>
                      <a:pt x="4961" y="2597"/>
                      <a:pt x="4920" y="2628"/>
                    </a:cubicBezTo>
                    <a:cubicBezTo>
                      <a:pt x="4778" y="2739"/>
                      <a:pt x="4707" y="2921"/>
                      <a:pt x="4576" y="3043"/>
                    </a:cubicBezTo>
                    <a:cubicBezTo>
                      <a:pt x="4454" y="3155"/>
                      <a:pt x="4393" y="3185"/>
                      <a:pt x="4312" y="3327"/>
                    </a:cubicBezTo>
                    <a:cubicBezTo>
                      <a:pt x="4251" y="3449"/>
                      <a:pt x="4170" y="3530"/>
                      <a:pt x="4098" y="3642"/>
                    </a:cubicBezTo>
                    <a:cubicBezTo>
                      <a:pt x="4017" y="3784"/>
                      <a:pt x="4038" y="3967"/>
                      <a:pt x="4038" y="4129"/>
                    </a:cubicBezTo>
                    <a:cubicBezTo>
                      <a:pt x="4048" y="4362"/>
                      <a:pt x="3947" y="4494"/>
                      <a:pt x="3845" y="4697"/>
                    </a:cubicBezTo>
                    <a:cubicBezTo>
                      <a:pt x="3764" y="4849"/>
                      <a:pt x="3703" y="5031"/>
                      <a:pt x="3612" y="5173"/>
                    </a:cubicBezTo>
                    <a:cubicBezTo>
                      <a:pt x="3561" y="5265"/>
                      <a:pt x="3521" y="5305"/>
                      <a:pt x="3480" y="5407"/>
                    </a:cubicBezTo>
                    <a:cubicBezTo>
                      <a:pt x="3460" y="5478"/>
                      <a:pt x="3429" y="5538"/>
                      <a:pt x="3388" y="5599"/>
                    </a:cubicBezTo>
                    <a:cubicBezTo>
                      <a:pt x="3135" y="5924"/>
                      <a:pt x="2800" y="6066"/>
                      <a:pt x="2415" y="6167"/>
                    </a:cubicBezTo>
                    <a:cubicBezTo>
                      <a:pt x="2049" y="6259"/>
                      <a:pt x="1684" y="6360"/>
                      <a:pt x="1319" y="6451"/>
                    </a:cubicBezTo>
                    <a:cubicBezTo>
                      <a:pt x="1096" y="6512"/>
                      <a:pt x="832" y="6543"/>
                      <a:pt x="660" y="6695"/>
                    </a:cubicBezTo>
                    <a:cubicBezTo>
                      <a:pt x="508" y="6827"/>
                      <a:pt x="356" y="6938"/>
                      <a:pt x="194" y="7060"/>
                    </a:cubicBezTo>
                    <a:cubicBezTo>
                      <a:pt x="61" y="7161"/>
                      <a:pt x="52" y="7334"/>
                      <a:pt x="0" y="7486"/>
                    </a:cubicBezTo>
                    <a:lnTo>
                      <a:pt x="4058" y="7486"/>
                    </a:lnTo>
                    <a:cubicBezTo>
                      <a:pt x="4078" y="7456"/>
                      <a:pt x="4089" y="7425"/>
                      <a:pt x="4109" y="7395"/>
                    </a:cubicBezTo>
                    <a:cubicBezTo>
                      <a:pt x="4139" y="7303"/>
                      <a:pt x="4150" y="7222"/>
                      <a:pt x="4190" y="7131"/>
                    </a:cubicBezTo>
                    <a:cubicBezTo>
                      <a:pt x="4281" y="6928"/>
                      <a:pt x="4342" y="6726"/>
                      <a:pt x="4434" y="6523"/>
                    </a:cubicBezTo>
                    <a:cubicBezTo>
                      <a:pt x="4524" y="6350"/>
                      <a:pt x="4576" y="6178"/>
                      <a:pt x="4585" y="5985"/>
                    </a:cubicBezTo>
                    <a:cubicBezTo>
                      <a:pt x="4596" y="5813"/>
                      <a:pt x="4657" y="5680"/>
                      <a:pt x="4768" y="5559"/>
                    </a:cubicBezTo>
                    <a:cubicBezTo>
                      <a:pt x="5072" y="5204"/>
                      <a:pt x="5478" y="4920"/>
                      <a:pt x="5823" y="4605"/>
                    </a:cubicBezTo>
                    <a:cubicBezTo>
                      <a:pt x="5996" y="4443"/>
                      <a:pt x="6320" y="4190"/>
                      <a:pt x="6371" y="3956"/>
                    </a:cubicBezTo>
                    <a:cubicBezTo>
                      <a:pt x="6401" y="3834"/>
                      <a:pt x="6361" y="3652"/>
                      <a:pt x="6361" y="3520"/>
                    </a:cubicBezTo>
                    <a:cubicBezTo>
                      <a:pt x="6361" y="3388"/>
                      <a:pt x="6381" y="3236"/>
                      <a:pt x="6371" y="3094"/>
                    </a:cubicBezTo>
                    <a:cubicBezTo>
                      <a:pt x="6350" y="2942"/>
                      <a:pt x="6259" y="2840"/>
                      <a:pt x="6330" y="2678"/>
                    </a:cubicBezTo>
                    <a:cubicBezTo>
                      <a:pt x="6381" y="2546"/>
                      <a:pt x="6411" y="2526"/>
                      <a:pt x="6422" y="2384"/>
                    </a:cubicBezTo>
                    <a:cubicBezTo>
                      <a:pt x="6442" y="2161"/>
                      <a:pt x="6422" y="1927"/>
                      <a:pt x="6422" y="1715"/>
                    </a:cubicBezTo>
                    <a:lnTo>
                      <a:pt x="6422" y="791"/>
                    </a:lnTo>
                    <a:cubicBezTo>
                      <a:pt x="6431" y="487"/>
                      <a:pt x="6341" y="274"/>
                      <a:pt x="618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2" name="Google Shape;53942;p60"/>
              <p:cNvSpPr/>
              <p:nvPr/>
            </p:nvSpPr>
            <p:spPr>
              <a:xfrm>
                <a:off x="5183888" y="1700125"/>
                <a:ext cx="82950" cy="148625"/>
              </a:xfrm>
              <a:custGeom>
                <a:avLst/>
                <a:gdLst/>
                <a:ahLst/>
                <a:cxnLst/>
                <a:rect l="l" t="t" r="r" b="b"/>
                <a:pathLst>
                  <a:path w="3318" h="5945" extrusionOk="0">
                    <a:moveTo>
                      <a:pt x="3185" y="1"/>
                    </a:moveTo>
                    <a:cubicBezTo>
                      <a:pt x="3176" y="82"/>
                      <a:pt x="3125" y="112"/>
                      <a:pt x="3084" y="163"/>
                    </a:cubicBezTo>
                    <a:cubicBezTo>
                      <a:pt x="3023" y="274"/>
                      <a:pt x="3013" y="386"/>
                      <a:pt x="2993" y="508"/>
                    </a:cubicBezTo>
                    <a:cubicBezTo>
                      <a:pt x="2973" y="680"/>
                      <a:pt x="2881" y="771"/>
                      <a:pt x="2811" y="923"/>
                    </a:cubicBezTo>
                    <a:cubicBezTo>
                      <a:pt x="2729" y="1085"/>
                      <a:pt x="2689" y="1309"/>
                      <a:pt x="2678" y="1481"/>
                    </a:cubicBezTo>
                    <a:cubicBezTo>
                      <a:pt x="2669" y="1572"/>
                      <a:pt x="2648" y="1654"/>
                      <a:pt x="2608" y="1735"/>
                    </a:cubicBezTo>
                    <a:cubicBezTo>
                      <a:pt x="2557" y="1826"/>
                      <a:pt x="2475" y="1897"/>
                      <a:pt x="2425" y="1989"/>
                    </a:cubicBezTo>
                    <a:cubicBezTo>
                      <a:pt x="2364" y="2090"/>
                      <a:pt x="2354" y="2161"/>
                      <a:pt x="2243" y="2212"/>
                    </a:cubicBezTo>
                    <a:cubicBezTo>
                      <a:pt x="2131" y="2262"/>
                      <a:pt x="2029" y="2303"/>
                      <a:pt x="1948" y="2404"/>
                    </a:cubicBezTo>
                    <a:cubicBezTo>
                      <a:pt x="1877" y="2496"/>
                      <a:pt x="1826" y="2618"/>
                      <a:pt x="1756" y="2719"/>
                    </a:cubicBezTo>
                    <a:cubicBezTo>
                      <a:pt x="1705" y="2790"/>
                      <a:pt x="1583" y="2891"/>
                      <a:pt x="1522" y="2952"/>
                    </a:cubicBezTo>
                    <a:cubicBezTo>
                      <a:pt x="1360" y="3094"/>
                      <a:pt x="1188" y="3216"/>
                      <a:pt x="974" y="3226"/>
                    </a:cubicBezTo>
                    <a:cubicBezTo>
                      <a:pt x="792" y="3236"/>
                      <a:pt x="579" y="3317"/>
                      <a:pt x="437" y="3439"/>
                    </a:cubicBezTo>
                    <a:cubicBezTo>
                      <a:pt x="345" y="3530"/>
                      <a:pt x="133" y="3652"/>
                      <a:pt x="72" y="3763"/>
                    </a:cubicBezTo>
                    <a:cubicBezTo>
                      <a:pt x="31" y="3855"/>
                      <a:pt x="61" y="3997"/>
                      <a:pt x="61" y="4099"/>
                    </a:cubicBezTo>
                    <a:cubicBezTo>
                      <a:pt x="11" y="4413"/>
                      <a:pt x="0" y="4737"/>
                      <a:pt x="61" y="5041"/>
                    </a:cubicBezTo>
                    <a:cubicBezTo>
                      <a:pt x="72" y="5093"/>
                      <a:pt x="92" y="5143"/>
                      <a:pt x="112" y="5194"/>
                    </a:cubicBezTo>
                    <a:cubicBezTo>
                      <a:pt x="122" y="5265"/>
                      <a:pt x="102" y="5346"/>
                      <a:pt x="112" y="5417"/>
                    </a:cubicBezTo>
                    <a:cubicBezTo>
                      <a:pt x="153" y="5589"/>
                      <a:pt x="264" y="5772"/>
                      <a:pt x="325" y="5945"/>
                    </a:cubicBezTo>
                    <a:cubicBezTo>
                      <a:pt x="356" y="5893"/>
                      <a:pt x="356" y="5812"/>
                      <a:pt x="376" y="5751"/>
                    </a:cubicBezTo>
                    <a:cubicBezTo>
                      <a:pt x="426" y="5640"/>
                      <a:pt x="447" y="5488"/>
                      <a:pt x="508" y="5377"/>
                    </a:cubicBezTo>
                    <a:cubicBezTo>
                      <a:pt x="579" y="5224"/>
                      <a:pt x="731" y="5174"/>
                      <a:pt x="751" y="4991"/>
                    </a:cubicBezTo>
                    <a:cubicBezTo>
                      <a:pt x="771" y="4829"/>
                      <a:pt x="832" y="4676"/>
                      <a:pt x="913" y="4525"/>
                    </a:cubicBezTo>
                    <a:cubicBezTo>
                      <a:pt x="954" y="4443"/>
                      <a:pt x="1015" y="4372"/>
                      <a:pt x="1066" y="4301"/>
                    </a:cubicBezTo>
                    <a:cubicBezTo>
                      <a:pt x="1106" y="4230"/>
                      <a:pt x="1197" y="4169"/>
                      <a:pt x="1228" y="4108"/>
                    </a:cubicBezTo>
                    <a:cubicBezTo>
                      <a:pt x="1269" y="4027"/>
                      <a:pt x="1319" y="3885"/>
                      <a:pt x="1339" y="3784"/>
                    </a:cubicBezTo>
                    <a:cubicBezTo>
                      <a:pt x="1350" y="3693"/>
                      <a:pt x="1350" y="3540"/>
                      <a:pt x="1411" y="3459"/>
                    </a:cubicBezTo>
                    <a:cubicBezTo>
                      <a:pt x="1502" y="3328"/>
                      <a:pt x="1765" y="3328"/>
                      <a:pt x="1898" y="3246"/>
                    </a:cubicBezTo>
                    <a:cubicBezTo>
                      <a:pt x="2040" y="3155"/>
                      <a:pt x="2151" y="3064"/>
                      <a:pt x="2273" y="2962"/>
                    </a:cubicBezTo>
                    <a:cubicBezTo>
                      <a:pt x="2394" y="2861"/>
                      <a:pt x="2547" y="2790"/>
                      <a:pt x="2577" y="2607"/>
                    </a:cubicBezTo>
                    <a:cubicBezTo>
                      <a:pt x="2608" y="2465"/>
                      <a:pt x="2648" y="2334"/>
                      <a:pt x="2699" y="2181"/>
                    </a:cubicBezTo>
                    <a:cubicBezTo>
                      <a:pt x="2729" y="2080"/>
                      <a:pt x="2750" y="2029"/>
                      <a:pt x="2820" y="1958"/>
                    </a:cubicBezTo>
                    <a:cubicBezTo>
                      <a:pt x="2922" y="1847"/>
                      <a:pt x="3034" y="1775"/>
                      <a:pt x="3115" y="1654"/>
                    </a:cubicBezTo>
                    <a:cubicBezTo>
                      <a:pt x="3185" y="1552"/>
                      <a:pt x="3257" y="1461"/>
                      <a:pt x="3277" y="1349"/>
                    </a:cubicBezTo>
                    <a:cubicBezTo>
                      <a:pt x="3307" y="1116"/>
                      <a:pt x="3267" y="832"/>
                      <a:pt x="3267" y="589"/>
                    </a:cubicBezTo>
                    <a:cubicBezTo>
                      <a:pt x="3267" y="487"/>
                      <a:pt x="3318" y="1"/>
                      <a:pt x="319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3" name="Google Shape;53943;p60"/>
              <p:cNvSpPr/>
              <p:nvPr/>
            </p:nvSpPr>
            <p:spPr>
              <a:xfrm>
                <a:off x="5370788" y="1529725"/>
                <a:ext cx="161800" cy="12147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4859" extrusionOk="0">
                    <a:moveTo>
                      <a:pt x="447" y="0"/>
                    </a:moveTo>
                    <a:cubicBezTo>
                      <a:pt x="406" y="0"/>
                      <a:pt x="386" y="20"/>
                      <a:pt x="396" y="91"/>
                    </a:cubicBezTo>
                    <a:cubicBezTo>
                      <a:pt x="406" y="172"/>
                      <a:pt x="487" y="284"/>
                      <a:pt x="508" y="365"/>
                    </a:cubicBezTo>
                    <a:cubicBezTo>
                      <a:pt x="528" y="436"/>
                      <a:pt x="528" y="507"/>
                      <a:pt x="538" y="578"/>
                    </a:cubicBezTo>
                    <a:cubicBezTo>
                      <a:pt x="558" y="670"/>
                      <a:pt x="578" y="730"/>
                      <a:pt x="578" y="821"/>
                    </a:cubicBezTo>
                    <a:cubicBezTo>
                      <a:pt x="569" y="1146"/>
                      <a:pt x="700" y="1481"/>
                      <a:pt x="558" y="1795"/>
                    </a:cubicBezTo>
                    <a:cubicBezTo>
                      <a:pt x="508" y="1917"/>
                      <a:pt x="497" y="2049"/>
                      <a:pt x="447" y="2171"/>
                    </a:cubicBezTo>
                    <a:cubicBezTo>
                      <a:pt x="416" y="2252"/>
                      <a:pt x="375" y="2333"/>
                      <a:pt x="355" y="2414"/>
                    </a:cubicBezTo>
                    <a:cubicBezTo>
                      <a:pt x="335" y="2495"/>
                      <a:pt x="355" y="2577"/>
                      <a:pt x="345" y="2658"/>
                    </a:cubicBezTo>
                    <a:cubicBezTo>
                      <a:pt x="345" y="2728"/>
                      <a:pt x="315" y="2809"/>
                      <a:pt x="294" y="2881"/>
                    </a:cubicBezTo>
                    <a:cubicBezTo>
                      <a:pt x="274" y="2972"/>
                      <a:pt x="233" y="3063"/>
                      <a:pt x="203" y="3165"/>
                    </a:cubicBezTo>
                    <a:cubicBezTo>
                      <a:pt x="193" y="3246"/>
                      <a:pt x="193" y="3357"/>
                      <a:pt x="152" y="3429"/>
                    </a:cubicBezTo>
                    <a:cubicBezTo>
                      <a:pt x="112" y="3510"/>
                      <a:pt x="61" y="3489"/>
                      <a:pt x="31" y="3611"/>
                    </a:cubicBezTo>
                    <a:cubicBezTo>
                      <a:pt x="10" y="3702"/>
                      <a:pt x="21" y="3794"/>
                      <a:pt x="21" y="3885"/>
                    </a:cubicBezTo>
                    <a:cubicBezTo>
                      <a:pt x="21" y="4047"/>
                      <a:pt x="1" y="4240"/>
                      <a:pt x="21" y="4402"/>
                    </a:cubicBezTo>
                    <a:cubicBezTo>
                      <a:pt x="41" y="4544"/>
                      <a:pt x="122" y="4707"/>
                      <a:pt x="183" y="4838"/>
                    </a:cubicBezTo>
                    <a:cubicBezTo>
                      <a:pt x="254" y="4747"/>
                      <a:pt x="244" y="4676"/>
                      <a:pt x="335" y="4574"/>
                    </a:cubicBezTo>
                    <a:cubicBezTo>
                      <a:pt x="436" y="4473"/>
                      <a:pt x="558" y="4402"/>
                      <a:pt x="629" y="4270"/>
                    </a:cubicBezTo>
                    <a:cubicBezTo>
                      <a:pt x="700" y="4139"/>
                      <a:pt x="690" y="4027"/>
                      <a:pt x="720" y="3895"/>
                    </a:cubicBezTo>
                    <a:cubicBezTo>
                      <a:pt x="751" y="3885"/>
                      <a:pt x="792" y="3885"/>
                      <a:pt x="832" y="3885"/>
                    </a:cubicBezTo>
                    <a:cubicBezTo>
                      <a:pt x="923" y="3885"/>
                      <a:pt x="1025" y="3905"/>
                      <a:pt x="1116" y="3905"/>
                    </a:cubicBezTo>
                    <a:lnTo>
                      <a:pt x="1157" y="3905"/>
                    </a:lnTo>
                    <a:cubicBezTo>
                      <a:pt x="1451" y="3905"/>
                      <a:pt x="1745" y="3814"/>
                      <a:pt x="1998" y="3641"/>
                    </a:cubicBezTo>
                    <a:cubicBezTo>
                      <a:pt x="2019" y="3631"/>
                      <a:pt x="2049" y="3611"/>
                      <a:pt x="2080" y="3591"/>
                    </a:cubicBezTo>
                    <a:cubicBezTo>
                      <a:pt x="2090" y="3580"/>
                      <a:pt x="2100" y="3580"/>
                      <a:pt x="2110" y="3580"/>
                    </a:cubicBezTo>
                    <a:cubicBezTo>
                      <a:pt x="2131" y="3580"/>
                      <a:pt x="2140" y="3591"/>
                      <a:pt x="2151" y="3611"/>
                    </a:cubicBezTo>
                    <a:lnTo>
                      <a:pt x="2232" y="3611"/>
                    </a:lnTo>
                    <a:cubicBezTo>
                      <a:pt x="2364" y="3611"/>
                      <a:pt x="2506" y="3611"/>
                      <a:pt x="2638" y="3621"/>
                    </a:cubicBezTo>
                    <a:cubicBezTo>
                      <a:pt x="2780" y="3621"/>
                      <a:pt x="2911" y="3631"/>
                      <a:pt x="3044" y="3631"/>
                    </a:cubicBezTo>
                    <a:cubicBezTo>
                      <a:pt x="3125" y="3631"/>
                      <a:pt x="3195" y="3631"/>
                      <a:pt x="3276" y="3621"/>
                    </a:cubicBezTo>
                    <a:cubicBezTo>
                      <a:pt x="3297" y="3621"/>
                      <a:pt x="3318" y="3622"/>
                      <a:pt x="3339" y="3622"/>
                    </a:cubicBezTo>
                    <a:cubicBezTo>
                      <a:pt x="3398" y="3622"/>
                      <a:pt x="3454" y="3616"/>
                      <a:pt x="3500" y="3571"/>
                    </a:cubicBezTo>
                    <a:cubicBezTo>
                      <a:pt x="3551" y="3510"/>
                      <a:pt x="3571" y="3438"/>
                      <a:pt x="3632" y="3378"/>
                    </a:cubicBezTo>
                    <a:cubicBezTo>
                      <a:pt x="3723" y="3296"/>
                      <a:pt x="3804" y="3205"/>
                      <a:pt x="3885" y="3124"/>
                    </a:cubicBezTo>
                    <a:cubicBezTo>
                      <a:pt x="3977" y="3023"/>
                      <a:pt x="4098" y="2921"/>
                      <a:pt x="4200" y="2830"/>
                    </a:cubicBezTo>
                    <a:cubicBezTo>
                      <a:pt x="4301" y="2739"/>
                      <a:pt x="4322" y="2678"/>
                      <a:pt x="4372" y="2566"/>
                    </a:cubicBezTo>
                    <a:cubicBezTo>
                      <a:pt x="4473" y="2374"/>
                      <a:pt x="4727" y="2293"/>
                      <a:pt x="4920" y="2293"/>
                    </a:cubicBezTo>
                    <a:lnTo>
                      <a:pt x="5102" y="2293"/>
                    </a:lnTo>
                    <a:cubicBezTo>
                      <a:pt x="5204" y="2293"/>
                      <a:pt x="5295" y="2282"/>
                      <a:pt x="5397" y="2241"/>
                    </a:cubicBezTo>
                    <a:cubicBezTo>
                      <a:pt x="5508" y="2191"/>
                      <a:pt x="5609" y="2140"/>
                      <a:pt x="5711" y="2069"/>
                    </a:cubicBezTo>
                    <a:cubicBezTo>
                      <a:pt x="5934" y="1957"/>
                      <a:pt x="6147" y="1826"/>
                      <a:pt x="6350" y="1673"/>
                    </a:cubicBezTo>
                    <a:cubicBezTo>
                      <a:pt x="6431" y="1522"/>
                      <a:pt x="6472" y="1329"/>
                      <a:pt x="6452" y="1166"/>
                    </a:cubicBezTo>
                    <a:lnTo>
                      <a:pt x="6452" y="1166"/>
                    </a:lnTo>
                    <a:cubicBezTo>
                      <a:pt x="6289" y="1177"/>
                      <a:pt x="6188" y="1359"/>
                      <a:pt x="6026" y="1380"/>
                    </a:cubicBezTo>
                    <a:cubicBezTo>
                      <a:pt x="5995" y="1389"/>
                      <a:pt x="5965" y="1389"/>
                      <a:pt x="5934" y="1389"/>
                    </a:cubicBezTo>
                    <a:cubicBezTo>
                      <a:pt x="5843" y="1389"/>
                      <a:pt x="5731" y="1369"/>
                      <a:pt x="5661" y="1359"/>
                    </a:cubicBezTo>
                    <a:cubicBezTo>
                      <a:pt x="5549" y="1349"/>
                      <a:pt x="5447" y="1339"/>
                      <a:pt x="5336" y="1339"/>
                    </a:cubicBezTo>
                    <a:cubicBezTo>
                      <a:pt x="5052" y="1339"/>
                      <a:pt x="4778" y="1400"/>
                      <a:pt x="4494" y="1491"/>
                    </a:cubicBezTo>
                    <a:cubicBezTo>
                      <a:pt x="4311" y="1552"/>
                      <a:pt x="4108" y="1603"/>
                      <a:pt x="3977" y="1734"/>
                    </a:cubicBezTo>
                    <a:cubicBezTo>
                      <a:pt x="3865" y="1867"/>
                      <a:pt x="3774" y="2018"/>
                      <a:pt x="3662" y="2160"/>
                    </a:cubicBezTo>
                    <a:cubicBezTo>
                      <a:pt x="3571" y="2262"/>
                      <a:pt x="3500" y="2353"/>
                      <a:pt x="3378" y="2394"/>
                    </a:cubicBezTo>
                    <a:cubicBezTo>
                      <a:pt x="3246" y="2444"/>
                      <a:pt x="3125" y="2495"/>
                      <a:pt x="2992" y="2546"/>
                    </a:cubicBezTo>
                    <a:cubicBezTo>
                      <a:pt x="2881" y="2586"/>
                      <a:pt x="2668" y="2637"/>
                      <a:pt x="2485" y="2637"/>
                    </a:cubicBezTo>
                    <a:cubicBezTo>
                      <a:pt x="2404" y="2637"/>
                      <a:pt x="2323" y="2627"/>
                      <a:pt x="2262" y="2607"/>
                    </a:cubicBezTo>
                    <a:cubicBezTo>
                      <a:pt x="2080" y="2536"/>
                      <a:pt x="2201" y="2160"/>
                      <a:pt x="2181" y="1988"/>
                    </a:cubicBezTo>
                    <a:cubicBezTo>
                      <a:pt x="2151" y="1775"/>
                      <a:pt x="2070" y="1583"/>
                      <a:pt x="1856" y="1511"/>
                    </a:cubicBezTo>
                    <a:cubicBezTo>
                      <a:pt x="1765" y="1481"/>
                      <a:pt x="1705" y="1481"/>
                      <a:pt x="1633" y="1400"/>
                    </a:cubicBezTo>
                    <a:lnTo>
                      <a:pt x="1481" y="1247"/>
                    </a:lnTo>
                    <a:cubicBezTo>
                      <a:pt x="1329" y="1105"/>
                      <a:pt x="1207" y="954"/>
                      <a:pt x="1085" y="771"/>
                    </a:cubicBezTo>
                    <a:cubicBezTo>
                      <a:pt x="1025" y="670"/>
                      <a:pt x="1004" y="578"/>
                      <a:pt x="974" y="446"/>
                    </a:cubicBezTo>
                    <a:cubicBezTo>
                      <a:pt x="943" y="325"/>
                      <a:pt x="893" y="334"/>
                      <a:pt x="801" y="253"/>
                    </a:cubicBezTo>
                    <a:cubicBezTo>
                      <a:pt x="761" y="213"/>
                      <a:pt x="538" y="0"/>
                      <a:pt x="447" y="0"/>
                    </a:cubicBezTo>
                    <a:close/>
                    <a:moveTo>
                      <a:pt x="183" y="4838"/>
                    </a:moveTo>
                    <a:lnTo>
                      <a:pt x="163" y="4858"/>
                    </a:lnTo>
                    <a:cubicBezTo>
                      <a:pt x="173" y="4858"/>
                      <a:pt x="183" y="4858"/>
                      <a:pt x="193" y="4849"/>
                    </a:cubicBezTo>
                    <a:cubicBezTo>
                      <a:pt x="183" y="4849"/>
                      <a:pt x="183" y="4838"/>
                      <a:pt x="183" y="4838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4" name="Google Shape;53944;p60"/>
              <p:cNvSpPr/>
              <p:nvPr/>
            </p:nvSpPr>
            <p:spPr>
              <a:xfrm>
                <a:off x="5389563" y="1093025"/>
                <a:ext cx="268300" cy="429100"/>
              </a:xfrm>
              <a:custGeom>
                <a:avLst/>
                <a:gdLst/>
                <a:ahLst/>
                <a:cxnLst/>
                <a:rect l="l" t="t" r="r" b="b"/>
                <a:pathLst>
                  <a:path w="10732" h="17164" extrusionOk="0">
                    <a:moveTo>
                      <a:pt x="7241" y="1"/>
                    </a:moveTo>
                    <a:cubicBezTo>
                      <a:pt x="6466" y="1"/>
                      <a:pt x="6744" y="563"/>
                      <a:pt x="6623" y="1056"/>
                    </a:cubicBezTo>
                    <a:cubicBezTo>
                      <a:pt x="6492" y="1583"/>
                      <a:pt x="5701" y="2172"/>
                      <a:pt x="5325" y="2608"/>
                    </a:cubicBezTo>
                    <a:cubicBezTo>
                      <a:pt x="4889" y="3125"/>
                      <a:pt x="4392" y="3592"/>
                      <a:pt x="3834" y="3998"/>
                    </a:cubicBezTo>
                    <a:cubicBezTo>
                      <a:pt x="3296" y="4393"/>
                      <a:pt x="3235" y="4981"/>
                      <a:pt x="3134" y="5651"/>
                    </a:cubicBezTo>
                    <a:cubicBezTo>
                      <a:pt x="3033" y="6259"/>
                      <a:pt x="3003" y="6888"/>
                      <a:pt x="2942" y="7497"/>
                    </a:cubicBezTo>
                    <a:cubicBezTo>
                      <a:pt x="2891" y="8065"/>
                      <a:pt x="2870" y="7842"/>
                      <a:pt x="2667" y="8197"/>
                    </a:cubicBezTo>
                    <a:cubicBezTo>
                      <a:pt x="2536" y="8410"/>
                      <a:pt x="2485" y="8673"/>
                      <a:pt x="2374" y="8876"/>
                    </a:cubicBezTo>
                    <a:cubicBezTo>
                      <a:pt x="2181" y="9232"/>
                      <a:pt x="1775" y="9556"/>
                      <a:pt x="1673" y="10003"/>
                    </a:cubicBezTo>
                    <a:cubicBezTo>
                      <a:pt x="1562" y="10499"/>
                      <a:pt x="1583" y="11057"/>
                      <a:pt x="1440" y="11554"/>
                    </a:cubicBezTo>
                    <a:cubicBezTo>
                      <a:pt x="1258" y="12183"/>
                      <a:pt x="791" y="12721"/>
                      <a:pt x="395" y="13218"/>
                    </a:cubicBezTo>
                    <a:cubicBezTo>
                      <a:pt x="345" y="13289"/>
                      <a:pt x="284" y="13360"/>
                      <a:pt x="223" y="13431"/>
                    </a:cubicBezTo>
                    <a:lnTo>
                      <a:pt x="172" y="13481"/>
                    </a:lnTo>
                    <a:cubicBezTo>
                      <a:pt x="122" y="13542"/>
                      <a:pt x="61" y="13614"/>
                      <a:pt x="0" y="13674"/>
                    </a:cubicBezTo>
                    <a:cubicBezTo>
                      <a:pt x="41" y="13725"/>
                      <a:pt x="81" y="13765"/>
                      <a:pt x="122" y="13816"/>
                    </a:cubicBezTo>
                    <a:cubicBezTo>
                      <a:pt x="213" y="13907"/>
                      <a:pt x="203" y="14090"/>
                      <a:pt x="244" y="14222"/>
                    </a:cubicBezTo>
                    <a:cubicBezTo>
                      <a:pt x="294" y="14354"/>
                      <a:pt x="365" y="14516"/>
                      <a:pt x="446" y="14628"/>
                    </a:cubicBezTo>
                    <a:cubicBezTo>
                      <a:pt x="487" y="14689"/>
                      <a:pt x="528" y="14729"/>
                      <a:pt x="568" y="14790"/>
                    </a:cubicBezTo>
                    <a:cubicBezTo>
                      <a:pt x="609" y="14831"/>
                      <a:pt x="618" y="14892"/>
                      <a:pt x="659" y="14942"/>
                    </a:cubicBezTo>
                    <a:cubicBezTo>
                      <a:pt x="710" y="15003"/>
                      <a:pt x="812" y="15054"/>
                      <a:pt x="882" y="15104"/>
                    </a:cubicBezTo>
                    <a:cubicBezTo>
                      <a:pt x="963" y="15155"/>
                      <a:pt x="1024" y="15206"/>
                      <a:pt x="1126" y="15237"/>
                    </a:cubicBezTo>
                    <a:cubicBezTo>
                      <a:pt x="1268" y="15277"/>
                      <a:pt x="1410" y="15318"/>
                      <a:pt x="1552" y="15338"/>
                    </a:cubicBezTo>
                    <a:cubicBezTo>
                      <a:pt x="1599" y="15341"/>
                      <a:pt x="1648" y="15342"/>
                      <a:pt x="1696" y="15342"/>
                    </a:cubicBezTo>
                    <a:cubicBezTo>
                      <a:pt x="1794" y="15342"/>
                      <a:pt x="1894" y="15338"/>
                      <a:pt x="1988" y="15338"/>
                    </a:cubicBezTo>
                    <a:cubicBezTo>
                      <a:pt x="2140" y="15338"/>
                      <a:pt x="2201" y="15348"/>
                      <a:pt x="2302" y="15460"/>
                    </a:cubicBezTo>
                    <a:cubicBezTo>
                      <a:pt x="2383" y="15541"/>
                      <a:pt x="2455" y="15632"/>
                      <a:pt x="2495" y="15723"/>
                    </a:cubicBezTo>
                    <a:cubicBezTo>
                      <a:pt x="2516" y="15794"/>
                      <a:pt x="2525" y="15835"/>
                      <a:pt x="2566" y="15896"/>
                    </a:cubicBezTo>
                    <a:cubicBezTo>
                      <a:pt x="2597" y="15936"/>
                      <a:pt x="2617" y="15956"/>
                      <a:pt x="2637" y="16007"/>
                    </a:cubicBezTo>
                    <a:cubicBezTo>
                      <a:pt x="2688" y="16129"/>
                      <a:pt x="2749" y="16251"/>
                      <a:pt x="2809" y="16373"/>
                    </a:cubicBezTo>
                    <a:cubicBezTo>
                      <a:pt x="2942" y="16626"/>
                      <a:pt x="3043" y="16900"/>
                      <a:pt x="3165" y="17164"/>
                    </a:cubicBezTo>
                    <a:cubicBezTo>
                      <a:pt x="3276" y="17123"/>
                      <a:pt x="3388" y="17083"/>
                      <a:pt x="3469" y="17002"/>
                    </a:cubicBezTo>
                    <a:cubicBezTo>
                      <a:pt x="3479" y="16991"/>
                      <a:pt x="3510" y="16950"/>
                      <a:pt x="3530" y="16941"/>
                    </a:cubicBezTo>
                    <a:cubicBezTo>
                      <a:pt x="3591" y="16890"/>
                      <a:pt x="3702" y="16860"/>
                      <a:pt x="3773" y="16829"/>
                    </a:cubicBezTo>
                    <a:cubicBezTo>
                      <a:pt x="3956" y="16758"/>
                      <a:pt x="4128" y="16748"/>
                      <a:pt x="4290" y="16636"/>
                    </a:cubicBezTo>
                    <a:cubicBezTo>
                      <a:pt x="4423" y="16545"/>
                      <a:pt x="4524" y="16423"/>
                      <a:pt x="4595" y="16292"/>
                    </a:cubicBezTo>
                    <a:cubicBezTo>
                      <a:pt x="4666" y="16170"/>
                      <a:pt x="4737" y="16048"/>
                      <a:pt x="4788" y="15916"/>
                    </a:cubicBezTo>
                    <a:cubicBezTo>
                      <a:pt x="4838" y="15814"/>
                      <a:pt x="4849" y="15713"/>
                      <a:pt x="4930" y="15622"/>
                    </a:cubicBezTo>
                    <a:cubicBezTo>
                      <a:pt x="5000" y="15541"/>
                      <a:pt x="5092" y="15510"/>
                      <a:pt x="5183" y="15449"/>
                    </a:cubicBezTo>
                    <a:cubicBezTo>
                      <a:pt x="5203" y="15439"/>
                      <a:pt x="5244" y="15388"/>
                      <a:pt x="5275" y="15368"/>
                    </a:cubicBezTo>
                    <a:cubicBezTo>
                      <a:pt x="5378" y="15313"/>
                      <a:pt x="5506" y="15307"/>
                      <a:pt x="5625" y="15307"/>
                    </a:cubicBezTo>
                    <a:cubicBezTo>
                      <a:pt x="5658" y="15307"/>
                      <a:pt x="5690" y="15307"/>
                      <a:pt x="5721" y="15307"/>
                    </a:cubicBezTo>
                    <a:cubicBezTo>
                      <a:pt x="5766" y="15302"/>
                      <a:pt x="5809" y="15300"/>
                      <a:pt x="5853" y="15300"/>
                    </a:cubicBezTo>
                    <a:cubicBezTo>
                      <a:pt x="5896" y="15300"/>
                      <a:pt x="5939" y="15302"/>
                      <a:pt x="5985" y="15307"/>
                    </a:cubicBezTo>
                    <a:lnTo>
                      <a:pt x="6289" y="15307"/>
                    </a:lnTo>
                    <a:cubicBezTo>
                      <a:pt x="6411" y="15297"/>
                      <a:pt x="6472" y="15237"/>
                      <a:pt x="6553" y="15165"/>
                    </a:cubicBezTo>
                    <a:cubicBezTo>
                      <a:pt x="6593" y="15125"/>
                      <a:pt x="6644" y="15084"/>
                      <a:pt x="6684" y="15034"/>
                    </a:cubicBezTo>
                    <a:cubicBezTo>
                      <a:pt x="6705" y="15013"/>
                      <a:pt x="6725" y="14973"/>
                      <a:pt x="6745" y="14953"/>
                    </a:cubicBezTo>
                    <a:cubicBezTo>
                      <a:pt x="6816" y="14871"/>
                      <a:pt x="6948" y="14841"/>
                      <a:pt x="7029" y="14770"/>
                    </a:cubicBezTo>
                    <a:cubicBezTo>
                      <a:pt x="7121" y="14689"/>
                      <a:pt x="7222" y="14608"/>
                      <a:pt x="7303" y="14516"/>
                    </a:cubicBezTo>
                    <a:cubicBezTo>
                      <a:pt x="7374" y="14435"/>
                      <a:pt x="7415" y="14324"/>
                      <a:pt x="7527" y="14273"/>
                    </a:cubicBezTo>
                    <a:cubicBezTo>
                      <a:pt x="7580" y="14250"/>
                      <a:pt x="7643" y="14238"/>
                      <a:pt x="7707" y="14238"/>
                    </a:cubicBezTo>
                    <a:cubicBezTo>
                      <a:pt x="7814" y="14238"/>
                      <a:pt x="7923" y="14270"/>
                      <a:pt x="7993" y="14333"/>
                    </a:cubicBezTo>
                    <a:cubicBezTo>
                      <a:pt x="8064" y="14405"/>
                      <a:pt x="8104" y="14486"/>
                      <a:pt x="8165" y="14557"/>
                    </a:cubicBezTo>
                    <a:cubicBezTo>
                      <a:pt x="8257" y="14669"/>
                      <a:pt x="8419" y="14729"/>
                      <a:pt x="8510" y="14841"/>
                    </a:cubicBezTo>
                    <a:cubicBezTo>
                      <a:pt x="8561" y="14901"/>
                      <a:pt x="8571" y="14993"/>
                      <a:pt x="8611" y="15064"/>
                    </a:cubicBezTo>
                    <a:cubicBezTo>
                      <a:pt x="8632" y="15095"/>
                      <a:pt x="8663" y="15135"/>
                      <a:pt x="8683" y="15165"/>
                    </a:cubicBezTo>
                    <a:cubicBezTo>
                      <a:pt x="8764" y="15237"/>
                      <a:pt x="8814" y="15297"/>
                      <a:pt x="8875" y="15399"/>
                    </a:cubicBezTo>
                    <a:cubicBezTo>
                      <a:pt x="8967" y="15541"/>
                      <a:pt x="9058" y="15703"/>
                      <a:pt x="9240" y="15744"/>
                    </a:cubicBezTo>
                    <a:cubicBezTo>
                      <a:pt x="9626" y="15825"/>
                      <a:pt x="10022" y="15825"/>
                      <a:pt x="10407" y="15825"/>
                    </a:cubicBezTo>
                    <a:cubicBezTo>
                      <a:pt x="10529" y="15825"/>
                      <a:pt x="10630" y="15845"/>
                      <a:pt x="10732" y="15865"/>
                    </a:cubicBezTo>
                    <a:cubicBezTo>
                      <a:pt x="10691" y="15784"/>
                      <a:pt x="10630" y="15703"/>
                      <a:pt x="10559" y="15632"/>
                    </a:cubicBezTo>
                    <a:cubicBezTo>
                      <a:pt x="10397" y="15460"/>
                      <a:pt x="10306" y="15521"/>
                      <a:pt x="10083" y="15460"/>
                    </a:cubicBezTo>
                    <a:cubicBezTo>
                      <a:pt x="9666" y="15327"/>
                      <a:pt x="8967" y="15095"/>
                      <a:pt x="8814" y="14617"/>
                    </a:cubicBezTo>
                    <a:cubicBezTo>
                      <a:pt x="8713" y="14303"/>
                      <a:pt x="8814" y="13796"/>
                      <a:pt x="8814" y="13472"/>
                    </a:cubicBezTo>
                    <a:lnTo>
                      <a:pt x="8814" y="12934"/>
                    </a:lnTo>
                    <a:cubicBezTo>
                      <a:pt x="8825" y="12568"/>
                      <a:pt x="8825" y="12457"/>
                      <a:pt x="8561" y="12214"/>
                    </a:cubicBezTo>
                    <a:cubicBezTo>
                      <a:pt x="8277" y="11950"/>
                      <a:pt x="7962" y="11696"/>
                      <a:pt x="7759" y="11362"/>
                    </a:cubicBezTo>
                    <a:cubicBezTo>
                      <a:pt x="7678" y="11240"/>
                      <a:pt x="7608" y="11118"/>
                      <a:pt x="7536" y="11006"/>
                    </a:cubicBezTo>
                    <a:cubicBezTo>
                      <a:pt x="7475" y="10915"/>
                      <a:pt x="7394" y="10855"/>
                      <a:pt x="7364" y="10743"/>
                    </a:cubicBezTo>
                    <a:cubicBezTo>
                      <a:pt x="7333" y="10682"/>
                      <a:pt x="7364" y="10580"/>
                      <a:pt x="7333" y="10510"/>
                    </a:cubicBezTo>
                    <a:cubicBezTo>
                      <a:pt x="7273" y="10377"/>
                      <a:pt x="7161" y="10347"/>
                      <a:pt x="7070" y="10246"/>
                    </a:cubicBezTo>
                    <a:cubicBezTo>
                      <a:pt x="6999" y="10175"/>
                      <a:pt x="6959" y="10063"/>
                      <a:pt x="6887" y="9982"/>
                    </a:cubicBezTo>
                    <a:cubicBezTo>
                      <a:pt x="6776" y="9850"/>
                      <a:pt x="6664" y="9789"/>
                      <a:pt x="6614" y="9627"/>
                    </a:cubicBezTo>
                    <a:cubicBezTo>
                      <a:pt x="6492" y="9282"/>
                      <a:pt x="6319" y="8968"/>
                      <a:pt x="6197" y="8612"/>
                    </a:cubicBezTo>
                    <a:cubicBezTo>
                      <a:pt x="6066" y="8217"/>
                      <a:pt x="5954" y="7760"/>
                      <a:pt x="5964" y="7345"/>
                    </a:cubicBezTo>
                    <a:cubicBezTo>
                      <a:pt x="5974" y="6960"/>
                      <a:pt x="6258" y="6645"/>
                      <a:pt x="6451" y="6320"/>
                    </a:cubicBezTo>
                    <a:cubicBezTo>
                      <a:pt x="6563" y="6148"/>
                      <a:pt x="6664" y="5945"/>
                      <a:pt x="6695" y="5732"/>
                    </a:cubicBezTo>
                    <a:cubicBezTo>
                      <a:pt x="6735" y="5529"/>
                      <a:pt x="6684" y="5316"/>
                      <a:pt x="6715" y="5103"/>
                    </a:cubicBezTo>
                    <a:cubicBezTo>
                      <a:pt x="6776" y="4728"/>
                      <a:pt x="7009" y="4393"/>
                      <a:pt x="7080" y="4028"/>
                    </a:cubicBezTo>
                    <a:cubicBezTo>
                      <a:pt x="7121" y="3845"/>
                      <a:pt x="7121" y="3632"/>
                      <a:pt x="7141" y="3439"/>
                    </a:cubicBezTo>
                    <a:cubicBezTo>
                      <a:pt x="7151" y="3348"/>
                      <a:pt x="7121" y="2790"/>
                      <a:pt x="7182" y="2628"/>
                    </a:cubicBezTo>
                    <a:cubicBezTo>
                      <a:pt x="7273" y="2436"/>
                      <a:pt x="7405" y="2384"/>
                      <a:pt x="7445" y="2131"/>
                    </a:cubicBezTo>
                    <a:cubicBezTo>
                      <a:pt x="7486" y="1837"/>
                      <a:pt x="7536" y="1553"/>
                      <a:pt x="7617" y="1269"/>
                    </a:cubicBezTo>
                    <a:cubicBezTo>
                      <a:pt x="7689" y="1056"/>
                      <a:pt x="7780" y="873"/>
                      <a:pt x="7841" y="671"/>
                    </a:cubicBezTo>
                    <a:cubicBezTo>
                      <a:pt x="7881" y="569"/>
                      <a:pt x="7892" y="468"/>
                      <a:pt x="7892" y="376"/>
                    </a:cubicBezTo>
                    <a:cubicBezTo>
                      <a:pt x="7759" y="133"/>
                      <a:pt x="7567" y="1"/>
                      <a:pt x="7263" y="1"/>
                    </a:cubicBezTo>
                    <a:cubicBezTo>
                      <a:pt x="7255" y="1"/>
                      <a:pt x="7248" y="1"/>
                      <a:pt x="7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5" name="Google Shape;53945;p60"/>
              <p:cNvSpPr/>
              <p:nvPr/>
            </p:nvSpPr>
            <p:spPr>
              <a:xfrm>
                <a:off x="5538388" y="1102425"/>
                <a:ext cx="229550" cy="426825"/>
              </a:xfrm>
              <a:custGeom>
                <a:avLst/>
                <a:gdLst/>
                <a:ahLst/>
                <a:cxnLst/>
                <a:rect l="l" t="t" r="r" b="b"/>
                <a:pathLst>
                  <a:path w="9182" h="17073" extrusionOk="0">
                    <a:moveTo>
                      <a:pt x="1939" y="0"/>
                    </a:moveTo>
                    <a:cubicBezTo>
                      <a:pt x="1939" y="92"/>
                      <a:pt x="1928" y="193"/>
                      <a:pt x="1888" y="295"/>
                    </a:cubicBezTo>
                    <a:cubicBezTo>
                      <a:pt x="1827" y="497"/>
                      <a:pt x="1736" y="680"/>
                      <a:pt x="1664" y="893"/>
                    </a:cubicBezTo>
                    <a:cubicBezTo>
                      <a:pt x="1583" y="1177"/>
                      <a:pt x="1533" y="1461"/>
                      <a:pt x="1492" y="1755"/>
                    </a:cubicBezTo>
                    <a:cubicBezTo>
                      <a:pt x="1452" y="2008"/>
                      <a:pt x="1320" y="2060"/>
                      <a:pt x="1229" y="2252"/>
                    </a:cubicBezTo>
                    <a:cubicBezTo>
                      <a:pt x="1168" y="2414"/>
                      <a:pt x="1198" y="2972"/>
                      <a:pt x="1188" y="3063"/>
                    </a:cubicBezTo>
                    <a:cubicBezTo>
                      <a:pt x="1168" y="3256"/>
                      <a:pt x="1168" y="3469"/>
                      <a:pt x="1127" y="3652"/>
                    </a:cubicBezTo>
                    <a:cubicBezTo>
                      <a:pt x="1056" y="4017"/>
                      <a:pt x="823" y="4352"/>
                      <a:pt x="762" y="4727"/>
                    </a:cubicBezTo>
                    <a:cubicBezTo>
                      <a:pt x="731" y="4940"/>
                      <a:pt x="782" y="5153"/>
                      <a:pt x="742" y="5356"/>
                    </a:cubicBezTo>
                    <a:cubicBezTo>
                      <a:pt x="711" y="5569"/>
                      <a:pt x="610" y="5772"/>
                      <a:pt x="498" y="5944"/>
                    </a:cubicBezTo>
                    <a:cubicBezTo>
                      <a:pt x="305" y="6269"/>
                      <a:pt x="21" y="6584"/>
                      <a:pt x="11" y="6969"/>
                    </a:cubicBezTo>
                    <a:cubicBezTo>
                      <a:pt x="1" y="7384"/>
                      <a:pt x="113" y="7841"/>
                      <a:pt x="244" y="8236"/>
                    </a:cubicBezTo>
                    <a:cubicBezTo>
                      <a:pt x="366" y="8592"/>
                      <a:pt x="539" y="8906"/>
                      <a:pt x="661" y="9251"/>
                    </a:cubicBezTo>
                    <a:cubicBezTo>
                      <a:pt x="711" y="9413"/>
                      <a:pt x="823" y="9474"/>
                      <a:pt x="934" y="9606"/>
                    </a:cubicBezTo>
                    <a:cubicBezTo>
                      <a:pt x="1006" y="9687"/>
                      <a:pt x="1046" y="9799"/>
                      <a:pt x="1117" y="9870"/>
                    </a:cubicBezTo>
                    <a:cubicBezTo>
                      <a:pt x="1208" y="9971"/>
                      <a:pt x="1320" y="10001"/>
                      <a:pt x="1380" y="10134"/>
                    </a:cubicBezTo>
                    <a:cubicBezTo>
                      <a:pt x="1411" y="10204"/>
                      <a:pt x="1380" y="10306"/>
                      <a:pt x="1411" y="10367"/>
                    </a:cubicBezTo>
                    <a:cubicBezTo>
                      <a:pt x="1441" y="10479"/>
                      <a:pt x="1522" y="10539"/>
                      <a:pt x="1583" y="10630"/>
                    </a:cubicBezTo>
                    <a:cubicBezTo>
                      <a:pt x="1655" y="10742"/>
                      <a:pt x="1725" y="10864"/>
                      <a:pt x="1806" y="10986"/>
                    </a:cubicBezTo>
                    <a:cubicBezTo>
                      <a:pt x="2009" y="11320"/>
                      <a:pt x="2324" y="11574"/>
                      <a:pt x="2608" y="11838"/>
                    </a:cubicBezTo>
                    <a:cubicBezTo>
                      <a:pt x="2872" y="12081"/>
                      <a:pt x="2872" y="12192"/>
                      <a:pt x="2861" y="12558"/>
                    </a:cubicBezTo>
                    <a:lnTo>
                      <a:pt x="2861" y="13096"/>
                    </a:lnTo>
                    <a:cubicBezTo>
                      <a:pt x="2861" y="13420"/>
                      <a:pt x="2760" y="13927"/>
                      <a:pt x="2861" y="14241"/>
                    </a:cubicBezTo>
                    <a:cubicBezTo>
                      <a:pt x="3014" y="14719"/>
                      <a:pt x="3713" y="14951"/>
                      <a:pt x="4130" y="15084"/>
                    </a:cubicBezTo>
                    <a:cubicBezTo>
                      <a:pt x="4353" y="15145"/>
                      <a:pt x="4444" y="15084"/>
                      <a:pt x="4606" y="15256"/>
                    </a:cubicBezTo>
                    <a:cubicBezTo>
                      <a:pt x="4677" y="15327"/>
                      <a:pt x="4738" y="15408"/>
                      <a:pt x="4779" y="15489"/>
                    </a:cubicBezTo>
                    <a:lnTo>
                      <a:pt x="4870" y="15520"/>
                    </a:lnTo>
                    <a:cubicBezTo>
                      <a:pt x="5073" y="15571"/>
                      <a:pt x="5286" y="15550"/>
                      <a:pt x="5489" y="15631"/>
                    </a:cubicBezTo>
                    <a:cubicBezTo>
                      <a:pt x="5580" y="15672"/>
                      <a:pt x="5671" y="15702"/>
                      <a:pt x="5762" y="15743"/>
                    </a:cubicBezTo>
                    <a:cubicBezTo>
                      <a:pt x="5904" y="15804"/>
                      <a:pt x="6057" y="16006"/>
                      <a:pt x="6158" y="16118"/>
                    </a:cubicBezTo>
                    <a:cubicBezTo>
                      <a:pt x="6199" y="16159"/>
                      <a:pt x="6229" y="16169"/>
                      <a:pt x="6280" y="16200"/>
                    </a:cubicBezTo>
                    <a:cubicBezTo>
                      <a:pt x="6361" y="16250"/>
                      <a:pt x="6402" y="16290"/>
                      <a:pt x="6472" y="16362"/>
                    </a:cubicBezTo>
                    <a:cubicBezTo>
                      <a:pt x="6524" y="16423"/>
                      <a:pt x="6625" y="16534"/>
                      <a:pt x="6706" y="16574"/>
                    </a:cubicBezTo>
                    <a:cubicBezTo>
                      <a:pt x="6787" y="16605"/>
                      <a:pt x="6848" y="16605"/>
                      <a:pt x="6939" y="16615"/>
                    </a:cubicBezTo>
                    <a:cubicBezTo>
                      <a:pt x="7099" y="16643"/>
                      <a:pt x="7267" y="16750"/>
                      <a:pt x="7435" y="16750"/>
                    </a:cubicBezTo>
                    <a:cubicBezTo>
                      <a:pt x="7449" y="16750"/>
                      <a:pt x="7463" y="16749"/>
                      <a:pt x="7477" y="16747"/>
                    </a:cubicBezTo>
                    <a:cubicBezTo>
                      <a:pt x="7549" y="16733"/>
                      <a:pt x="7605" y="16719"/>
                      <a:pt x="7668" y="16719"/>
                    </a:cubicBezTo>
                    <a:cubicBezTo>
                      <a:pt x="7694" y="16719"/>
                      <a:pt x="7721" y="16721"/>
                      <a:pt x="7750" y="16727"/>
                    </a:cubicBezTo>
                    <a:cubicBezTo>
                      <a:pt x="7862" y="16757"/>
                      <a:pt x="7964" y="16858"/>
                      <a:pt x="8034" y="16940"/>
                    </a:cubicBezTo>
                    <a:cubicBezTo>
                      <a:pt x="8081" y="16993"/>
                      <a:pt x="8128" y="17072"/>
                      <a:pt x="8188" y="17072"/>
                    </a:cubicBezTo>
                    <a:cubicBezTo>
                      <a:pt x="8220" y="17072"/>
                      <a:pt x="8256" y="17050"/>
                      <a:pt x="8298" y="16991"/>
                    </a:cubicBezTo>
                    <a:cubicBezTo>
                      <a:pt x="8370" y="16889"/>
                      <a:pt x="8410" y="16656"/>
                      <a:pt x="8430" y="16544"/>
                    </a:cubicBezTo>
                    <a:cubicBezTo>
                      <a:pt x="8481" y="16342"/>
                      <a:pt x="8521" y="16260"/>
                      <a:pt x="8654" y="16088"/>
                    </a:cubicBezTo>
                    <a:cubicBezTo>
                      <a:pt x="8816" y="15895"/>
                      <a:pt x="8958" y="15672"/>
                      <a:pt x="9080" y="15449"/>
                    </a:cubicBezTo>
                    <a:cubicBezTo>
                      <a:pt x="9110" y="15377"/>
                      <a:pt x="9150" y="15327"/>
                      <a:pt x="9181" y="15266"/>
                    </a:cubicBezTo>
                    <a:lnTo>
                      <a:pt x="9029" y="15084"/>
                    </a:lnTo>
                    <a:cubicBezTo>
                      <a:pt x="9019" y="15073"/>
                      <a:pt x="9008" y="15053"/>
                      <a:pt x="8999" y="15043"/>
                    </a:cubicBezTo>
                    <a:cubicBezTo>
                      <a:pt x="8958" y="14992"/>
                      <a:pt x="8917" y="14931"/>
                      <a:pt x="8877" y="14881"/>
                    </a:cubicBezTo>
                    <a:cubicBezTo>
                      <a:pt x="8866" y="14861"/>
                      <a:pt x="8846" y="14850"/>
                      <a:pt x="8836" y="14830"/>
                    </a:cubicBezTo>
                    <a:cubicBezTo>
                      <a:pt x="8796" y="14779"/>
                      <a:pt x="8765" y="14719"/>
                      <a:pt x="8724" y="14667"/>
                    </a:cubicBezTo>
                    <a:cubicBezTo>
                      <a:pt x="8714" y="14647"/>
                      <a:pt x="8704" y="14627"/>
                      <a:pt x="8684" y="14617"/>
                    </a:cubicBezTo>
                    <a:cubicBezTo>
                      <a:pt x="8643" y="14536"/>
                      <a:pt x="8593" y="14465"/>
                      <a:pt x="8562" y="14394"/>
                    </a:cubicBezTo>
                    <a:cubicBezTo>
                      <a:pt x="8248" y="13836"/>
                      <a:pt x="8410" y="13177"/>
                      <a:pt x="8370" y="12578"/>
                    </a:cubicBezTo>
                    <a:cubicBezTo>
                      <a:pt x="8349" y="12314"/>
                      <a:pt x="8237" y="12071"/>
                      <a:pt x="8197" y="11797"/>
                    </a:cubicBezTo>
                    <a:cubicBezTo>
                      <a:pt x="8126" y="11280"/>
                      <a:pt x="8309" y="10732"/>
                      <a:pt x="8146" y="10225"/>
                    </a:cubicBezTo>
                    <a:cubicBezTo>
                      <a:pt x="7933" y="9586"/>
                      <a:pt x="7497" y="9535"/>
                      <a:pt x="6909" y="9454"/>
                    </a:cubicBezTo>
                    <a:cubicBezTo>
                      <a:pt x="6138" y="9332"/>
                      <a:pt x="5529" y="8987"/>
                      <a:pt x="4982" y="8430"/>
                    </a:cubicBezTo>
                    <a:cubicBezTo>
                      <a:pt x="4565" y="8004"/>
                      <a:pt x="4170" y="7668"/>
                      <a:pt x="4139" y="7091"/>
                    </a:cubicBezTo>
                    <a:cubicBezTo>
                      <a:pt x="4119" y="6807"/>
                      <a:pt x="4150" y="6502"/>
                      <a:pt x="4150" y="6218"/>
                    </a:cubicBezTo>
                    <a:cubicBezTo>
                      <a:pt x="4150" y="6015"/>
                      <a:pt x="4231" y="5508"/>
                      <a:pt x="4160" y="5305"/>
                    </a:cubicBezTo>
                    <a:cubicBezTo>
                      <a:pt x="4089" y="5072"/>
                      <a:pt x="3866" y="4961"/>
                      <a:pt x="3765" y="4747"/>
                    </a:cubicBezTo>
                    <a:cubicBezTo>
                      <a:pt x="3683" y="4565"/>
                      <a:pt x="3713" y="4402"/>
                      <a:pt x="3602" y="4210"/>
                    </a:cubicBezTo>
                    <a:cubicBezTo>
                      <a:pt x="3420" y="3895"/>
                      <a:pt x="3217" y="3622"/>
                      <a:pt x="3054" y="3297"/>
                    </a:cubicBezTo>
                    <a:cubicBezTo>
                      <a:pt x="2852" y="2891"/>
                      <a:pt x="2446" y="2506"/>
                      <a:pt x="2314" y="2080"/>
                    </a:cubicBezTo>
                    <a:cubicBezTo>
                      <a:pt x="2232" y="1826"/>
                      <a:pt x="2354" y="1512"/>
                      <a:pt x="2314" y="1248"/>
                    </a:cubicBezTo>
                    <a:cubicBezTo>
                      <a:pt x="2263" y="913"/>
                      <a:pt x="2172" y="487"/>
                      <a:pt x="2030" y="162"/>
                    </a:cubicBezTo>
                    <a:cubicBezTo>
                      <a:pt x="2000" y="101"/>
                      <a:pt x="1969" y="51"/>
                      <a:pt x="19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6" name="Google Shape;53946;p60"/>
              <p:cNvSpPr/>
              <p:nvPr/>
            </p:nvSpPr>
            <p:spPr>
              <a:xfrm>
                <a:off x="5538663" y="1102425"/>
                <a:ext cx="229275" cy="426800"/>
              </a:xfrm>
              <a:custGeom>
                <a:avLst/>
                <a:gdLst/>
                <a:ahLst/>
                <a:cxnLst/>
                <a:rect l="l" t="t" r="r" b="b"/>
                <a:pathLst>
                  <a:path w="9171" h="17072" extrusionOk="0">
                    <a:moveTo>
                      <a:pt x="1928" y="0"/>
                    </a:moveTo>
                    <a:cubicBezTo>
                      <a:pt x="1928" y="92"/>
                      <a:pt x="1917" y="193"/>
                      <a:pt x="1877" y="295"/>
                    </a:cubicBezTo>
                    <a:cubicBezTo>
                      <a:pt x="1816" y="497"/>
                      <a:pt x="1725" y="680"/>
                      <a:pt x="1653" y="893"/>
                    </a:cubicBezTo>
                    <a:cubicBezTo>
                      <a:pt x="1572" y="1177"/>
                      <a:pt x="1522" y="1461"/>
                      <a:pt x="1481" y="1755"/>
                    </a:cubicBezTo>
                    <a:cubicBezTo>
                      <a:pt x="1441" y="2008"/>
                      <a:pt x="1309" y="2060"/>
                      <a:pt x="1218" y="2252"/>
                    </a:cubicBezTo>
                    <a:cubicBezTo>
                      <a:pt x="1177" y="2344"/>
                      <a:pt x="1177" y="2556"/>
                      <a:pt x="1177" y="2739"/>
                    </a:cubicBezTo>
                    <a:lnTo>
                      <a:pt x="1177" y="3002"/>
                    </a:lnTo>
                    <a:lnTo>
                      <a:pt x="1177" y="3063"/>
                    </a:lnTo>
                    <a:cubicBezTo>
                      <a:pt x="1157" y="3256"/>
                      <a:pt x="1157" y="3469"/>
                      <a:pt x="1116" y="3652"/>
                    </a:cubicBezTo>
                    <a:cubicBezTo>
                      <a:pt x="1045" y="4017"/>
                      <a:pt x="812" y="4352"/>
                      <a:pt x="751" y="4727"/>
                    </a:cubicBezTo>
                    <a:cubicBezTo>
                      <a:pt x="741" y="4778"/>
                      <a:pt x="741" y="4839"/>
                      <a:pt x="741" y="4889"/>
                    </a:cubicBezTo>
                    <a:cubicBezTo>
                      <a:pt x="741" y="4991"/>
                      <a:pt x="751" y="5082"/>
                      <a:pt x="751" y="5184"/>
                    </a:cubicBezTo>
                    <a:cubicBezTo>
                      <a:pt x="751" y="5245"/>
                      <a:pt x="741" y="5305"/>
                      <a:pt x="731" y="5356"/>
                    </a:cubicBezTo>
                    <a:cubicBezTo>
                      <a:pt x="700" y="5569"/>
                      <a:pt x="599" y="5772"/>
                      <a:pt x="487" y="5944"/>
                    </a:cubicBezTo>
                    <a:cubicBezTo>
                      <a:pt x="294" y="6269"/>
                      <a:pt x="10" y="6584"/>
                      <a:pt x="0" y="6969"/>
                    </a:cubicBezTo>
                    <a:lnTo>
                      <a:pt x="0" y="7019"/>
                    </a:lnTo>
                    <a:cubicBezTo>
                      <a:pt x="0" y="7425"/>
                      <a:pt x="112" y="7862"/>
                      <a:pt x="233" y="8236"/>
                    </a:cubicBezTo>
                    <a:cubicBezTo>
                      <a:pt x="355" y="8592"/>
                      <a:pt x="528" y="8906"/>
                      <a:pt x="650" y="9251"/>
                    </a:cubicBezTo>
                    <a:cubicBezTo>
                      <a:pt x="700" y="9413"/>
                      <a:pt x="812" y="9474"/>
                      <a:pt x="923" y="9606"/>
                    </a:cubicBezTo>
                    <a:cubicBezTo>
                      <a:pt x="995" y="9687"/>
                      <a:pt x="1035" y="9799"/>
                      <a:pt x="1106" y="9870"/>
                    </a:cubicBezTo>
                    <a:cubicBezTo>
                      <a:pt x="1197" y="9971"/>
                      <a:pt x="1309" y="10001"/>
                      <a:pt x="1369" y="10134"/>
                    </a:cubicBezTo>
                    <a:cubicBezTo>
                      <a:pt x="1400" y="10204"/>
                      <a:pt x="1369" y="10306"/>
                      <a:pt x="1400" y="10367"/>
                    </a:cubicBezTo>
                    <a:cubicBezTo>
                      <a:pt x="1430" y="10479"/>
                      <a:pt x="1511" y="10539"/>
                      <a:pt x="1572" y="10630"/>
                    </a:cubicBezTo>
                    <a:cubicBezTo>
                      <a:pt x="1644" y="10742"/>
                      <a:pt x="1714" y="10864"/>
                      <a:pt x="1795" y="10986"/>
                    </a:cubicBezTo>
                    <a:cubicBezTo>
                      <a:pt x="1998" y="11320"/>
                      <a:pt x="2313" y="11574"/>
                      <a:pt x="2597" y="11838"/>
                    </a:cubicBezTo>
                    <a:cubicBezTo>
                      <a:pt x="2820" y="12050"/>
                      <a:pt x="2850" y="12162"/>
                      <a:pt x="2850" y="12426"/>
                    </a:cubicBezTo>
                    <a:lnTo>
                      <a:pt x="2850" y="12558"/>
                    </a:lnTo>
                    <a:lnTo>
                      <a:pt x="2850" y="12821"/>
                    </a:lnTo>
                    <a:lnTo>
                      <a:pt x="2850" y="13096"/>
                    </a:lnTo>
                    <a:cubicBezTo>
                      <a:pt x="2850" y="13308"/>
                      <a:pt x="2810" y="13603"/>
                      <a:pt x="2810" y="13876"/>
                    </a:cubicBezTo>
                    <a:cubicBezTo>
                      <a:pt x="2810" y="14009"/>
                      <a:pt x="2820" y="14130"/>
                      <a:pt x="2850" y="14241"/>
                    </a:cubicBezTo>
                    <a:cubicBezTo>
                      <a:pt x="3003" y="14719"/>
                      <a:pt x="3702" y="14951"/>
                      <a:pt x="4119" y="15084"/>
                    </a:cubicBezTo>
                    <a:cubicBezTo>
                      <a:pt x="4342" y="15145"/>
                      <a:pt x="4433" y="15084"/>
                      <a:pt x="4595" y="15256"/>
                    </a:cubicBezTo>
                    <a:cubicBezTo>
                      <a:pt x="4666" y="15327"/>
                      <a:pt x="4727" y="15408"/>
                      <a:pt x="4768" y="15489"/>
                    </a:cubicBezTo>
                    <a:lnTo>
                      <a:pt x="4859" y="15520"/>
                    </a:lnTo>
                    <a:cubicBezTo>
                      <a:pt x="5062" y="15571"/>
                      <a:pt x="5275" y="15550"/>
                      <a:pt x="5478" y="15631"/>
                    </a:cubicBezTo>
                    <a:cubicBezTo>
                      <a:pt x="5569" y="15672"/>
                      <a:pt x="5660" y="15702"/>
                      <a:pt x="5751" y="15743"/>
                    </a:cubicBezTo>
                    <a:cubicBezTo>
                      <a:pt x="5893" y="15804"/>
                      <a:pt x="6046" y="16006"/>
                      <a:pt x="6147" y="16118"/>
                    </a:cubicBezTo>
                    <a:cubicBezTo>
                      <a:pt x="6188" y="16159"/>
                      <a:pt x="6218" y="16169"/>
                      <a:pt x="6269" y="16200"/>
                    </a:cubicBezTo>
                    <a:cubicBezTo>
                      <a:pt x="6350" y="16250"/>
                      <a:pt x="6391" y="16290"/>
                      <a:pt x="6461" y="16362"/>
                    </a:cubicBezTo>
                    <a:cubicBezTo>
                      <a:pt x="6513" y="16423"/>
                      <a:pt x="6614" y="16534"/>
                      <a:pt x="6695" y="16574"/>
                    </a:cubicBezTo>
                    <a:cubicBezTo>
                      <a:pt x="6776" y="16605"/>
                      <a:pt x="6837" y="16605"/>
                      <a:pt x="6928" y="16615"/>
                    </a:cubicBezTo>
                    <a:cubicBezTo>
                      <a:pt x="7090" y="16646"/>
                      <a:pt x="7253" y="16747"/>
                      <a:pt x="7415" y="16747"/>
                    </a:cubicBezTo>
                    <a:lnTo>
                      <a:pt x="7466" y="16747"/>
                    </a:lnTo>
                    <a:cubicBezTo>
                      <a:pt x="7537" y="16737"/>
                      <a:pt x="7588" y="16716"/>
                      <a:pt x="7649" y="16716"/>
                    </a:cubicBezTo>
                    <a:cubicBezTo>
                      <a:pt x="7679" y="16716"/>
                      <a:pt x="7709" y="16727"/>
                      <a:pt x="7739" y="16727"/>
                    </a:cubicBezTo>
                    <a:cubicBezTo>
                      <a:pt x="7851" y="16757"/>
                      <a:pt x="7953" y="16858"/>
                      <a:pt x="8023" y="16940"/>
                    </a:cubicBezTo>
                    <a:cubicBezTo>
                      <a:pt x="8075" y="16991"/>
                      <a:pt x="8115" y="17072"/>
                      <a:pt x="8176" y="17072"/>
                    </a:cubicBezTo>
                    <a:cubicBezTo>
                      <a:pt x="8206" y="17072"/>
                      <a:pt x="8247" y="17052"/>
                      <a:pt x="8287" y="16991"/>
                    </a:cubicBezTo>
                    <a:cubicBezTo>
                      <a:pt x="8359" y="16889"/>
                      <a:pt x="8399" y="16656"/>
                      <a:pt x="8419" y="16544"/>
                    </a:cubicBezTo>
                    <a:cubicBezTo>
                      <a:pt x="8470" y="16342"/>
                      <a:pt x="8510" y="16260"/>
                      <a:pt x="8643" y="16088"/>
                    </a:cubicBezTo>
                    <a:cubicBezTo>
                      <a:pt x="8805" y="15895"/>
                      <a:pt x="8947" y="15672"/>
                      <a:pt x="9069" y="15449"/>
                    </a:cubicBezTo>
                    <a:cubicBezTo>
                      <a:pt x="9099" y="15377"/>
                      <a:pt x="9139" y="15327"/>
                      <a:pt x="9170" y="15266"/>
                    </a:cubicBezTo>
                    <a:lnTo>
                      <a:pt x="9018" y="15084"/>
                    </a:lnTo>
                    <a:cubicBezTo>
                      <a:pt x="9008" y="15073"/>
                      <a:pt x="8997" y="15053"/>
                      <a:pt x="8988" y="15043"/>
                    </a:cubicBezTo>
                    <a:cubicBezTo>
                      <a:pt x="8947" y="14992"/>
                      <a:pt x="8906" y="14931"/>
                      <a:pt x="8866" y="14881"/>
                    </a:cubicBezTo>
                    <a:cubicBezTo>
                      <a:pt x="8855" y="14861"/>
                      <a:pt x="8835" y="14850"/>
                      <a:pt x="8825" y="14830"/>
                    </a:cubicBezTo>
                    <a:cubicBezTo>
                      <a:pt x="8785" y="14779"/>
                      <a:pt x="8754" y="14719"/>
                      <a:pt x="8713" y="14667"/>
                    </a:cubicBezTo>
                    <a:cubicBezTo>
                      <a:pt x="8703" y="14647"/>
                      <a:pt x="8693" y="14627"/>
                      <a:pt x="8673" y="14617"/>
                    </a:cubicBezTo>
                    <a:cubicBezTo>
                      <a:pt x="8632" y="14536"/>
                      <a:pt x="8582" y="14465"/>
                      <a:pt x="8551" y="14394"/>
                    </a:cubicBezTo>
                    <a:cubicBezTo>
                      <a:pt x="8389" y="14099"/>
                      <a:pt x="8348" y="13775"/>
                      <a:pt x="8348" y="13450"/>
                    </a:cubicBezTo>
                    <a:cubicBezTo>
                      <a:pt x="8348" y="13247"/>
                      <a:pt x="8368" y="13044"/>
                      <a:pt x="8368" y="12842"/>
                    </a:cubicBezTo>
                    <a:cubicBezTo>
                      <a:pt x="8368" y="12760"/>
                      <a:pt x="8359" y="12670"/>
                      <a:pt x="8359" y="12578"/>
                    </a:cubicBezTo>
                    <a:cubicBezTo>
                      <a:pt x="8338" y="12314"/>
                      <a:pt x="8226" y="12071"/>
                      <a:pt x="8186" y="11797"/>
                    </a:cubicBezTo>
                    <a:cubicBezTo>
                      <a:pt x="8176" y="11706"/>
                      <a:pt x="8165" y="11604"/>
                      <a:pt x="8165" y="11513"/>
                    </a:cubicBezTo>
                    <a:cubicBezTo>
                      <a:pt x="8165" y="11250"/>
                      <a:pt x="8206" y="10996"/>
                      <a:pt x="8206" y="10732"/>
                    </a:cubicBezTo>
                    <a:cubicBezTo>
                      <a:pt x="8206" y="10560"/>
                      <a:pt x="8186" y="10397"/>
                      <a:pt x="8135" y="10225"/>
                    </a:cubicBezTo>
                    <a:cubicBezTo>
                      <a:pt x="7922" y="9586"/>
                      <a:pt x="7486" y="9535"/>
                      <a:pt x="6898" y="9454"/>
                    </a:cubicBezTo>
                    <a:cubicBezTo>
                      <a:pt x="6127" y="9332"/>
                      <a:pt x="5518" y="8987"/>
                      <a:pt x="4971" y="8430"/>
                    </a:cubicBezTo>
                    <a:cubicBezTo>
                      <a:pt x="4554" y="8004"/>
                      <a:pt x="4159" y="7668"/>
                      <a:pt x="4128" y="7091"/>
                    </a:cubicBezTo>
                    <a:cubicBezTo>
                      <a:pt x="4119" y="7019"/>
                      <a:pt x="4119" y="6958"/>
                      <a:pt x="4119" y="6888"/>
                    </a:cubicBezTo>
                    <a:cubicBezTo>
                      <a:pt x="4119" y="6665"/>
                      <a:pt x="4139" y="6442"/>
                      <a:pt x="4139" y="6218"/>
                    </a:cubicBezTo>
                    <a:lnTo>
                      <a:pt x="4139" y="6208"/>
                    </a:lnTo>
                    <a:cubicBezTo>
                      <a:pt x="4139" y="6066"/>
                      <a:pt x="4180" y="5761"/>
                      <a:pt x="4180" y="5529"/>
                    </a:cubicBezTo>
                    <a:cubicBezTo>
                      <a:pt x="4180" y="5437"/>
                      <a:pt x="4169" y="5356"/>
                      <a:pt x="4149" y="5305"/>
                    </a:cubicBezTo>
                    <a:cubicBezTo>
                      <a:pt x="4078" y="5072"/>
                      <a:pt x="3855" y="4961"/>
                      <a:pt x="3754" y="4747"/>
                    </a:cubicBezTo>
                    <a:cubicBezTo>
                      <a:pt x="3672" y="4565"/>
                      <a:pt x="3702" y="4402"/>
                      <a:pt x="3591" y="4210"/>
                    </a:cubicBezTo>
                    <a:cubicBezTo>
                      <a:pt x="3409" y="3895"/>
                      <a:pt x="3206" y="3622"/>
                      <a:pt x="3043" y="3297"/>
                    </a:cubicBezTo>
                    <a:cubicBezTo>
                      <a:pt x="2841" y="2891"/>
                      <a:pt x="2435" y="2506"/>
                      <a:pt x="2303" y="2080"/>
                    </a:cubicBezTo>
                    <a:cubicBezTo>
                      <a:pt x="2282" y="2019"/>
                      <a:pt x="2273" y="1948"/>
                      <a:pt x="2273" y="1877"/>
                    </a:cubicBezTo>
                    <a:cubicBezTo>
                      <a:pt x="2273" y="1704"/>
                      <a:pt x="2313" y="1532"/>
                      <a:pt x="2313" y="1370"/>
                    </a:cubicBezTo>
                    <a:cubicBezTo>
                      <a:pt x="2313" y="1329"/>
                      <a:pt x="2313" y="1289"/>
                      <a:pt x="2303" y="1248"/>
                    </a:cubicBezTo>
                    <a:cubicBezTo>
                      <a:pt x="2252" y="913"/>
                      <a:pt x="2161" y="487"/>
                      <a:pt x="2019" y="162"/>
                    </a:cubicBezTo>
                    <a:cubicBezTo>
                      <a:pt x="1989" y="101"/>
                      <a:pt x="1958" y="51"/>
                      <a:pt x="19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3947" name="Google Shape;53947;p60"/>
          <p:cNvGrpSpPr/>
          <p:nvPr/>
        </p:nvGrpSpPr>
        <p:grpSpPr>
          <a:xfrm>
            <a:off x="-482942" y="-352850"/>
            <a:ext cx="2880847" cy="1962363"/>
            <a:chOff x="-1822569" y="-273783"/>
            <a:chExt cx="1932028" cy="1316051"/>
          </a:xfrm>
        </p:grpSpPr>
        <p:sp>
          <p:nvSpPr>
            <p:cNvPr id="53948" name="Google Shape;53948;p60"/>
            <p:cNvSpPr/>
            <p:nvPr/>
          </p:nvSpPr>
          <p:spPr>
            <a:xfrm>
              <a:off x="-1716443" y="-185206"/>
              <a:ext cx="1762865" cy="1227474"/>
            </a:xfrm>
            <a:custGeom>
              <a:avLst/>
              <a:gdLst/>
              <a:ahLst/>
              <a:cxnLst/>
              <a:rect l="l" t="t" r="r" b="b"/>
              <a:pathLst>
                <a:path w="23189" h="16099" extrusionOk="0">
                  <a:moveTo>
                    <a:pt x="19445" y="0"/>
                  </a:moveTo>
                  <a:lnTo>
                    <a:pt x="19141" y="275"/>
                  </a:lnTo>
                  <a:cubicBezTo>
                    <a:pt x="19040" y="356"/>
                    <a:pt x="18928" y="447"/>
                    <a:pt x="18847" y="568"/>
                  </a:cubicBezTo>
                  <a:cubicBezTo>
                    <a:pt x="18766" y="680"/>
                    <a:pt x="18715" y="812"/>
                    <a:pt x="18674" y="944"/>
                  </a:cubicBezTo>
                  <a:lnTo>
                    <a:pt x="18532" y="1329"/>
                  </a:lnTo>
                  <a:cubicBezTo>
                    <a:pt x="18350" y="1837"/>
                    <a:pt x="18127" y="2323"/>
                    <a:pt x="17833" y="2770"/>
                  </a:cubicBezTo>
                  <a:cubicBezTo>
                    <a:pt x="17752" y="2892"/>
                    <a:pt x="17680" y="2993"/>
                    <a:pt x="17599" y="3104"/>
                  </a:cubicBezTo>
                  <a:cubicBezTo>
                    <a:pt x="17518" y="3216"/>
                    <a:pt x="17437" y="3338"/>
                    <a:pt x="17366" y="3449"/>
                  </a:cubicBezTo>
                  <a:cubicBezTo>
                    <a:pt x="17214" y="3683"/>
                    <a:pt x="17082" y="3916"/>
                    <a:pt x="16930" y="4129"/>
                  </a:cubicBezTo>
                  <a:cubicBezTo>
                    <a:pt x="16768" y="4342"/>
                    <a:pt x="16605" y="4524"/>
                    <a:pt x="16393" y="4656"/>
                  </a:cubicBezTo>
                  <a:cubicBezTo>
                    <a:pt x="16321" y="4707"/>
                    <a:pt x="16240" y="4747"/>
                    <a:pt x="16159" y="4788"/>
                  </a:cubicBezTo>
                  <a:cubicBezTo>
                    <a:pt x="16179" y="4697"/>
                    <a:pt x="16199" y="4605"/>
                    <a:pt x="16220" y="4504"/>
                  </a:cubicBezTo>
                  <a:cubicBezTo>
                    <a:pt x="16230" y="4443"/>
                    <a:pt x="16240" y="4372"/>
                    <a:pt x="16240" y="4301"/>
                  </a:cubicBezTo>
                  <a:lnTo>
                    <a:pt x="16251" y="4118"/>
                  </a:lnTo>
                  <a:cubicBezTo>
                    <a:pt x="16251" y="4068"/>
                    <a:pt x="16260" y="4017"/>
                    <a:pt x="16271" y="3967"/>
                  </a:cubicBezTo>
                  <a:lnTo>
                    <a:pt x="16311" y="3784"/>
                  </a:lnTo>
                  <a:cubicBezTo>
                    <a:pt x="16321" y="3723"/>
                    <a:pt x="16332" y="3642"/>
                    <a:pt x="16332" y="3571"/>
                  </a:cubicBezTo>
                  <a:cubicBezTo>
                    <a:pt x="16332" y="3500"/>
                    <a:pt x="16311" y="3429"/>
                    <a:pt x="16301" y="3368"/>
                  </a:cubicBezTo>
                  <a:cubicBezTo>
                    <a:pt x="16271" y="3246"/>
                    <a:pt x="16230" y="3124"/>
                    <a:pt x="16190" y="3013"/>
                  </a:cubicBezTo>
                  <a:cubicBezTo>
                    <a:pt x="16149" y="2892"/>
                    <a:pt x="16098" y="2790"/>
                    <a:pt x="16088" y="2668"/>
                  </a:cubicBezTo>
                  <a:cubicBezTo>
                    <a:pt x="16078" y="2556"/>
                    <a:pt x="16098" y="2425"/>
                    <a:pt x="16057" y="2303"/>
                  </a:cubicBezTo>
                  <a:lnTo>
                    <a:pt x="16057" y="2303"/>
                  </a:lnTo>
                  <a:cubicBezTo>
                    <a:pt x="16078" y="2425"/>
                    <a:pt x="16037" y="2547"/>
                    <a:pt x="16027" y="2668"/>
                  </a:cubicBezTo>
                  <a:cubicBezTo>
                    <a:pt x="16017" y="2800"/>
                    <a:pt x="16048" y="2932"/>
                    <a:pt x="16057" y="3043"/>
                  </a:cubicBezTo>
                  <a:cubicBezTo>
                    <a:pt x="16088" y="3287"/>
                    <a:pt x="16139" y="3530"/>
                    <a:pt x="16057" y="3703"/>
                  </a:cubicBezTo>
                  <a:lnTo>
                    <a:pt x="15976" y="3875"/>
                  </a:lnTo>
                  <a:cubicBezTo>
                    <a:pt x="15956" y="3936"/>
                    <a:pt x="15936" y="4007"/>
                    <a:pt x="15915" y="4068"/>
                  </a:cubicBezTo>
                  <a:lnTo>
                    <a:pt x="15875" y="4251"/>
                  </a:lnTo>
                  <a:cubicBezTo>
                    <a:pt x="15865" y="4301"/>
                    <a:pt x="15845" y="4352"/>
                    <a:pt x="15825" y="4402"/>
                  </a:cubicBezTo>
                  <a:cubicBezTo>
                    <a:pt x="15764" y="4585"/>
                    <a:pt x="15672" y="4778"/>
                    <a:pt x="15591" y="4991"/>
                  </a:cubicBezTo>
                  <a:cubicBezTo>
                    <a:pt x="15510" y="5011"/>
                    <a:pt x="15429" y="5031"/>
                    <a:pt x="15338" y="5042"/>
                  </a:cubicBezTo>
                  <a:cubicBezTo>
                    <a:pt x="15277" y="5052"/>
                    <a:pt x="15226" y="5052"/>
                    <a:pt x="15175" y="5052"/>
                  </a:cubicBezTo>
                  <a:cubicBezTo>
                    <a:pt x="15115" y="5052"/>
                    <a:pt x="15063" y="5042"/>
                    <a:pt x="15003" y="5031"/>
                  </a:cubicBezTo>
                  <a:cubicBezTo>
                    <a:pt x="14781" y="5004"/>
                    <a:pt x="14534" y="4918"/>
                    <a:pt x="14224" y="4918"/>
                  </a:cubicBezTo>
                  <a:cubicBezTo>
                    <a:pt x="14193" y="4918"/>
                    <a:pt x="14162" y="4918"/>
                    <a:pt x="14130" y="4920"/>
                  </a:cubicBezTo>
                  <a:cubicBezTo>
                    <a:pt x="13796" y="4961"/>
                    <a:pt x="13532" y="5072"/>
                    <a:pt x="13268" y="5164"/>
                  </a:cubicBezTo>
                  <a:cubicBezTo>
                    <a:pt x="13156" y="5204"/>
                    <a:pt x="12994" y="5265"/>
                    <a:pt x="12852" y="5346"/>
                  </a:cubicBezTo>
                  <a:cubicBezTo>
                    <a:pt x="12721" y="5427"/>
                    <a:pt x="12588" y="5529"/>
                    <a:pt x="12467" y="5640"/>
                  </a:cubicBezTo>
                  <a:cubicBezTo>
                    <a:pt x="12234" y="5863"/>
                    <a:pt x="12051" y="6137"/>
                    <a:pt x="11930" y="6421"/>
                  </a:cubicBezTo>
                  <a:cubicBezTo>
                    <a:pt x="11869" y="6553"/>
                    <a:pt x="11818" y="6705"/>
                    <a:pt x="11788" y="6776"/>
                  </a:cubicBezTo>
                  <a:cubicBezTo>
                    <a:pt x="11767" y="6817"/>
                    <a:pt x="11747" y="6837"/>
                    <a:pt x="11727" y="6857"/>
                  </a:cubicBezTo>
                  <a:cubicBezTo>
                    <a:pt x="11706" y="6877"/>
                    <a:pt x="11676" y="6908"/>
                    <a:pt x="11635" y="6929"/>
                  </a:cubicBezTo>
                  <a:cubicBezTo>
                    <a:pt x="11594" y="6959"/>
                    <a:pt x="11544" y="6979"/>
                    <a:pt x="11493" y="7010"/>
                  </a:cubicBezTo>
                  <a:lnTo>
                    <a:pt x="11301" y="7111"/>
                  </a:lnTo>
                  <a:cubicBezTo>
                    <a:pt x="11179" y="7182"/>
                    <a:pt x="11057" y="7253"/>
                    <a:pt x="10935" y="7314"/>
                  </a:cubicBezTo>
                  <a:cubicBezTo>
                    <a:pt x="10702" y="7456"/>
                    <a:pt x="10469" y="7588"/>
                    <a:pt x="10246" y="7709"/>
                  </a:cubicBezTo>
                  <a:cubicBezTo>
                    <a:pt x="10124" y="7770"/>
                    <a:pt x="10023" y="7811"/>
                    <a:pt x="9881" y="7882"/>
                  </a:cubicBezTo>
                  <a:cubicBezTo>
                    <a:pt x="9748" y="7953"/>
                    <a:pt x="9617" y="8024"/>
                    <a:pt x="9495" y="8095"/>
                  </a:cubicBezTo>
                  <a:cubicBezTo>
                    <a:pt x="9252" y="8247"/>
                    <a:pt x="9018" y="8399"/>
                    <a:pt x="8795" y="8531"/>
                  </a:cubicBezTo>
                  <a:cubicBezTo>
                    <a:pt x="8572" y="8673"/>
                    <a:pt x="8359" y="8795"/>
                    <a:pt x="8146" y="8876"/>
                  </a:cubicBezTo>
                  <a:cubicBezTo>
                    <a:pt x="8044" y="8926"/>
                    <a:pt x="7933" y="8957"/>
                    <a:pt x="7832" y="8978"/>
                  </a:cubicBezTo>
                  <a:cubicBezTo>
                    <a:pt x="7780" y="8987"/>
                    <a:pt x="7740" y="9008"/>
                    <a:pt x="7690" y="9008"/>
                  </a:cubicBezTo>
                  <a:lnTo>
                    <a:pt x="7608" y="9018"/>
                  </a:lnTo>
                  <a:lnTo>
                    <a:pt x="7507" y="9028"/>
                  </a:lnTo>
                  <a:cubicBezTo>
                    <a:pt x="7284" y="9048"/>
                    <a:pt x="7061" y="9079"/>
                    <a:pt x="6838" y="9109"/>
                  </a:cubicBezTo>
                  <a:lnTo>
                    <a:pt x="7000" y="8592"/>
                  </a:lnTo>
                  <a:lnTo>
                    <a:pt x="7091" y="8288"/>
                  </a:lnTo>
                  <a:cubicBezTo>
                    <a:pt x="7122" y="8186"/>
                    <a:pt x="7152" y="8105"/>
                    <a:pt x="7182" y="8014"/>
                  </a:cubicBezTo>
                  <a:cubicBezTo>
                    <a:pt x="7253" y="7821"/>
                    <a:pt x="7334" y="7628"/>
                    <a:pt x="7415" y="7405"/>
                  </a:cubicBezTo>
                  <a:cubicBezTo>
                    <a:pt x="7487" y="7182"/>
                    <a:pt x="7548" y="6929"/>
                    <a:pt x="7548" y="6665"/>
                  </a:cubicBezTo>
                  <a:cubicBezTo>
                    <a:pt x="7548" y="6543"/>
                    <a:pt x="7527" y="6411"/>
                    <a:pt x="7507" y="6289"/>
                  </a:cubicBezTo>
                  <a:cubicBezTo>
                    <a:pt x="7496" y="6228"/>
                    <a:pt x="7487" y="6167"/>
                    <a:pt x="7466" y="6107"/>
                  </a:cubicBezTo>
                  <a:lnTo>
                    <a:pt x="7426" y="5955"/>
                  </a:lnTo>
                  <a:lnTo>
                    <a:pt x="7243" y="5356"/>
                  </a:lnTo>
                  <a:cubicBezTo>
                    <a:pt x="7131" y="4981"/>
                    <a:pt x="7050" y="4596"/>
                    <a:pt x="7111" y="4240"/>
                  </a:cubicBezTo>
                  <a:lnTo>
                    <a:pt x="7142" y="4118"/>
                  </a:lnTo>
                  <a:lnTo>
                    <a:pt x="7192" y="3987"/>
                  </a:lnTo>
                  <a:lnTo>
                    <a:pt x="7243" y="3865"/>
                  </a:lnTo>
                  <a:cubicBezTo>
                    <a:pt x="7264" y="3825"/>
                    <a:pt x="7284" y="3794"/>
                    <a:pt x="7314" y="3764"/>
                  </a:cubicBezTo>
                  <a:cubicBezTo>
                    <a:pt x="7415" y="3622"/>
                    <a:pt x="7578" y="3500"/>
                    <a:pt x="7750" y="3378"/>
                  </a:cubicBezTo>
                  <a:cubicBezTo>
                    <a:pt x="7913" y="3246"/>
                    <a:pt x="8095" y="3115"/>
                    <a:pt x="8227" y="2942"/>
                  </a:cubicBezTo>
                  <a:cubicBezTo>
                    <a:pt x="8369" y="2770"/>
                    <a:pt x="8491" y="2597"/>
                    <a:pt x="8592" y="2414"/>
                  </a:cubicBezTo>
                  <a:cubicBezTo>
                    <a:pt x="8805" y="2049"/>
                    <a:pt x="8988" y="1674"/>
                    <a:pt x="9241" y="1339"/>
                  </a:cubicBezTo>
                  <a:lnTo>
                    <a:pt x="9241" y="1339"/>
                  </a:lnTo>
                  <a:cubicBezTo>
                    <a:pt x="8947" y="1643"/>
                    <a:pt x="8714" y="1999"/>
                    <a:pt x="8470" y="2333"/>
                  </a:cubicBezTo>
                  <a:cubicBezTo>
                    <a:pt x="8349" y="2496"/>
                    <a:pt x="8217" y="2648"/>
                    <a:pt x="8064" y="2780"/>
                  </a:cubicBezTo>
                  <a:cubicBezTo>
                    <a:pt x="7922" y="2922"/>
                    <a:pt x="7760" y="3013"/>
                    <a:pt x="7578" y="3124"/>
                  </a:cubicBezTo>
                  <a:cubicBezTo>
                    <a:pt x="7395" y="3236"/>
                    <a:pt x="7203" y="3338"/>
                    <a:pt x="7030" y="3510"/>
                  </a:cubicBezTo>
                  <a:cubicBezTo>
                    <a:pt x="6989" y="3550"/>
                    <a:pt x="6949" y="3602"/>
                    <a:pt x="6908" y="3652"/>
                  </a:cubicBezTo>
                  <a:lnTo>
                    <a:pt x="6817" y="3804"/>
                  </a:lnTo>
                  <a:lnTo>
                    <a:pt x="6736" y="3967"/>
                  </a:lnTo>
                  <a:lnTo>
                    <a:pt x="6675" y="4129"/>
                  </a:lnTo>
                  <a:cubicBezTo>
                    <a:pt x="6533" y="4596"/>
                    <a:pt x="6584" y="5072"/>
                    <a:pt x="6644" y="5488"/>
                  </a:cubicBezTo>
                  <a:cubicBezTo>
                    <a:pt x="6685" y="5701"/>
                    <a:pt x="6726" y="5914"/>
                    <a:pt x="6756" y="6107"/>
                  </a:cubicBezTo>
                  <a:lnTo>
                    <a:pt x="6786" y="6259"/>
                  </a:lnTo>
                  <a:cubicBezTo>
                    <a:pt x="6786" y="6309"/>
                    <a:pt x="6797" y="6340"/>
                    <a:pt x="6797" y="6391"/>
                  </a:cubicBezTo>
                  <a:cubicBezTo>
                    <a:pt x="6797" y="6472"/>
                    <a:pt x="6797" y="6553"/>
                    <a:pt x="6786" y="6634"/>
                  </a:cubicBezTo>
                  <a:cubicBezTo>
                    <a:pt x="6766" y="6787"/>
                    <a:pt x="6716" y="6938"/>
                    <a:pt x="6635" y="7101"/>
                  </a:cubicBezTo>
                  <a:cubicBezTo>
                    <a:pt x="6563" y="7263"/>
                    <a:pt x="6462" y="7446"/>
                    <a:pt x="6360" y="7639"/>
                  </a:cubicBezTo>
                  <a:cubicBezTo>
                    <a:pt x="6310" y="7730"/>
                    <a:pt x="6249" y="7842"/>
                    <a:pt x="6209" y="7932"/>
                  </a:cubicBezTo>
                  <a:lnTo>
                    <a:pt x="6087" y="8227"/>
                  </a:lnTo>
                  <a:lnTo>
                    <a:pt x="5833" y="8795"/>
                  </a:lnTo>
                  <a:cubicBezTo>
                    <a:pt x="5803" y="8856"/>
                    <a:pt x="5752" y="8926"/>
                    <a:pt x="5701" y="9008"/>
                  </a:cubicBezTo>
                  <a:lnTo>
                    <a:pt x="5539" y="9271"/>
                  </a:lnTo>
                  <a:cubicBezTo>
                    <a:pt x="5508" y="9322"/>
                    <a:pt x="5478" y="9373"/>
                    <a:pt x="5447" y="9434"/>
                  </a:cubicBezTo>
                  <a:cubicBezTo>
                    <a:pt x="4991" y="9586"/>
                    <a:pt x="4555" y="9799"/>
                    <a:pt x="4149" y="10042"/>
                  </a:cubicBezTo>
                  <a:cubicBezTo>
                    <a:pt x="3653" y="10347"/>
                    <a:pt x="3175" y="10682"/>
                    <a:pt x="2729" y="11108"/>
                  </a:cubicBezTo>
                  <a:cubicBezTo>
                    <a:pt x="2719" y="11108"/>
                    <a:pt x="2709" y="11117"/>
                    <a:pt x="2709" y="11128"/>
                  </a:cubicBezTo>
                  <a:cubicBezTo>
                    <a:pt x="2658" y="11027"/>
                    <a:pt x="2618" y="10925"/>
                    <a:pt x="2577" y="10813"/>
                  </a:cubicBezTo>
                  <a:cubicBezTo>
                    <a:pt x="2526" y="10682"/>
                    <a:pt x="2476" y="10540"/>
                    <a:pt x="2415" y="10407"/>
                  </a:cubicBezTo>
                  <a:cubicBezTo>
                    <a:pt x="2344" y="10691"/>
                    <a:pt x="2222" y="10945"/>
                    <a:pt x="2141" y="11239"/>
                  </a:cubicBezTo>
                  <a:cubicBezTo>
                    <a:pt x="2100" y="11392"/>
                    <a:pt x="2060" y="11564"/>
                    <a:pt x="2070" y="11757"/>
                  </a:cubicBezTo>
                  <a:cubicBezTo>
                    <a:pt x="2070" y="11818"/>
                    <a:pt x="2080" y="11888"/>
                    <a:pt x="2090" y="11960"/>
                  </a:cubicBezTo>
                  <a:cubicBezTo>
                    <a:pt x="1948" y="12233"/>
                    <a:pt x="1847" y="12467"/>
                    <a:pt x="1735" y="12650"/>
                  </a:cubicBezTo>
                  <a:cubicBezTo>
                    <a:pt x="1715" y="12690"/>
                    <a:pt x="1685" y="12731"/>
                    <a:pt x="1654" y="12771"/>
                  </a:cubicBezTo>
                  <a:lnTo>
                    <a:pt x="1543" y="12934"/>
                  </a:lnTo>
                  <a:lnTo>
                    <a:pt x="1309" y="13258"/>
                  </a:lnTo>
                  <a:cubicBezTo>
                    <a:pt x="1157" y="13471"/>
                    <a:pt x="984" y="13704"/>
                    <a:pt x="833" y="13948"/>
                  </a:cubicBezTo>
                  <a:cubicBezTo>
                    <a:pt x="508" y="14435"/>
                    <a:pt x="193" y="14992"/>
                    <a:pt x="1" y="15611"/>
                  </a:cubicBezTo>
                  <a:lnTo>
                    <a:pt x="1674" y="16098"/>
                  </a:lnTo>
                  <a:cubicBezTo>
                    <a:pt x="1786" y="15672"/>
                    <a:pt x="1969" y="15246"/>
                    <a:pt x="2222" y="14810"/>
                  </a:cubicBezTo>
                  <a:cubicBezTo>
                    <a:pt x="2344" y="14587"/>
                    <a:pt x="2486" y="14363"/>
                    <a:pt x="2628" y="14140"/>
                  </a:cubicBezTo>
                  <a:lnTo>
                    <a:pt x="2851" y="13786"/>
                  </a:lnTo>
                  <a:lnTo>
                    <a:pt x="2963" y="13592"/>
                  </a:lnTo>
                  <a:cubicBezTo>
                    <a:pt x="3003" y="13522"/>
                    <a:pt x="3044" y="13441"/>
                    <a:pt x="3084" y="13369"/>
                  </a:cubicBezTo>
                  <a:cubicBezTo>
                    <a:pt x="3226" y="13076"/>
                    <a:pt x="3328" y="12812"/>
                    <a:pt x="3419" y="12598"/>
                  </a:cubicBezTo>
                  <a:cubicBezTo>
                    <a:pt x="3470" y="12497"/>
                    <a:pt x="3520" y="12406"/>
                    <a:pt x="3571" y="12325"/>
                  </a:cubicBezTo>
                  <a:cubicBezTo>
                    <a:pt x="3592" y="12284"/>
                    <a:pt x="3612" y="12244"/>
                    <a:pt x="3642" y="12213"/>
                  </a:cubicBezTo>
                  <a:cubicBezTo>
                    <a:pt x="3673" y="12172"/>
                    <a:pt x="3693" y="12152"/>
                    <a:pt x="3734" y="12102"/>
                  </a:cubicBezTo>
                  <a:cubicBezTo>
                    <a:pt x="4058" y="11757"/>
                    <a:pt x="4444" y="11432"/>
                    <a:pt x="4859" y="11138"/>
                  </a:cubicBezTo>
                  <a:cubicBezTo>
                    <a:pt x="5275" y="10854"/>
                    <a:pt x="5691" y="10631"/>
                    <a:pt x="6158" y="10468"/>
                  </a:cubicBezTo>
                  <a:cubicBezTo>
                    <a:pt x="6624" y="10306"/>
                    <a:pt x="7122" y="10195"/>
                    <a:pt x="7649" y="10114"/>
                  </a:cubicBezTo>
                  <a:lnTo>
                    <a:pt x="7750" y="10093"/>
                  </a:lnTo>
                  <a:lnTo>
                    <a:pt x="7872" y="10073"/>
                  </a:lnTo>
                  <a:cubicBezTo>
                    <a:pt x="7953" y="10053"/>
                    <a:pt x="8044" y="10033"/>
                    <a:pt x="8125" y="10002"/>
                  </a:cubicBezTo>
                  <a:cubicBezTo>
                    <a:pt x="8146" y="10002"/>
                    <a:pt x="8166" y="9992"/>
                    <a:pt x="8186" y="9981"/>
                  </a:cubicBezTo>
                  <a:cubicBezTo>
                    <a:pt x="8425" y="10027"/>
                    <a:pt x="8663" y="10047"/>
                    <a:pt x="8894" y="10047"/>
                  </a:cubicBezTo>
                  <a:cubicBezTo>
                    <a:pt x="9076" y="10047"/>
                    <a:pt x="9254" y="10034"/>
                    <a:pt x="9424" y="10012"/>
                  </a:cubicBezTo>
                  <a:cubicBezTo>
                    <a:pt x="9890" y="9951"/>
                    <a:pt x="10327" y="9830"/>
                    <a:pt x="10753" y="9718"/>
                  </a:cubicBezTo>
                  <a:cubicBezTo>
                    <a:pt x="10316" y="9627"/>
                    <a:pt x="9881" y="9546"/>
                    <a:pt x="9475" y="9404"/>
                  </a:cubicBezTo>
                  <a:cubicBezTo>
                    <a:pt x="9424" y="9393"/>
                    <a:pt x="9383" y="9373"/>
                    <a:pt x="9333" y="9352"/>
                  </a:cubicBezTo>
                  <a:lnTo>
                    <a:pt x="9343" y="9352"/>
                  </a:lnTo>
                  <a:cubicBezTo>
                    <a:pt x="9566" y="9190"/>
                    <a:pt x="9789" y="9028"/>
                    <a:pt x="9992" y="8876"/>
                  </a:cubicBezTo>
                  <a:cubicBezTo>
                    <a:pt x="10104" y="8805"/>
                    <a:pt x="10205" y="8734"/>
                    <a:pt x="10316" y="8673"/>
                  </a:cubicBezTo>
                  <a:cubicBezTo>
                    <a:pt x="10408" y="8622"/>
                    <a:pt x="10550" y="8541"/>
                    <a:pt x="10672" y="8470"/>
                  </a:cubicBezTo>
                  <a:cubicBezTo>
                    <a:pt x="10692" y="8450"/>
                    <a:pt x="10722" y="8440"/>
                    <a:pt x="10742" y="8419"/>
                  </a:cubicBezTo>
                  <a:cubicBezTo>
                    <a:pt x="11067" y="8521"/>
                    <a:pt x="11402" y="8572"/>
                    <a:pt x="11716" y="8572"/>
                  </a:cubicBezTo>
                  <a:cubicBezTo>
                    <a:pt x="11762" y="8573"/>
                    <a:pt x="11808" y="8574"/>
                    <a:pt x="11853" y="8574"/>
                  </a:cubicBezTo>
                  <a:cubicBezTo>
                    <a:pt x="12147" y="8574"/>
                    <a:pt x="12425" y="8549"/>
                    <a:pt x="12680" y="8531"/>
                  </a:cubicBezTo>
                  <a:cubicBezTo>
                    <a:pt x="12892" y="8509"/>
                    <a:pt x="13109" y="8492"/>
                    <a:pt x="13298" y="8492"/>
                  </a:cubicBezTo>
                  <a:cubicBezTo>
                    <a:pt x="13371" y="8492"/>
                    <a:pt x="13439" y="8495"/>
                    <a:pt x="13501" y="8500"/>
                  </a:cubicBezTo>
                  <a:cubicBezTo>
                    <a:pt x="13745" y="8521"/>
                    <a:pt x="13958" y="8582"/>
                    <a:pt x="14171" y="8694"/>
                  </a:cubicBezTo>
                  <a:cubicBezTo>
                    <a:pt x="14384" y="8815"/>
                    <a:pt x="14587" y="8987"/>
                    <a:pt x="14790" y="9190"/>
                  </a:cubicBezTo>
                  <a:lnTo>
                    <a:pt x="14952" y="9343"/>
                  </a:lnTo>
                  <a:cubicBezTo>
                    <a:pt x="15003" y="9393"/>
                    <a:pt x="15063" y="9464"/>
                    <a:pt x="15124" y="9515"/>
                  </a:cubicBezTo>
                  <a:cubicBezTo>
                    <a:pt x="15257" y="9637"/>
                    <a:pt x="15388" y="9738"/>
                    <a:pt x="15520" y="9830"/>
                  </a:cubicBezTo>
                  <a:cubicBezTo>
                    <a:pt x="15784" y="10022"/>
                    <a:pt x="16057" y="10184"/>
                    <a:pt x="16342" y="10326"/>
                  </a:cubicBezTo>
                  <a:cubicBezTo>
                    <a:pt x="16393" y="10347"/>
                    <a:pt x="16453" y="10377"/>
                    <a:pt x="16504" y="10398"/>
                  </a:cubicBezTo>
                  <a:cubicBezTo>
                    <a:pt x="16535" y="10438"/>
                    <a:pt x="16555" y="10489"/>
                    <a:pt x="16595" y="10549"/>
                  </a:cubicBezTo>
                  <a:cubicBezTo>
                    <a:pt x="16605" y="10580"/>
                    <a:pt x="16636" y="10621"/>
                    <a:pt x="16656" y="10661"/>
                  </a:cubicBezTo>
                  <a:cubicBezTo>
                    <a:pt x="16686" y="10702"/>
                    <a:pt x="16717" y="10732"/>
                    <a:pt x="16747" y="10763"/>
                  </a:cubicBezTo>
                  <a:cubicBezTo>
                    <a:pt x="16808" y="10813"/>
                    <a:pt x="16859" y="10844"/>
                    <a:pt x="16889" y="10885"/>
                  </a:cubicBezTo>
                  <a:cubicBezTo>
                    <a:pt x="16930" y="10905"/>
                    <a:pt x="16961" y="10945"/>
                    <a:pt x="17001" y="11006"/>
                  </a:cubicBezTo>
                  <a:cubicBezTo>
                    <a:pt x="17042" y="11057"/>
                    <a:pt x="17112" y="11128"/>
                    <a:pt x="17184" y="11178"/>
                  </a:cubicBezTo>
                  <a:cubicBezTo>
                    <a:pt x="17315" y="11259"/>
                    <a:pt x="17437" y="11300"/>
                    <a:pt x="17529" y="11361"/>
                  </a:cubicBezTo>
                  <a:cubicBezTo>
                    <a:pt x="17559" y="11371"/>
                    <a:pt x="17569" y="11381"/>
                    <a:pt x="17599" y="11401"/>
                  </a:cubicBezTo>
                  <a:lnTo>
                    <a:pt x="17671" y="11462"/>
                  </a:lnTo>
                  <a:cubicBezTo>
                    <a:pt x="17721" y="11493"/>
                    <a:pt x="17762" y="11534"/>
                    <a:pt x="17802" y="11574"/>
                  </a:cubicBezTo>
                  <a:cubicBezTo>
                    <a:pt x="17883" y="11665"/>
                    <a:pt x="17944" y="11757"/>
                    <a:pt x="17985" y="11879"/>
                  </a:cubicBezTo>
                  <a:lnTo>
                    <a:pt x="18198" y="12609"/>
                  </a:lnTo>
                  <a:lnTo>
                    <a:pt x="18117" y="11848"/>
                  </a:lnTo>
                  <a:cubicBezTo>
                    <a:pt x="18097" y="11706"/>
                    <a:pt x="18036" y="11574"/>
                    <a:pt x="17964" y="11453"/>
                  </a:cubicBezTo>
                  <a:cubicBezTo>
                    <a:pt x="17924" y="11392"/>
                    <a:pt x="17883" y="11341"/>
                    <a:pt x="17833" y="11290"/>
                  </a:cubicBezTo>
                  <a:lnTo>
                    <a:pt x="17772" y="11219"/>
                  </a:lnTo>
                  <a:cubicBezTo>
                    <a:pt x="17752" y="11189"/>
                    <a:pt x="17711" y="11158"/>
                    <a:pt x="17691" y="11138"/>
                  </a:cubicBezTo>
                  <a:cubicBezTo>
                    <a:pt x="17569" y="11047"/>
                    <a:pt x="17457" y="10986"/>
                    <a:pt x="17387" y="10915"/>
                  </a:cubicBezTo>
                  <a:cubicBezTo>
                    <a:pt x="17356" y="10874"/>
                    <a:pt x="17336" y="10844"/>
                    <a:pt x="17306" y="10793"/>
                  </a:cubicBezTo>
                  <a:cubicBezTo>
                    <a:pt x="17295" y="10773"/>
                    <a:pt x="17275" y="10732"/>
                    <a:pt x="17254" y="10702"/>
                  </a:cubicBezTo>
                  <a:lnTo>
                    <a:pt x="17254" y="10702"/>
                  </a:lnTo>
                  <a:lnTo>
                    <a:pt x="17366" y="10732"/>
                  </a:lnTo>
                  <a:cubicBezTo>
                    <a:pt x="17407" y="10743"/>
                    <a:pt x="17457" y="10743"/>
                    <a:pt x="17508" y="10752"/>
                  </a:cubicBezTo>
                  <a:cubicBezTo>
                    <a:pt x="17555" y="10763"/>
                    <a:pt x="17601" y="10765"/>
                    <a:pt x="17648" y="10765"/>
                  </a:cubicBezTo>
                  <a:cubicBezTo>
                    <a:pt x="17693" y="10765"/>
                    <a:pt x="17737" y="10763"/>
                    <a:pt x="17782" y="10763"/>
                  </a:cubicBezTo>
                  <a:cubicBezTo>
                    <a:pt x="17975" y="10743"/>
                    <a:pt x="18147" y="10702"/>
                    <a:pt x="18309" y="10631"/>
                  </a:cubicBezTo>
                  <a:cubicBezTo>
                    <a:pt x="18634" y="10489"/>
                    <a:pt x="18888" y="10276"/>
                    <a:pt x="19121" y="10053"/>
                  </a:cubicBezTo>
                  <a:cubicBezTo>
                    <a:pt x="19344" y="9819"/>
                    <a:pt x="19537" y="9576"/>
                    <a:pt x="19720" y="9332"/>
                  </a:cubicBezTo>
                  <a:cubicBezTo>
                    <a:pt x="19902" y="9099"/>
                    <a:pt x="20085" y="8866"/>
                    <a:pt x="20297" y="8673"/>
                  </a:cubicBezTo>
                  <a:cubicBezTo>
                    <a:pt x="20511" y="8470"/>
                    <a:pt x="20744" y="8298"/>
                    <a:pt x="20998" y="8166"/>
                  </a:cubicBezTo>
                  <a:cubicBezTo>
                    <a:pt x="21129" y="8105"/>
                    <a:pt x="21271" y="8054"/>
                    <a:pt x="21413" y="8004"/>
                  </a:cubicBezTo>
                  <a:cubicBezTo>
                    <a:pt x="21485" y="7973"/>
                    <a:pt x="21555" y="7943"/>
                    <a:pt x="21636" y="7892"/>
                  </a:cubicBezTo>
                  <a:cubicBezTo>
                    <a:pt x="21708" y="7851"/>
                    <a:pt x="21769" y="7790"/>
                    <a:pt x="21819" y="7740"/>
                  </a:cubicBezTo>
                  <a:cubicBezTo>
                    <a:pt x="22032" y="7506"/>
                    <a:pt x="22204" y="7273"/>
                    <a:pt x="22428" y="7060"/>
                  </a:cubicBezTo>
                  <a:cubicBezTo>
                    <a:pt x="22641" y="6857"/>
                    <a:pt x="22884" y="6675"/>
                    <a:pt x="23189" y="6604"/>
                  </a:cubicBezTo>
                  <a:lnTo>
                    <a:pt x="23189" y="6604"/>
                  </a:lnTo>
                  <a:cubicBezTo>
                    <a:pt x="22884" y="6645"/>
                    <a:pt x="22610" y="6817"/>
                    <a:pt x="22377" y="7010"/>
                  </a:cubicBezTo>
                  <a:cubicBezTo>
                    <a:pt x="22134" y="7202"/>
                    <a:pt x="21931" y="7425"/>
                    <a:pt x="21718" y="7628"/>
                  </a:cubicBezTo>
                  <a:cubicBezTo>
                    <a:pt x="21606" y="7730"/>
                    <a:pt x="21494" y="7781"/>
                    <a:pt x="21352" y="7821"/>
                  </a:cubicBezTo>
                  <a:cubicBezTo>
                    <a:pt x="21210" y="7862"/>
                    <a:pt x="21059" y="7902"/>
                    <a:pt x="20906" y="7963"/>
                  </a:cubicBezTo>
                  <a:cubicBezTo>
                    <a:pt x="20612" y="8074"/>
                    <a:pt x="20349" y="8247"/>
                    <a:pt x="20095" y="8440"/>
                  </a:cubicBezTo>
                  <a:cubicBezTo>
                    <a:pt x="19851" y="8633"/>
                    <a:pt x="19628" y="8866"/>
                    <a:pt x="19436" y="9099"/>
                  </a:cubicBezTo>
                  <a:cubicBezTo>
                    <a:pt x="19233" y="9322"/>
                    <a:pt x="19030" y="9535"/>
                    <a:pt x="18807" y="9718"/>
                  </a:cubicBezTo>
                  <a:cubicBezTo>
                    <a:pt x="18593" y="9900"/>
                    <a:pt x="18360" y="10053"/>
                    <a:pt x="18117" y="10134"/>
                  </a:cubicBezTo>
                  <a:cubicBezTo>
                    <a:pt x="17995" y="10175"/>
                    <a:pt x="17883" y="10195"/>
                    <a:pt x="17762" y="10195"/>
                  </a:cubicBezTo>
                  <a:cubicBezTo>
                    <a:pt x="17711" y="10184"/>
                    <a:pt x="17650" y="10195"/>
                    <a:pt x="17590" y="10175"/>
                  </a:cubicBezTo>
                  <a:cubicBezTo>
                    <a:pt x="17569" y="10164"/>
                    <a:pt x="17538" y="10164"/>
                    <a:pt x="17508" y="10154"/>
                  </a:cubicBezTo>
                  <a:lnTo>
                    <a:pt x="17427" y="10123"/>
                  </a:lnTo>
                  <a:cubicBezTo>
                    <a:pt x="17376" y="10103"/>
                    <a:pt x="17306" y="10073"/>
                    <a:pt x="17245" y="10042"/>
                  </a:cubicBezTo>
                  <a:cubicBezTo>
                    <a:pt x="17173" y="10012"/>
                    <a:pt x="17112" y="9972"/>
                    <a:pt x="17052" y="9941"/>
                  </a:cubicBezTo>
                  <a:cubicBezTo>
                    <a:pt x="16920" y="9880"/>
                    <a:pt x="16798" y="9809"/>
                    <a:pt x="16677" y="9728"/>
                  </a:cubicBezTo>
                  <a:cubicBezTo>
                    <a:pt x="16433" y="9576"/>
                    <a:pt x="16190" y="9413"/>
                    <a:pt x="15976" y="9231"/>
                  </a:cubicBezTo>
                  <a:cubicBezTo>
                    <a:pt x="15875" y="9140"/>
                    <a:pt x="15773" y="9048"/>
                    <a:pt x="15683" y="8957"/>
                  </a:cubicBezTo>
                  <a:cubicBezTo>
                    <a:pt x="15631" y="8906"/>
                    <a:pt x="15601" y="8856"/>
                    <a:pt x="15550" y="8805"/>
                  </a:cubicBezTo>
                  <a:lnTo>
                    <a:pt x="15399" y="8622"/>
                  </a:lnTo>
                  <a:cubicBezTo>
                    <a:pt x="15196" y="8379"/>
                    <a:pt x="14952" y="8135"/>
                    <a:pt x="14658" y="7932"/>
                  </a:cubicBezTo>
                  <a:cubicBezTo>
                    <a:pt x="14353" y="7730"/>
                    <a:pt x="13988" y="7578"/>
                    <a:pt x="13634" y="7527"/>
                  </a:cubicBezTo>
                  <a:cubicBezTo>
                    <a:pt x="13258" y="7466"/>
                    <a:pt x="12954" y="7476"/>
                    <a:pt x="12640" y="7466"/>
                  </a:cubicBezTo>
                  <a:lnTo>
                    <a:pt x="12183" y="7466"/>
                  </a:lnTo>
                  <a:cubicBezTo>
                    <a:pt x="12214" y="7436"/>
                    <a:pt x="12254" y="7395"/>
                    <a:pt x="12284" y="7355"/>
                  </a:cubicBezTo>
                  <a:cubicBezTo>
                    <a:pt x="12356" y="7273"/>
                    <a:pt x="12416" y="7182"/>
                    <a:pt x="12446" y="7091"/>
                  </a:cubicBezTo>
                  <a:cubicBezTo>
                    <a:pt x="12528" y="6918"/>
                    <a:pt x="12548" y="6807"/>
                    <a:pt x="12588" y="6685"/>
                  </a:cubicBezTo>
                  <a:cubicBezTo>
                    <a:pt x="12670" y="6462"/>
                    <a:pt x="12782" y="6269"/>
                    <a:pt x="12933" y="6107"/>
                  </a:cubicBezTo>
                  <a:cubicBezTo>
                    <a:pt x="13005" y="6016"/>
                    <a:pt x="13096" y="5944"/>
                    <a:pt x="13187" y="5883"/>
                  </a:cubicBezTo>
                  <a:cubicBezTo>
                    <a:pt x="13278" y="5823"/>
                    <a:pt x="13370" y="5782"/>
                    <a:pt x="13501" y="5721"/>
                  </a:cubicBezTo>
                  <a:cubicBezTo>
                    <a:pt x="13745" y="5610"/>
                    <a:pt x="13988" y="5498"/>
                    <a:pt x="14191" y="5468"/>
                  </a:cubicBezTo>
                  <a:cubicBezTo>
                    <a:pt x="14231" y="5462"/>
                    <a:pt x="14272" y="5459"/>
                    <a:pt x="14316" y="5459"/>
                  </a:cubicBezTo>
                  <a:cubicBezTo>
                    <a:pt x="14495" y="5459"/>
                    <a:pt x="14708" y="5502"/>
                    <a:pt x="14952" y="5518"/>
                  </a:cubicBezTo>
                  <a:cubicBezTo>
                    <a:pt x="15023" y="5529"/>
                    <a:pt x="15104" y="5529"/>
                    <a:pt x="15185" y="5529"/>
                  </a:cubicBezTo>
                  <a:cubicBezTo>
                    <a:pt x="15266" y="5518"/>
                    <a:pt x="15347" y="5509"/>
                    <a:pt x="15419" y="5498"/>
                  </a:cubicBezTo>
                  <a:cubicBezTo>
                    <a:pt x="15561" y="5468"/>
                    <a:pt x="15703" y="5427"/>
                    <a:pt x="15845" y="5376"/>
                  </a:cubicBezTo>
                  <a:cubicBezTo>
                    <a:pt x="16118" y="5275"/>
                    <a:pt x="16382" y="5143"/>
                    <a:pt x="16616" y="4971"/>
                  </a:cubicBezTo>
                  <a:cubicBezTo>
                    <a:pt x="16859" y="4788"/>
                    <a:pt x="17052" y="4544"/>
                    <a:pt x="17194" y="4312"/>
                  </a:cubicBezTo>
                  <a:cubicBezTo>
                    <a:pt x="17346" y="4068"/>
                    <a:pt x="17468" y="3825"/>
                    <a:pt x="17599" y="3591"/>
                  </a:cubicBezTo>
                  <a:cubicBezTo>
                    <a:pt x="17660" y="3469"/>
                    <a:pt x="17732" y="3358"/>
                    <a:pt x="17802" y="3246"/>
                  </a:cubicBezTo>
                  <a:cubicBezTo>
                    <a:pt x="17874" y="3124"/>
                    <a:pt x="17944" y="3003"/>
                    <a:pt x="18016" y="2892"/>
                  </a:cubicBezTo>
                  <a:cubicBezTo>
                    <a:pt x="18289" y="2405"/>
                    <a:pt x="18482" y="1887"/>
                    <a:pt x="18634" y="1359"/>
                  </a:cubicBezTo>
                  <a:lnTo>
                    <a:pt x="18746" y="964"/>
                  </a:lnTo>
                  <a:cubicBezTo>
                    <a:pt x="18786" y="832"/>
                    <a:pt x="18827" y="710"/>
                    <a:pt x="18898" y="599"/>
                  </a:cubicBezTo>
                  <a:cubicBezTo>
                    <a:pt x="19040" y="365"/>
                    <a:pt x="19273" y="203"/>
                    <a:pt x="194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949" name="Google Shape;53949;p60"/>
            <p:cNvGrpSpPr/>
            <p:nvPr/>
          </p:nvGrpSpPr>
          <p:grpSpPr>
            <a:xfrm>
              <a:off x="-400532" y="627406"/>
              <a:ext cx="167079" cy="176378"/>
              <a:chOff x="2193097" y="745802"/>
              <a:chExt cx="104549" cy="110368"/>
            </a:xfrm>
          </p:grpSpPr>
          <p:sp>
            <p:nvSpPr>
              <p:cNvPr id="53950" name="Google Shape;53950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1" name="Google Shape;53951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2" name="Google Shape;53952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3" name="Google Shape;53953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4" name="Google Shape;53954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5" name="Google Shape;53955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6" name="Google Shape;53956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7" name="Google Shape;53957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8" name="Google Shape;53958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9" name="Google Shape;53959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0" name="Google Shape;53960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1" name="Google Shape;53961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2" name="Google Shape;53962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3" name="Google Shape;53963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964" name="Google Shape;53964;p60"/>
            <p:cNvGrpSpPr/>
            <p:nvPr/>
          </p:nvGrpSpPr>
          <p:grpSpPr>
            <a:xfrm>
              <a:off x="-379065" y="864161"/>
              <a:ext cx="89637" cy="87275"/>
              <a:chOff x="2070280" y="1284575"/>
              <a:chExt cx="56090" cy="54611"/>
            </a:xfrm>
          </p:grpSpPr>
          <p:sp>
            <p:nvSpPr>
              <p:cNvPr id="53965" name="Google Shape;5396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6" name="Google Shape;5396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7" name="Google Shape;5396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8" name="Google Shape;5396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9" name="Google Shape;5396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0" name="Google Shape;5397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1" name="Google Shape;5397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2" name="Google Shape;5397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3" name="Google Shape;5397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4" name="Google Shape;5397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5" name="Google Shape;5397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6" name="Google Shape;5397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7" name="Google Shape;5397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8" name="Google Shape;5397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979" name="Google Shape;53979;p60"/>
            <p:cNvGrpSpPr/>
            <p:nvPr/>
          </p:nvGrpSpPr>
          <p:grpSpPr>
            <a:xfrm>
              <a:off x="-119334" y="606228"/>
              <a:ext cx="89637" cy="87275"/>
              <a:chOff x="2070280" y="1284575"/>
              <a:chExt cx="56090" cy="54611"/>
            </a:xfrm>
          </p:grpSpPr>
          <p:sp>
            <p:nvSpPr>
              <p:cNvPr id="53980" name="Google Shape;5398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1" name="Google Shape;5398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2" name="Google Shape;5398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3" name="Google Shape;5398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4" name="Google Shape;5398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5" name="Google Shape;5398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6" name="Google Shape;5398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7" name="Google Shape;5398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8" name="Google Shape;5398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9" name="Google Shape;5398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0" name="Google Shape;5399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1" name="Google Shape;5399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2" name="Google Shape;5399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3" name="Google Shape;5399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994" name="Google Shape;53994;p60"/>
            <p:cNvGrpSpPr/>
            <p:nvPr/>
          </p:nvGrpSpPr>
          <p:grpSpPr>
            <a:xfrm>
              <a:off x="-642771" y="769254"/>
              <a:ext cx="89637" cy="87275"/>
              <a:chOff x="2070280" y="1284575"/>
              <a:chExt cx="56090" cy="54611"/>
            </a:xfrm>
          </p:grpSpPr>
          <p:sp>
            <p:nvSpPr>
              <p:cNvPr id="53995" name="Google Shape;5399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6" name="Google Shape;5399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7" name="Google Shape;5399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8" name="Google Shape;5399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9" name="Google Shape;5399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0" name="Google Shape;5400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1" name="Google Shape;5400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2" name="Google Shape;5400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3" name="Google Shape;5400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4" name="Google Shape;5400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5" name="Google Shape;5400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6" name="Google Shape;5400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7" name="Google Shape;5400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8" name="Google Shape;5400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09" name="Google Shape;54009;p60"/>
            <p:cNvGrpSpPr/>
            <p:nvPr/>
          </p:nvGrpSpPr>
          <p:grpSpPr>
            <a:xfrm>
              <a:off x="-800284" y="619572"/>
              <a:ext cx="89637" cy="87275"/>
              <a:chOff x="2070280" y="1284575"/>
              <a:chExt cx="56090" cy="54611"/>
            </a:xfrm>
          </p:grpSpPr>
          <p:sp>
            <p:nvSpPr>
              <p:cNvPr id="54010" name="Google Shape;5401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1" name="Google Shape;5401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2" name="Google Shape;5401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3" name="Google Shape;5401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4" name="Google Shape;5401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5" name="Google Shape;5401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6" name="Google Shape;5401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7" name="Google Shape;5401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8" name="Google Shape;5401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9" name="Google Shape;5401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0" name="Google Shape;5402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1" name="Google Shape;5402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2" name="Google Shape;5402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3" name="Google Shape;5402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24" name="Google Shape;54024;p60"/>
            <p:cNvGrpSpPr/>
            <p:nvPr/>
          </p:nvGrpSpPr>
          <p:grpSpPr>
            <a:xfrm>
              <a:off x="-1286246" y="799698"/>
              <a:ext cx="89637" cy="87275"/>
              <a:chOff x="2070280" y="1284575"/>
              <a:chExt cx="56090" cy="54611"/>
            </a:xfrm>
          </p:grpSpPr>
          <p:sp>
            <p:nvSpPr>
              <p:cNvPr id="54025" name="Google Shape;5402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6" name="Google Shape;5402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7" name="Google Shape;5402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8" name="Google Shape;5402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9" name="Google Shape;5402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0" name="Google Shape;5403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1" name="Google Shape;5403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2" name="Google Shape;5403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3" name="Google Shape;5403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4" name="Google Shape;5403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5" name="Google Shape;5403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6" name="Google Shape;5403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7" name="Google Shape;5403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8" name="Google Shape;5403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39" name="Google Shape;54039;p60"/>
            <p:cNvGrpSpPr/>
            <p:nvPr/>
          </p:nvGrpSpPr>
          <p:grpSpPr>
            <a:xfrm>
              <a:off x="-1822569" y="749817"/>
              <a:ext cx="89637" cy="87275"/>
              <a:chOff x="2070280" y="1284575"/>
              <a:chExt cx="56090" cy="54611"/>
            </a:xfrm>
          </p:grpSpPr>
          <p:sp>
            <p:nvSpPr>
              <p:cNvPr id="54040" name="Google Shape;5404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1" name="Google Shape;5404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2" name="Google Shape;5404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3" name="Google Shape;5404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4" name="Google Shape;5404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5" name="Google Shape;5404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6" name="Google Shape;5404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7" name="Google Shape;5404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8" name="Google Shape;5404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9" name="Google Shape;5404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0" name="Google Shape;5405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1" name="Google Shape;5405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2" name="Google Shape;5405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3" name="Google Shape;5405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54" name="Google Shape;54054;p60"/>
            <p:cNvGrpSpPr/>
            <p:nvPr/>
          </p:nvGrpSpPr>
          <p:grpSpPr>
            <a:xfrm>
              <a:off x="-1307281" y="559564"/>
              <a:ext cx="89637" cy="87275"/>
              <a:chOff x="2070280" y="1284575"/>
              <a:chExt cx="56090" cy="54611"/>
            </a:xfrm>
          </p:grpSpPr>
          <p:sp>
            <p:nvSpPr>
              <p:cNvPr id="54055" name="Google Shape;5405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6" name="Google Shape;5405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7" name="Google Shape;5405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8" name="Google Shape;5405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9" name="Google Shape;5405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0" name="Google Shape;5406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1" name="Google Shape;5406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2" name="Google Shape;5406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3" name="Google Shape;5406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4" name="Google Shape;5406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5" name="Google Shape;5406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6" name="Google Shape;5406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7" name="Google Shape;5406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8" name="Google Shape;5406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69" name="Google Shape;54069;p60"/>
            <p:cNvGrpSpPr/>
            <p:nvPr/>
          </p:nvGrpSpPr>
          <p:grpSpPr>
            <a:xfrm>
              <a:off x="-1451949" y="-105206"/>
              <a:ext cx="89637" cy="87275"/>
              <a:chOff x="2070280" y="1284575"/>
              <a:chExt cx="56090" cy="54611"/>
            </a:xfrm>
          </p:grpSpPr>
          <p:sp>
            <p:nvSpPr>
              <p:cNvPr id="54070" name="Google Shape;5407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1" name="Google Shape;5407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2" name="Google Shape;5407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3" name="Google Shape;5407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4" name="Google Shape;5407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5" name="Google Shape;5407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6" name="Google Shape;5407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7" name="Google Shape;5407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8" name="Google Shape;5407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9" name="Google Shape;5407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0" name="Google Shape;5408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1" name="Google Shape;5408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2" name="Google Shape;5408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3" name="Google Shape;5408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84" name="Google Shape;54084;p60"/>
            <p:cNvGrpSpPr/>
            <p:nvPr/>
          </p:nvGrpSpPr>
          <p:grpSpPr>
            <a:xfrm>
              <a:off x="-1092497" y="383373"/>
              <a:ext cx="89637" cy="87275"/>
              <a:chOff x="2070280" y="1284575"/>
              <a:chExt cx="56090" cy="54611"/>
            </a:xfrm>
          </p:grpSpPr>
          <p:sp>
            <p:nvSpPr>
              <p:cNvPr id="54085" name="Google Shape;5408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6" name="Google Shape;5408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7" name="Google Shape;5408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8" name="Google Shape;5408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9" name="Google Shape;5408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0" name="Google Shape;5409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1" name="Google Shape;5409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2" name="Google Shape;5409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3" name="Google Shape;5409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4" name="Google Shape;5409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5" name="Google Shape;5409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6" name="Google Shape;5409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7" name="Google Shape;5409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8" name="Google Shape;5409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99" name="Google Shape;54099;p60"/>
            <p:cNvGrpSpPr/>
            <p:nvPr/>
          </p:nvGrpSpPr>
          <p:grpSpPr>
            <a:xfrm>
              <a:off x="-949027" y="359142"/>
              <a:ext cx="89637" cy="87275"/>
              <a:chOff x="2070280" y="1284575"/>
              <a:chExt cx="56090" cy="54611"/>
            </a:xfrm>
          </p:grpSpPr>
          <p:sp>
            <p:nvSpPr>
              <p:cNvPr id="54100" name="Google Shape;5410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1" name="Google Shape;5410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2" name="Google Shape;5410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3" name="Google Shape;5410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4" name="Google Shape;5410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5" name="Google Shape;5410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6" name="Google Shape;5410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7" name="Google Shape;5410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8" name="Google Shape;5410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9" name="Google Shape;5410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0" name="Google Shape;5411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1" name="Google Shape;5411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2" name="Google Shape;5411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3" name="Google Shape;5411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114" name="Google Shape;54114;p60"/>
            <p:cNvGrpSpPr/>
            <p:nvPr/>
          </p:nvGrpSpPr>
          <p:grpSpPr>
            <a:xfrm>
              <a:off x="-805558" y="413118"/>
              <a:ext cx="89637" cy="87275"/>
              <a:chOff x="2070280" y="1284575"/>
              <a:chExt cx="56090" cy="54611"/>
            </a:xfrm>
          </p:grpSpPr>
          <p:sp>
            <p:nvSpPr>
              <p:cNvPr id="54115" name="Google Shape;5411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6" name="Google Shape;5411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7" name="Google Shape;5411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8" name="Google Shape;5411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9" name="Google Shape;5411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0" name="Google Shape;5412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1" name="Google Shape;5412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2" name="Google Shape;5412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3" name="Google Shape;5412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4" name="Google Shape;5412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5" name="Google Shape;5412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6" name="Google Shape;5412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7" name="Google Shape;5412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8" name="Google Shape;5412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129" name="Google Shape;54129;p60"/>
            <p:cNvGrpSpPr/>
            <p:nvPr/>
          </p:nvGrpSpPr>
          <p:grpSpPr>
            <a:xfrm>
              <a:off x="-1146193" y="18527"/>
              <a:ext cx="89637" cy="87275"/>
              <a:chOff x="2070280" y="1284575"/>
              <a:chExt cx="56090" cy="54611"/>
            </a:xfrm>
          </p:grpSpPr>
          <p:sp>
            <p:nvSpPr>
              <p:cNvPr id="54130" name="Google Shape;5413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1" name="Google Shape;5413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2" name="Google Shape;5413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3" name="Google Shape;5413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4" name="Google Shape;5413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5" name="Google Shape;5413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6" name="Google Shape;5413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7" name="Google Shape;5413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8" name="Google Shape;5413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9" name="Google Shape;5413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0" name="Google Shape;5414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1" name="Google Shape;5414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2" name="Google Shape;5414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3" name="Google Shape;5414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144" name="Google Shape;54144;p60"/>
            <p:cNvGrpSpPr/>
            <p:nvPr/>
          </p:nvGrpSpPr>
          <p:grpSpPr>
            <a:xfrm>
              <a:off x="-466321" y="126758"/>
              <a:ext cx="89637" cy="87275"/>
              <a:chOff x="2070280" y="1284575"/>
              <a:chExt cx="56090" cy="54611"/>
            </a:xfrm>
          </p:grpSpPr>
          <p:sp>
            <p:nvSpPr>
              <p:cNvPr id="54145" name="Google Shape;5414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6" name="Google Shape;5414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7" name="Google Shape;5414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8" name="Google Shape;5414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9" name="Google Shape;5414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0" name="Google Shape;5415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1" name="Google Shape;5415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2" name="Google Shape;5415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3" name="Google Shape;5415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4" name="Google Shape;5415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5" name="Google Shape;5415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6" name="Google Shape;5415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7" name="Google Shape;5415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8" name="Google Shape;5415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159" name="Google Shape;54159;p60"/>
            <p:cNvGrpSpPr/>
            <p:nvPr/>
          </p:nvGrpSpPr>
          <p:grpSpPr>
            <a:xfrm>
              <a:off x="-571276" y="101628"/>
              <a:ext cx="89637" cy="87275"/>
              <a:chOff x="2070280" y="1284575"/>
              <a:chExt cx="56090" cy="54611"/>
            </a:xfrm>
          </p:grpSpPr>
          <p:sp>
            <p:nvSpPr>
              <p:cNvPr id="54160" name="Google Shape;54160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1" name="Google Shape;54161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2" name="Google Shape;54162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3" name="Google Shape;54163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4" name="Google Shape;54164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5" name="Google Shape;54165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6" name="Google Shape;54166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7" name="Google Shape;54167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8" name="Google Shape;54168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9" name="Google Shape;54169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0" name="Google Shape;54170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1" name="Google Shape;54171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2" name="Google Shape;54172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3" name="Google Shape;54173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174" name="Google Shape;54174;p60"/>
            <p:cNvGrpSpPr/>
            <p:nvPr/>
          </p:nvGrpSpPr>
          <p:grpSpPr>
            <a:xfrm>
              <a:off x="-405154" y="-331"/>
              <a:ext cx="89637" cy="87275"/>
              <a:chOff x="2070280" y="1284575"/>
              <a:chExt cx="56090" cy="54611"/>
            </a:xfrm>
          </p:grpSpPr>
          <p:sp>
            <p:nvSpPr>
              <p:cNvPr id="54175" name="Google Shape;54175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6" name="Google Shape;54176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7" name="Google Shape;54177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8" name="Google Shape;54178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9" name="Google Shape;54179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0" name="Google Shape;54180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1" name="Google Shape;54181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2" name="Google Shape;54182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3" name="Google Shape;54183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4" name="Google Shape;54184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5" name="Google Shape;54185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6" name="Google Shape;54186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7" name="Google Shape;54187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8" name="Google Shape;54188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189" name="Google Shape;54189;p60"/>
            <p:cNvGrpSpPr/>
            <p:nvPr/>
          </p:nvGrpSpPr>
          <p:grpSpPr>
            <a:xfrm>
              <a:off x="-57620" y="226083"/>
              <a:ext cx="167079" cy="176378"/>
              <a:chOff x="2193097" y="745802"/>
              <a:chExt cx="104549" cy="110368"/>
            </a:xfrm>
          </p:grpSpPr>
          <p:sp>
            <p:nvSpPr>
              <p:cNvPr id="54190" name="Google Shape;54190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1" name="Google Shape;54191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2" name="Google Shape;54192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3" name="Google Shape;54193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4" name="Google Shape;54194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5" name="Google Shape;54195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6" name="Google Shape;54196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7" name="Google Shape;54197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8" name="Google Shape;54198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9" name="Google Shape;54199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0" name="Google Shape;54200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1" name="Google Shape;54201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2" name="Google Shape;54202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3" name="Google Shape;54203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04" name="Google Shape;54204;p60"/>
            <p:cNvGrpSpPr/>
            <p:nvPr/>
          </p:nvGrpSpPr>
          <p:grpSpPr>
            <a:xfrm>
              <a:off x="-327858" y="-273783"/>
              <a:ext cx="167079" cy="176378"/>
              <a:chOff x="2193097" y="745802"/>
              <a:chExt cx="104549" cy="110368"/>
            </a:xfrm>
          </p:grpSpPr>
          <p:sp>
            <p:nvSpPr>
              <p:cNvPr id="54205" name="Google Shape;54205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6" name="Google Shape;54206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7" name="Google Shape;54207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8" name="Google Shape;54208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9" name="Google Shape;54209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0" name="Google Shape;54210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1" name="Google Shape;54211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2" name="Google Shape;54212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3" name="Google Shape;54213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4" name="Google Shape;54214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5" name="Google Shape;54215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6" name="Google Shape;54216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7" name="Google Shape;54217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8" name="Google Shape;54218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19" name="Google Shape;54219;p60"/>
            <p:cNvGrpSpPr/>
            <p:nvPr/>
          </p:nvGrpSpPr>
          <p:grpSpPr>
            <a:xfrm>
              <a:off x="-564737" y="-77256"/>
              <a:ext cx="167079" cy="176378"/>
              <a:chOff x="2193097" y="745802"/>
              <a:chExt cx="104549" cy="110368"/>
            </a:xfrm>
          </p:grpSpPr>
          <p:sp>
            <p:nvSpPr>
              <p:cNvPr id="54220" name="Google Shape;54220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1" name="Google Shape;54221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2" name="Google Shape;54222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3" name="Google Shape;54223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4" name="Google Shape;54224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5" name="Google Shape;54225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6" name="Google Shape;54226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7" name="Google Shape;54227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8" name="Google Shape;54228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9" name="Google Shape;54229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0" name="Google Shape;54230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1" name="Google Shape;54231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2" name="Google Shape;54232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3" name="Google Shape;54233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34" name="Google Shape;54234;p60"/>
            <p:cNvGrpSpPr/>
            <p:nvPr/>
          </p:nvGrpSpPr>
          <p:grpSpPr>
            <a:xfrm>
              <a:off x="-1253738" y="171308"/>
              <a:ext cx="167079" cy="176378"/>
              <a:chOff x="2193097" y="745802"/>
              <a:chExt cx="104549" cy="110368"/>
            </a:xfrm>
          </p:grpSpPr>
          <p:sp>
            <p:nvSpPr>
              <p:cNvPr id="54235" name="Google Shape;54235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6" name="Google Shape;54236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7" name="Google Shape;54237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8" name="Google Shape;54238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9" name="Google Shape;54239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0" name="Google Shape;54240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1" name="Google Shape;54241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2" name="Google Shape;54242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3" name="Google Shape;54243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4" name="Google Shape;54244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5" name="Google Shape;54245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6" name="Google Shape;54246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7" name="Google Shape;54247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8" name="Google Shape;54248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49" name="Google Shape;54249;p60"/>
            <p:cNvGrpSpPr/>
            <p:nvPr/>
          </p:nvGrpSpPr>
          <p:grpSpPr>
            <a:xfrm>
              <a:off x="-1644308" y="750114"/>
              <a:ext cx="132561" cy="139956"/>
              <a:chOff x="2193097" y="745802"/>
              <a:chExt cx="104549" cy="110368"/>
            </a:xfrm>
          </p:grpSpPr>
          <p:sp>
            <p:nvSpPr>
              <p:cNvPr id="54250" name="Google Shape;54250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1" name="Google Shape;54251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2" name="Google Shape;54252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3" name="Google Shape;54253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4" name="Google Shape;54254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5" name="Google Shape;54255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6" name="Google Shape;54256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7" name="Google Shape;54257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8" name="Google Shape;54258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9" name="Google Shape;54259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0" name="Google Shape;54260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1" name="Google Shape;54261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2" name="Google Shape;54262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3" name="Google Shape;54263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64" name="Google Shape;54264;p60"/>
            <p:cNvGrpSpPr/>
            <p:nvPr/>
          </p:nvGrpSpPr>
          <p:grpSpPr>
            <a:xfrm>
              <a:off x="-1454237" y="597069"/>
              <a:ext cx="176226" cy="168909"/>
              <a:chOff x="1533749" y="726819"/>
              <a:chExt cx="110272" cy="105693"/>
            </a:xfrm>
          </p:grpSpPr>
          <p:sp>
            <p:nvSpPr>
              <p:cNvPr id="54265" name="Google Shape;54265;p60"/>
              <p:cNvSpPr/>
              <p:nvPr/>
            </p:nvSpPr>
            <p:spPr>
              <a:xfrm>
                <a:off x="1571429" y="764261"/>
                <a:ext cx="34865" cy="30859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47" extrusionOk="0">
                    <a:moveTo>
                      <a:pt x="367" y="0"/>
                    </a:moveTo>
                    <a:cubicBezTo>
                      <a:pt x="232" y="0"/>
                      <a:pt x="109" y="84"/>
                      <a:pt x="61" y="211"/>
                    </a:cubicBezTo>
                    <a:cubicBezTo>
                      <a:pt x="0" y="384"/>
                      <a:pt x="92" y="567"/>
                      <a:pt x="254" y="628"/>
                    </a:cubicBezTo>
                    <a:cubicBezTo>
                      <a:pt x="291" y="641"/>
                      <a:pt x="328" y="647"/>
                      <a:pt x="364" y="647"/>
                    </a:cubicBezTo>
                    <a:cubicBezTo>
                      <a:pt x="498" y="647"/>
                      <a:pt x="622" y="563"/>
                      <a:pt x="670" y="435"/>
                    </a:cubicBezTo>
                    <a:cubicBezTo>
                      <a:pt x="731" y="263"/>
                      <a:pt x="640" y="80"/>
                      <a:pt x="477" y="19"/>
                    </a:cubicBezTo>
                    <a:cubicBezTo>
                      <a:pt x="441" y="6"/>
                      <a:pt x="404" y="0"/>
                      <a:pt x="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6" name="Google Shape;54266;p60"/>
              <p:cNvSpPr/>
              <p:nvPr/>
            </p:nvSpPr>
            <p:spPr>
              <a:xfrm>
                <a:off x="1582160" y="726819"/>
                <a:ext cx="43498" cy="40493"/>
              </a:xfrm>
              <a:custGeom>
                <a:avLst/>
                <a:gdLst/>
                <a:ahLst/>
                <a:cxnLst/>
                <a:rect l="l" t="t" r="r" b="b"/>
                <a:pathLst>
                  <a:path w="912" h="849" extrusionOk="0">
                    <a:moveTo>
                      <a:pt x="405" y="1"/>
                    </a:moveTo>
                    <a:cubicBezTo>
                      <a:pt x="206" y="1"/>
                      <a:pt x="0" y="110"/>
                      <a:pt x="9" y="297"/>
                    </a:cubicBezTo>
                    <a:cubicBezTo>
                      <a:pt x="9" y="540"/>
                      <a:pt x="80" y="753"/>
                      <a:pt x="222" y="834"/>
                    </a:cubicBezTo>
                    <a:cubicBezTo>
                      <a:pt x="222" y="845"/>
                      <a:pt x="232" y="845"/>
                      <a:pt x="232" y="845"/>
                    </a:cubicBezTo>
                    <a:lnTo>
                      <a:pt x="252" y="845"/>
                    </a:lnTo>
                    <a:cubicBezTo>
                      <a:pt x="268" y="848"/>
                      <a:pt x="284" y="849"/>
                      <a:pt x="300" y="849"/>
                    </a:cubicBezTo>
                    <a:cubicBezTo>
                      <a:pt x="450" y="849"/>
                      <a:pt x="613" y="726"/>
                      <a:pt x="760" y="561"/>
                    </a:cubicBezTo>
                    <a:cubicBezTo>
                      <a:pt x="911" y="398"/>
                      <a:pt x="749" y="124"/>
                      <a:pt x="546" y="23"/>
                    </a:cubicBezTo>
                    <a:cubicBezTo>
                      <a:pt x="536" y="23"/>
                      <a:pt x="536" y="13"/>
                      <a:pt x="536" y="13"/>
                    </a:cubicBezTo>
                    <a:lnTo>
                      <a:pt x="516" y="13"/>
                    </a:lnTo>
                    <a:cubicBezTo>
                      <a:pt x="480" y="5"/>
                      <a:pt x="443" y="1"/>
                      <a:pt x="4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7" name="Google Shape;54267;p60"/>
              <p:cNvSpPr/>
              <p:nvPr/>
            </p:nvSpPr>
            <p:spPr>
              <a:xfrm>
                <a:off x="1588838" y="751621"/>
                <a:ext cx="16979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15" extrusionOk="0">
                    <a:moveTo>
                      <a:pt x="163" y="0"/>
                    </a:moveTo>
                    <a:cubicBezTo>
                      <a:pt x="82" y="0"/>
                      <a:pt x="0" y="41"/>
                      <a:pt x="11" y="111"/>
                    </a:cubicBezTo>
                    <a:cubicBezTo>
                      <a:pt x="11" y="172"/>
                      <a:pt x="21" y="223"/>
                      <a:pt x="41" y="264"/>
                    </a:cubicBezTo>
                    <a:cubicBezTo>
                      <a:pt x="61" y="264"/>
                      <a:pt x="92" y="274"/>
                      <a:pt x="112" y="284"/>
                    </a:cubicBezTo>
                    <a:lnTo>
                      <a:pt x="173" y="314"/>
                    </a:lnTo>
                    <a:cubicBezTo>
                      <a:pt x="214" y="294"/>
                      <a:pt x="264" y="264"/>
                      <a:pt x="295" y="223"/>
                    </a:cubicBezTo>
                    <a:cubicBezTo>
                      <a:pt x="356" y="152"/>
                      <a:pt x="295" y="50"/>
                      <a:pt x="214" y="10"/>
                    </a:cubicBezTo>
                    <a:cubicBezTo>
                      <a:pt x="203" y="10"/>
                      <a:pt x="203" y="0"/>
                      <a:pt x="2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8" name="Google Shape;54268;p60"/>
              <p:cNvSpPr/>
              <p:nvPr/>
            </p:nvSpPr>
            <p:spPr>
              <a:xfrm>
                <a:off x="1542382" y="732972"/>
                <a:ext cx="43116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904" h="817" extrusionOk="0">
                    <a:moveTo>
                      <a:pt x="537" y="0"/>
                    </a:moveTo>
                    <a:cubicBezTo>
                      <a:pt x="436" y="0"/>
                      <a:pt x="325" y="32"/>
                      <a:pt x="234" y="87"/>
                    </a:cubicBezTo>
                    <a:lnTo>
                      <a:pt x="224" y="97"/>
                    </a:lnTo>
                    <a:lnTo>
                      <a:pt x="214" y="107"/>
                    </a:lnTo>
                    <a:cubicBezTo>
                      <a:pt x="62" y="279"/>
                      <a:pt x="1" y="583"/>
                      <a:pt x="204" y="695"/>
                    </a:cubicBezTo>
                    <a:cubicBezTo>
                      <a:pt x="345" y="769"/>
                      <a:pt x="490" y="816"/>
                      <a:pt x="614" y="816"/>
                    </a:cubicBezTo>
                    <a:cubicBezTo>
                      <a:pt x="677" y="816"/>
                      <a:pt x="734" y="804"/>
                      <a:pt x="782" y="777"/>
                    </a:cubicBezTo>
                    <a:cubicBezTo>
                      <a:pt x="792" y="777"/>
                      <a:pt x="792" y="766"/>
                      <a:pt x="802" y="766"/>
                    </a:cubicBezTo>
                    <a:cubicBezTo>
                      <a:pt x="802" y="766"/>
                      <a:pt x="802" y="756"/>
                      <a:pt x="812" y="756"/>
                    </a:cubicBezTo>
                    <a:cubicBezTo>
                      <a:pt x="904" y="624"/>
                      <a:pt x="893" y="401"/>
                      <a:pt x="812" y="168"/>
                    </a:cubicBezTo>
                    <a:cubicBezTo>
                      <a:pt x="773" y="50"/>
                      <a:pt x="662" y="0"/>
                      <a:pt x="5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9" name="Google Shape;54269;p60"/>
              <p:cNvSpPr/>
              <p:nvPr/>
            </p:nvSpPr>
            <p:spPr>
              <a:xfrm>
                <a:off x="1565610" y="755485"/>
                <a:ext cx="16502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15" extrusionOk="0">
                    <a:moveTo>
                      <a:pt x="203" y="0"/>
                    </a:moveTo>
                    <a:cubicBezTo>
                      <a:pt x="173" y="0"/>
                      <a:pt x="122" y="10"/>
                      <a:pt x="92" y="30"/>
                    </a:cubicBezTo>
                    <a:lnTo>
                      <a:pt x="92" y="41"/>
                    </a:lnTo>
                    <a:lnTo>
                      <a:pt x="82" y="41"/>
                    </a:lnTo>
                    <a:cubicBezTo>
                      <a:pt x="21" y="111"/>
                      <a:pt x="1" y="223"/>
                      <a:pt x="82" y="264"/>
                    </a:cubicBezTo>
                    <a:cubicBezTo>
                      <a:pt x="133" y="294"/>
                      <a:pt x="183" y="314"/>
                      <a:pt x="234" y="314"/>
                    </a:cubicBezTo>
                    <a:cubicBezTo>
                      <a:pt x="255" y="274"/>
                      <a:pt x="295" y="244"/>
                      <a:pt x="336" y="223"/>
                    </a:cubicBezTo>
                    <a:cubicBezTo>
                      <a:pt x="345" y="172"/>
                      <a:pt x="336" y="122"/>
                      <a:pt x="315" y="61"/>
                    </a:cubicBezTo>
                    <a:cubicBezTo>
                      <a:pt x="305" y="21"/>
                      <a:pt x="255" y="0"/>
                      <a:pt x="2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0" name="Google Shape;54270;p60"/>
              <p:cNvSpPr/>
              <p:nvPr/>
            </p:nvSpPr>
            <p:spPr>
              <a:xfrm>
                <a:off x="1533749" y="766788"/>
                <a:ext cx="42067" cy="3963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31" extrusionOk="0">
                    <a:moveTo>
                      <a:pt x="323" y="1"/>
                    </a:moveTo>
                    <a:cubicBezTo>
                      <a:pt x="136" y="1"/>
                      <a:pt x="1" y="249"/>
                      <a:pt x="19" y="463"/>
                    </a:cubicBezTo>
                    <a:lnTo>
                      <a:pt x="19" y="483"/>
                    </a:lnTo>
                    <a:lnTo>
                      <a:pt x="19" y="494"/>
                    </a:lnTo>
                    <a:cubicBezTo>
                      <a:pt x="76" y="672"/>
                      <a:pt x="243" y="830"/>
                      <a:pt x="406" y="830"/>
                    </a:cubicBezTo>
                    <a:cubicBezTo>
                      <a:pt x="447" y="830"/>
                      <a:pt x="488" y="820"/>
                      <a:pt x="527" y="798"/>
                    </a:cubicBezTo>
                    <a:cubicBezTo>
                      <a:pt x="729" y="666"/>
                      <a:pt x="882" y="494"/>
                      <a:pt x="882" y="331"/>
                    </a:cubicBezTo>
                    <a:lnTo>
                      <a:pt x="882" y="321"/>
                    </a:lnTo>
                    <a:lnTo>
                      <a:pt x="882" y="300"/>
                    </a:lnTo>
                    <a:cubicBezTo>
                      <a:pt x="821" y="158"/>
                      <a:pt x="618" y="47"/>
                      <a:pt x="375" y="7"/>
                    </a:cubicBezTo>
                    <a:cubicBezTo>
                      <a:pt x="357" y="3"/>
                      <a:pt x="340" y="1"/>
                      <a:pt x="3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1" name="Google Shape;54271;p60"/>
              <p:cNvSpPr/>
              <p:nvPr/>
            </p:nvSpPr>
            <p:spPr>
              <a:xfrm>
                <a:off x="1559791" y="776280"/>
                <a:ext cx="15072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315" extrusionOk="0">
                    <a:moveTo>
                      <a:pt x="123" y="0"/>
                    </a:moveTo>
                    <a:cubicBezTo>
                      <a:pt x="52" y="0"/>
                      <a:pt x="1" y="92"/>
                      <a:pt x="1" y="173"/>
                    </a:cubicBezTo>
                    <a:lnTo>
                      <a:pt x="1" y="183"/>
                    </a:lnTo>
                    <a:lnTo>
                      <a:pt x="11" y="183"/>
                    </a:lnTo>
                    <a:cubicBezTo>
                      <a:pt x="32" y="254"/>
                      <a:pt x="93" y="315"/>
                      <a:pt x="153" y="315"/>
                    </a:cubicBezTo>
                    <a:cubicBezTo>
                      <a:pt x="174" y="315"/>
                      <a:pt x="183" y="315"/>
                      <a:pt x="204" y="304"/>
                    </a:cubicBezTo>
                    <a:cubicBezTo>
                      <a:pt x="244" y="274"/>
                      <a:pt x="285" y="234"/>
                      <a:pt x="316" y="203"/>
                    </a:cubicBezTo>
                    <a:cubicBezTo>
                      <a:pt x="295" y="153"/>
                      <a:pt x="285" y="101"/>
                      <a:pt x="285" y="51"/>
                    </a:cubicBezTo>
                    <a:cubicBezTo>
                      <a:pt x="255" y="31"/>
                      <a:pt x="204" y="11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2" name="Google Shape;54272;p60"/>
              <p:cNvSpPr/>
              <p:nvPr/>
            </p:nvSpPr>
            <p:spPr>
              <a:xfrm>
                <a:off x="1552064" y="791638"/>
                <a:ext cx="44022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923" h="857" extrusionOk="0">
                    <a:moveTo>
                      <a:pt x="634" y="0"/>
                    </a:moveTo>
                    <a:cubicBezTo>
                      <a:pt x="480" y="0"/>
                      <a:pt x="304" y="117"/>
                      <a:pt x="153" y="287"/>
                    </a:cubicBezTo>
                    <a:cubicBezTo>
                      <a:pt x="1" y="459"/>
                      <a:pt x="163" y="733"/>
                      <a:pt x="366" y="834"/>
                    </a:cubicBezTo>
                    <a:cubicBezTo>
                      <a:pt x="376" y="834"/>
                      <a:pt x="376" y="834"/>
                      <a:pt x="386" y="845"/>
                    </a:cubicBezTo>
                    <a:lnTo>
                      <a:pt x="397" y="845"/>
                    </a:lnTo>
                    <a:cubicBezTo>
                      <a:pt x="434" y="853"/>
                      <a:pt x="472" y="857"/>
                      <a:pt x="511" y="857"/>
                    </a:cubicBezTo>
                    <a:cubicBezTo>
                      <a:pt x="716" y="857"/>
                      <a:pt x="922" y="748"/>
                      <a:pt x="913" y="561"/>
                    </a:cubicBezTo>
                    <a:cubicBezTo>
                      <a:pt x="904" y="317"/>
                      <a:pt x="832" y="104"/>
                      <a:pt x="690" y="13"/>
                    </a:cubicBezTo>
                    <a:lnTo>
                      <a:pt x="681" y="13"/>
                    </a:lnTo>
                    <a:cubicBezTo>
                      <a:pt x="681" y="3"/>
                      <a:pt x="670" y="3"/>
                      <a:pt x="670" y="3"/>
                    </a:cubicBezTo>
                    <a:cubicBezTo>
                      <a:pt x="658" y="1"/>
                      <a:pt x="646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3" name="Google Shape;54273;p60"/>
              <p:cNvSpPr/>
              <p:nvPr/>
            </p:nvSpPr>
            <p:spPr>
              <a:xfrm>
                <a:off x="1571906" y="792687"/>
                <a:ext cx="16979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16" extrusionOk="0">
                    <a:moveTo>
                      <a:pt x="183" y="1"/>
                    </a:moveTo>
                    <a:cubicBezTo>
                      <a:pt x="143" y="21"/>
                      <a:pt x="102" y="52"/>
                      <a:pt x="62" y="93"/>
                    </a:cubicBezTo>
                    <a:cubicBezTo>
                      <a:pt x="1" y="163"/>
                      <a:pt x="62" y="265"/>
                      <a:pt x="143" y="305"/>
                    </a:cubicBezTo>
                    <a:lnTo>
                      <a:pt x="153" y="305"/>
                    </a:lnTo>
                    <a:cubicBezTo>
                      <a:pt x="173" y="316"/>
                      <a:pt x="183" y="316"/>
                      <a:pt x="204" y="316"/>
                    </a:cubicBezTo>
                    <a:cubicBezTo>
                      <a:pt x="274" y="316"/>
                      <a:pt x="355" y="275"/>
                      <a:pt x="355" y="194"/>
                    </a:cubicBezTo>
                    <a:cubicBezTo>
                      <a:pt x="355" y="143"/>
                      <a:pt x="346" y="93"/>
                      <a:pt x="325" y="52"/>
                    </a:cubicBezTo>
                    <a:cubicBezTo>
                      <a:pt x="295" y="41"/>
                      <a:pt x="274" y="41"/>
                      <a:pt x="244" y="32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4" name="Google Shape;54274;p60"/>
              <p:cNvSpPr/>
              <p:nvPr/>
            </p:nvSpPr>
            <p:spPr>
              <a:xfrm>
                <a:off x="1592224" y="787441"/>
                <a:ext cx="43116" cy="38919"/>
              </a:xfrm>
              <a:custGeom>
                <a:avLst/>
                <a:gdLst/>
                <a:ahLst/>
                <a:cxnLst/>
                <a:rect l="l" t="t" r="r" b="b"/>
                <a:pathLst>
                  <a:path w="904" h="816" extrusionOk="0">
                    <a:moveTo>
                      <a:pt x="291" y="0"/>
                    </a:moveTo>
                    <a:cubicBezTo>
                      <a:pt x="228" y="0"/>
                      <a:pt x="171" y="13"/>
                      <a:pt x="123" y="40"/>
                    </a:cubicBezTo>
                    <a:cubicBezTo>
                      <a:pt x="123" y="40"/>
                      <a:pt x="112" y="40"/>
                      <a:pt x="112" y="50"/>
                    </a:cubicBezTo>
                    <a:cubicBezTo>
                      <a:pt x="112" y="50"/>
                      <a:pt x="102" y="50"/>
                      <a:pt x="102" y="61"/>
                    </a:cubicBezTo>
                    <a:cubicBezTo>
                      <a:pt x="1" y="182"/>
                      <a:pt x="11" y="415"/>
                      <a:pt x="92" y="638"/>
                    </a:cubicBezTo>
                    <a:cubicBezTo>
                      <a:pt x="132" y="763"/>
                      <a:pt x="248" y="815"/>
                      <a:pt x="377" y="815"/>
                    </a:cubicBezTo>
                    <a:cubicBezTo>
                      <a:pt x="477" y="815"/>
                      <a:pt x="585" y="784"/>
                      <a:pt x="670" y="730"/>
                    </a:cubicBezTo>
                    <a:lnTo>
                      <a:pt x="680" y="720"/>
                    </a:lnTo>
                    <a:cubicBezTo>
                      <a:pt x="691" y="720"/>
                      <a:pt x="691" y="710"/>
                      <a:pt x="691" y="710"/>
                    </a:cubicBezTo>
                    <a:cubicBezTo>
                      <a:pt x="853" y="537"/>
                      <a:pt x="903" y="233"/>
                      <a:pt x="700" y="121"/>
                    </a:cubicBezTo>
                    <a:cubicBezTo>
                      <a:pt x="560" y="47"/>
                      <a:pt x="415" y="0"/>
                      <a:pt x="2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5" name="Google Shape;54275;p60"/>
              <p:cNvSpPr/>
              <p:nvPr/>
            </p:nvSpPr>
            <p:spPr>
              <a:xfrm>
                <a:off x="1595611" y="788824"/>
                <a:ext cx="16502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16" extrusionOk="0">
                    <a:moveTo>
                      <a:pt x="122" y="1"/>
                    </a:moveTo>
                    <a:cubicBezTo>
                      <a:pt x="92" y="41"/>
                      <a:pt x="52" y="72"/>
                      <a:pt x="11" y="92"/>
                    </a:cubicBezTo>
                    <a:cubicBezTo>
                      <a:pt x="0" y="143"/>
                      <a:pt x="11" y="194"/>
                      <a:pt x="31" y="244"/>
                    </a:cubicBezTo>
                    <a:cubicBezTo>
                      <a:pt x="52" y="295"/>
                      <a:pt x="92" y="316"/>
                      <a:pt x="142" y="316"/>
                    </a:cubicBezTo>
                    <a:cubicBezTo>
                      <a:pt x="183" y="316"/>
                      <a:pt x="224" y="305"/>
                      <a:pt x="254" y="285"/>
                    </a:cubicBezTo>
                    <a:cubicBezTo>
                      <a:pt x="254" y="275"/>
                      <a:pt x="254" y="275"/>
                      <a:pt x="264" y="275"/>
                    </a:cubicBezTo>
                    <a:cubicBezTo>
                      <a:pt x="325" y="204"/>
                      <a:pt x="345" y="92"/>
                      <a:pt x="264" y="52"/>
                    </a:cubicBezTo>
                    <a:cubicBezTo>
                      <a:pt x="214" y="21"/>
                      <a:pt x="163" y="1"/>
                      <a:pt x="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6" name="Google Shape;54276;p60"/>
              <p:cNvSpPr/>
              <p:nvPr/>
            </p:nvSpPr>
            <p:spPr>
              <a:xfrm>
                <a:off x="1601906" y="752766"/>
                <a:ext cx="42115" cy="3973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833" extrusionOk="0">
                    <a:moveTo>
                      <a:pt x="489" y="0"/>
                    </a:moveTo>
                    <a:cubicBezTo>
                      <a:pt x="448" y="0"/>
                      <a:pt x="406" y="12"/>
                      <a:pt x="366" y="37"/>
                    </a:cubicBezTo>
                    <a:cubicBezTo>
                      <a:pt x="152" y="168"/>
                      <a:pt x="1" y="341"/>
                      <a:pt x="1" y="493"/>
                    </a:cubicBezTo>
                    <a:lnTo>
                      <a:pt x="1" y="513"/>
                    </a:lnTo>
                    <a:cubicBezTo>
                      <a:pt x="1" y="513"/>
                      <a:pt x="1" y="524"/>
                      <a:pt x="10" y="524"/>
                    </a:cubicBezTo>
                    <a:cubicBezTo>
                      <a:pt x="71" y="676"/>
                      <a:pt x="264" y="777"/>
                      <a:pt x="508" y="828"/>
                    </a:cubicBezTo>
                    <a:cubicBezTo>
                      <a:pt x="523" y="831"/>
                      <a:pt x="538" y="832"/>
                      <a:pt x="553" y="832"/>
                    </a:cubicBezTo>
                    <a:cubicBezTo>
                      <a:pt x="751" y="832"/>
                      <a:pt x="882" y="589"/>
                      <a:pt x="873" y="371"/>
                    </a:cubicBezTo>
                    <a:lnTo>
                      <a:pt x="873" y="351"/>
                    </a:lnTo>
                    <a:lnTo>
                      <a:pt x="863" y="341"/>
                    </a:lnTo>
                    <a:cubicBezTo>
                      <a:pt x="807" y="164"/>
                      <a:pt x="648" y="0"/>
                      <a:pt x="4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7" name="Google Shape;54277;p60"/>
              <p:cNvSpPr/>
              <p:nvPr/>
            </p:nvSpPr>
            <p:spPr>
              <a:xfrm>
                <a:off x="1602908" y="768076"/>
                <a:ext cx="15024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15" h="315" extrusionOk="0">
                    <a:moveTo>
                      <a:pt x="162" y="0"/>
                    </a:moveTo>
                    <a:cubicBezTo>
                      <a:pt x="152" y="0"/>
                      <a:pt x="131" y="0"/>
                      <a:pt x="122" y="10"/>
                    </a:cubicBezTo>
                    <a:cubicBezTo>
                      <a:pt x="71" y="41"/>
                      <a:pt x="30" y="71"/>
                      <a:pt x="0" y="111"/>
                    </a:cubicBezTo>
                    <a:cubicBezTo>
                      <a:pt x="20" y="162"/>
                      <a:pt x="30" y="203"/>
                      <a:pt x="30" y="253"/>
                    </a:cubicBezTo>
                    <a:cubicBezTo>
                      <a:pt x="71" y="284"/>
                      <a:pt x="122" y="304"/>
                      <a:pt x="172" y="314"/>
                    </a:cubicBezTo>
                    <a:lnTo>
                      <a:pt x="192" y="314"/>
                    </a:lnTo>
                    <a:cubicBezTo>
                      <a:pt x="264" y="314"/>
                      <a:pt x="314" y="223"/>
                      <a:pt x="314" y="131"/>
                    </a:cubicBezTo>
                    <a:lnTo>
                      <a:pt x="314" y="122"/>
                    </a:lnTo>
                    <a:cubicBezTo>
                      <a:pt x="294" y="61"/>
                      <a:pt x="233" y="0"/>
                      <a:pt x="1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8" name="Google Shape;54278;p60"/>
              <p:cNvSpPr/>
              <p:nvPr/>
            </p:nvSpPr>
            <p:spPr>
              <a:xfrm>
                <a:off x="1582065" y="773371"/>
                <a:ext cx="14070" cy="12591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64" extrusionOk="0">
                    <a:moveTo>
                      <a:pt x="142" y="0"/>
                    </a:moveTo>
                    <a:cubicBezTo>
                      <a:pt x="92" y="0"/>
                      <a:pt x="41" y="31"/>
                      <a:pt x="21" y="92"/>
                    </a:cubicBezTo>
                    <a:cubicBezTo>
                      <a:pt x="0" y="153"/>
                      <a:pt x="31" y="234"/>
                      <a:pt x="102" y="254"/>
                    </a:cubicBezTo>
                    <a:cubicBezTo>
                      <a:pt x="112" y="254"/>
                      <a:pt x="133" y="264"/>
                      <a:pt x="142" y="264"/>
                    </a:cubicBezTo>
                    <a:cubicBezTo>
                      <a:pt x="194" y="264"/>
                      <a:pt x="244" y="223"/>
                      <a:pt x="264" y="173"/>
                    </a:cubicBezTo>
                    <a:cubicBezTo>
                      <a:pt x="295" y="112"/>
                      <a:pt x="254" y="31"/>
                      <a:pt x="183" y="11"/>
                    </a:cubicBezTo>
                    <a:cubicBezTo>
                      <a:pt x="173" y="0"/>
                      <a:pt x="163" y="0"/>
                      <a:pt x="1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4279" name="Google Shape;54279;p60"/>
          <p:cNvGrpSpPr/>
          <p:nvPr/>
        </p:nvGrpSpPr>
        <p:grpSpPr>
          <a:xfrm>
            <a:off x="6924809" y="124663"/>
            <a:ext cx="2117980" cy="962303"/>
            <a:chOff x="6924809" y="124663"/>
            <a:chExt cx="2117980" cy="962303"/>
          </a:xfrm>
        </p:grpSpPr>
        <p:grpSp>
          <p:nvGrpSpPr>
            <p:cNvPr id="54280" name="Google Shape;54280;p60"/>
            <p:cNvGrpSpPr/>
            <p:nvPr/>
          </p:nvGrpSpPr>
          <p:grpSpPr>
            <a:xfrm>
              <a:off x="7276960" y="281264"/>
              <a:ext cx="375988" cy="396904"/>
              <a:chOff x="2193097" y="745802"/>
              <a:chExt cx="104549" cy="110368"/>
            </a:xfrm>
          </p:grpSpPr>
          <p:sp>
            <p:nvSpPr>
              <p:cNvPr id="54281" name="Google Shape;54281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2" name="Google Shape;54282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3" name="Google Shape;54283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4" name="Google Shape;54284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5" name="Google Shape;54285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6" name="Google Shape;54286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7" name="Google Shape;54287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8" name="Google Shape;54288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9" name="Google Shape;54289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0" name="Google Shape;54290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1" name="Google Shape;54291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2" name="Google Shape;54292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3" name="Google Shape;54293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4" name="Google Shape;54294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95" name="Google Shape;54295;p60"/>
            <p:cNvGrpSpPr/>
            <p:nvPr/>
          </p:nvGrpSpPr>
          <p:grpSpPr>
            <a:xfrm>
              <a:off x="6924809" y="124669"/>
              <a:ext cx="153832" cy="149777"/>
              <a:chOff x="2070280" y="1284575"/>
              <a:chExt cx="56090" cy="54611"/>
            </a:xfrm>
          </p:grpSpPr>
          <p:sp>
            <p:nvSpPr>
              <p:cNvPr id="54296" name="Google Shape;54296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7" name="Google Shape;54297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8" name="Google Shape;54298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9" name="Google Shape;54299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0" name="Google Shape;54300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1" name="Google Shape;54301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2" name="Google Shape;54302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3" name="Google Shape;54303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4" name="Google Shape;54304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5" name="Google Shape;54305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6" name="Google Shape;54306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7" name="Google Shape;54307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8" name="Google Shape;54308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9" name="Google Shape;54309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310" name="Google Shape;54310;p60"/>
            <p:cNvGrpSpPr/>
            <p:nvPr/>
          </p:nvGrpSpPr>
          <p:grpSpPr>
            <a:xfrm>
              <a:off x="7956049" y="807951"/>
              <a:ext cx="286726" cy="279015"/>
              <a:chOff x="2070280" y="1284575"/>
              <a:chExt cx="56090" cy="54611"/>
            </a:xfrm>
          </p:grpSpPr>
          <p:sp>
            <p:nvSpPr>
              <p:cNvPr id="54311" name="Google Shape;54311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2" name="Google Shape;54312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3" name="Google Shape;54313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4" name="Google Shape;54314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5" name="Google Shape;54315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6" name="Google Shape;54316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7" name="Google Shape;54317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8" name="Google Shape;54318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9" name="Google Shape;54319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0" name="Google Shape;54320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1" name="Google Shape;54321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2" name="Google Shape;54322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3" name="Google Shape;54323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4" name="Google Shape;54324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325" name="Google Shape;54325;p60"/>
            <p:cNvGrpSpPr/>
            <p:nvPr/>
          </p:nvGrpSpPr>
          <p:grpSpPr>
            <a:xfrm>
              <a:off x="8242785" y="341039"/>
              <a:ext cx="375988" cy="396904"/>
              <a:chOff x="2193097" y="745802"/>
              <a:chExt cx="104549" cy="110368"/>
            </a:xfrm>
          </p:grpSpPr>
          <p:sp>
            <p:nvSpPr>
              <p:cNvPr id="54326" name="Google Shape;54326;p60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7" name="Google Shape;54327;p60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8" name="Google Shape;54328;p60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9" name="Google Shape;54329;p60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0" name="Google Shape;54330;p60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1" name="Google Shape;54331;p60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2" name="Google Shape;54332;p60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3" name="Google Shape;54333;p60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4" name="Google Shape;54334;p60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5" name="Google Shape;54335;p60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6" name="Google Shape;54336;p60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7" name="Google Shape;54337;p60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8" name="Google Shape;54338;p60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9" name="Google Shape;54339;p60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340" name="Google Shape;54340;p60"/>
            <p:cNvGrpSpPr/>
            <p:nvPr/>
          </p:nvGrpSpPr>
          <p:grpSpPr>
            <a:xfrm>
              <a:off x="7870946" y="464607"/>
              <a:ext cx="153832" cy="149777"/>
              <a:chOff x="2070280" y="1284575"/>
              <a:chExt cx="56090" cy="54611"/>
            </a:xfrm>
          </p:grpSpPr>
          <p:sp>
            <p:nvSpPr>
              <p:cNvPr id="54341" name="Google Shape;54341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2" name="Google Shape;54342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3" name="Google Shape;54343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4" name="Google Shape;54344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5" name="Google Shape;54345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6" name="Google Shape;54346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7" name="Google Shape;54347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8" name="Google Shape;54348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9" name="Google Shape;54349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0" name="Google Shape;54350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1" name="Google Shape;54351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2" name="Google Shape;54352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3" name="Google Shape;54353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4" name="Google Shape;54354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355" name="Google Shape;54355;p60"/>
            <p:cNvGrpSpPr/>
            <p:nvPr/>
          </p:nvGrpSpPr>
          <p:grpSpPr>
            <a:xfrm>
              <a:off x="8618784" y="830257"/>
              <a:ext cx="153832" cy="149777"/>
              <a:chOff x="2070280" y="1284575"/>
              <a:chExt cx="56090" cy="54611"/>
            </a:xfrm>
          </p:grpSpPr>
          <p:sp>
            <p:nvSpPr>
              <p:cNvPr id="54356" name="Google Shape;54356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7" name="Google Shape;54357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8" name="Google Shape;54358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9" name="Google Shape;54359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0" name="Google Shape;54360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1" name="Google Shape;54361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2" name="Google Shape;54362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3" name="Google Shape;54363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4" name="Google Shape;54364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5" name="Google Shape;54365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6" name="Google Shape;54366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7" name="Google Shape;54367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8" name="Google Shape;54368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9" name="Google Shape;54369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370" name="Google Shape;54370;p60"/>
            <p:cNvGrpSpPr/>
            <p:nvPr/>
          </p:nvGrpSpPr>
          <p:grpSpPr>
            <a:xfrm>
              <a:off x="8756062" y="124663"/>
              <a:ext cx="286726" cy="279015"/>
              <a:chOff x="2070280" y="1284575"/>
              <a:chExt cx="56090" cy="54611"/>
            </a:xfrm>
          </p:grpSpPr>
          <p:sp>
            <p:nvSpPr>
              <p:cNvPr id="54371" name="Google Shape;54371;p60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2" name="Google Shape;54372;p60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3" name="Google Shape;54373;p60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4" name="Google Shape;54374;p60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5" name="Google Shape;54375;p60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6" name="Google Shape;54376;p60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7" name="Google Shape;54377;p60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8" name="Google Shape;54378;p60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9" name="Google Shape;54379;p60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0" name="Google Shape;54380;p60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1" name="Google Shape;54381;p60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2" name="Google Shape;54382;p60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3" name="Google Shape;54383;p60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4" name="Google Shape;54384;p60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539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539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/>
                                        <p:tgtEl>
                                          <p:spTgt spid="539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/>
                                        <p:tgtEl>
                                          <p:spTgt spid="539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/>
                                        <p:tgtEl>
                                          <p:spTgt spid="539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/>
                                        <p:tgtEl>
                                          <p:spTgt spid="539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/>
                                        <p:tgtEl>
                                          <p:spTgt spid="539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/>
                                        <p:tgtEl>
                                          <p:spTgt spid="53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/>
                                        <p:tgtEl>
                                          <p:spTgt spid="539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62" name="Google Shape;54862;p65"/>
          <p:cNvSpPr/>
          <p:nvPr/>
        </p:nvSpPr>
        <p:spPr>
          <a:xfrm>
            <a:off x="3915150" y="795200"/>
            <a:ext cx="1313700" cy="131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864" name="Google Shape;54864;p65"/>
          <p:cNvSpPr txBox="1">
            <a:spLocks noGrp="1"/>
          </p:cNvSpPr>
          <p:nvPr>
            <p:ph type="title"/>
          </p:nvPr>
        </p:nvSpPr>
        <p:spPr>
          <a:xfrm>
            <a:off x="1945093" y="2223127"/>
            <a:ext cx="5253814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/>
              <a:t>Problématiques</a:t>
            </a:r>
            <a:endParaRPr sz="4800" dirty="0"/>
          </a:p>
        </p:txBody>
      </p:sp>
      <p:sp>
        <p:nvSpPr>
          <p:cNvPr id="54865" name="Google Shape;54865;p65"/>
          <p:cNvSpPr txBox="1">
            <a:spLocks noGrp="1"/>
          </p:cNvSpPr>
          <p:nvPr>
            <p:ph type="title" idx="2"/>
          </p:nvPr>
        </p:nvSpPr>
        <p:spPr>
          <a:xfrm>
            <a:off x="3915825" y="1079500"/>
            <a:ext cx="1313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:push/>
      </p:transition>
    </mc:Choice>
    <mc:Fallback xmlns:ahyp="http://schemas.microsoft.com/office/drawing/2018/hyperlinkcolor" xmlns:p15="http://schemas.microsoft.com/office/powerpoint/2012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4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4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870" name="Google Shape;54870;p66"/>
          <p:cNvGrpSpPr/>
          <p:nvPr/>
        </p:nvGrpSpPr>
        <p:grpSpPr>
          <a:xfrm>
            <a:off x="5769310" y="90298"/>
            <a:ext cx="2615658" cy="2197727"/>
            <a:chOff x="5769310" y="90298"/>
            <a:chExt cx="2615658" cy="2197727"/>
          </a:xfrm>
        </p:grpSpPr>
        <p:sp>
          <p:nvSpPr>
            <p:cNvPr id="54871" name="Google Shape;54871;p66"/>
            <p:cNvSpPr/>
            <p:nvPr/>
          </p:nvSpPr>
          <p:spPr>
            <a:xfrm>
              <a:off x="5772908" y="90298"/>
              <a:ext cx="2608428" cy="2197691"/>
            </a:xfrm>
            <a:custGeom>
              <a:avLst/>
              <a:gdLst/>
              <a:ahLst/>
              <a:cxnLst/>
              <a:rect l="l" t="t" r="r" b="b"/>
              <a:pathLst>
                <a:path w="44378" h="37390" extrusionOk="0">
                  <a:moveTo>
                    <a:pt x="22194" y="1"/>
                  </a:moveTo>
                  <a:cubicBezTo>
                    <a:pt x="9941" y="1"/>
                    <a:pt x="0" y="9941"/>
                    <a:pt x="0" y="22195"/>
                  </a:cubicBezTo>
                  <a:cubicBezTo>
                    <a:pt x="0" y="28067"/>
                    <a:pt x="2292" y="33413"/>
                    <a:pt x="6025" y="37389"/>
                  </a:cubicBezTo>
                  <a:lnTo>
                    <a:pt x="38362" y="37389"/>
                  </a:lnTo>
                  <a:cubicBezTo>
                    <a:pt x="42095" y="33413"/>
                    <a:pt x="44378" y="28067"/>
                    <a:pt x="44378" y="22195"/>
                  </a:cubicBezTo>
                  <a:cubicBezTo>
                    <a:pt x="44378" y="9941"/>
                    <a:pt x="34447" y="1"/>
                    <a:pt x="22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872" name="Google Shape;54872;p66"/>
            <p:cNvGrpSpPr/>
            <p:nvPr/>
          </p:nvGrpSpPr>
          <p:grpSpPr>
            <a:xfrm>
              <a:off x="5769310" y="705617"/>
              <a:ext cx="2615658" cy="1582408"/>
              <a:chOff x="95400" y="1002100"/>
              <a:chExt cx="1112525" cy="673050"/>
            </a:xfrm>
          </p:grpSpPr>
          <p:sp>
            <p:nvSpPr>
              <p:cNvPr id="54873" name="Google Shape;54873;p66"/>
              <p:cNvSpPr/>
              <p:nvPr/>
            </p:nvSpPr>
            <p:spPr>
              <a:xfrm>
                <a:off x="615775" y="1089850"/>
                <a:ext cx="71800" cy="92575"/>
              </a:xfrm>
              <a:custGeom>
                <a:avLst/>
                <a:gdLst/>
                <a:ahLst/>
                <a:cxnLst/>
                <a:rect l="l" t="t" r="r" b="b"/>
                <a:pathLst>
                  <a:path w="2872" h="3703" extrusionOk="0">
                    <a:moveTo>
                      <a:pt x="81" y="0"/>
                    </a:moveTo>
                    <a:lnTo>
                      <a:pt x="0" y="3702"/>
                    </a:lnTo>
                    <a:lnTo>
                      <a:pt x="2871" y="3702"/>
                    </a:lnTo>
                    <a:lnTo>
                      <a:pt x="280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4" name="Google Shape;54874;p66"/>
              <p:cNvSpPr/>
              <p:nvPr/>
            </p:nvSpPr>
            <p:spPr>
              <a:xfrm>
                <a:off x="671825" y="1089850"/>
                <a:ext cx="1547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368" extrusionOk="0">
                    <a:moveTo>
                      <a:pt x="0" y="0"/>
                    </a:moveTo>
                    <a:lnTo>
                      <a:pt x="61" y="3368"/>
                    </a:lnTo>
                    <a:lnTo>
                      <a:pt x="619" y="3368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5" name="Google Shape;54875;p66"/>
              <p:cNvSpPr/>
              <p:nvPr/>
            </p:nvSpPr>
            <p:spPr>
              <a:xfrm>
                <a:off x="616025" y="1089850"/>
                <a:ext cx="12700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368" extrusionOk="0">
                    <a:moveTo>
                      <a:pt x="71" y="0"/>
                    </a:moveTo>
                    <a:lnTo>
                      <a:pt x="1" y="3368"/>
                    </a:lnTo>
                    <a:lnTo>
                      <a:pt x="436" y="3368"/>
                    </a:lnTo>
                    <a:lnTo>
                      <a:pt x="50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6" name="Google Shape;54876;p66"/>
              <p:cNvSpPr/>
              <p:nvPr/>
            </p:nvSpPr>
            <p:spPr>
              <a:xfrm>
                <a:off x="382725" y="1127875"/>
                <a:ext cx="83725" cy="535350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21414" extrusionOk="0">
                    <a:moveTo>
                      <a:pt x="315" y="1"/>
                    </a:moveTo>
                    <a:lnTo>
                      <a:pt x="1" y="21413"/>
                    </a:lnTo>
                    <a:lnTo>
                      <a:pt x="3348" y="21413"/>
                    </a:lnTo>
                    <a:lnTo>
                      <a:pt x="303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7" name="Google Shape;54877;p66"/>
              <p:cNvSpPr/>
              <p:nvPr/>
            </p:nvSpPr>
            <p:spPr>
              <a:xfrm>
                <a:off x="446125" y="1127875"/>
                <a:ext cx="19025" cy="4493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7975" extrusionOk="0">
                    <a:moveTo>
                      <a:pt x="51" y="1"/>
                    </a:moveTo>
                    <a:lnTo>
                      <a:pt x="82" y="1847"/>
                    </a:lnTo>
                    <a:lnTo>
                      <a:pt x="528" y="1847"/>
                    </a:lnTo>
                    <a:lnTo>
                      <a:pt x="497" y="1"/>
                    </a:lnTo>
                    <a:close/>
                    <a:moveTo>
                      <a:pt x="1" y="4047"/>
                    </a:moveTo>
                    <a:lnTo>
                      <a:pt x="193" y="17975"/>
                    </a:lnTo>
                    <a:lnTo>
                      <a:pt x="761" y="17975"/>
                    </a:lnTo>
                    <a:lnTo>
                      <a:pt x="558" y="404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8" name="Google Shape;54878;p66"/>
              <p:cNvSpPr/>
              <p:nvPr/>
            </p:nvSpPr>
            <p:spPr>
              <a:xfrm>
                <a:off x="384000" y="1127875"/>
                <a:ext cx="17525" cy="4493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17975" extrusionOk="0">
                    <a:moveTo>
                      <a:pt x="264" y="1"/>
                    </a:moveTo>
                    <a:lnTo>
                      <a:pt x="234" y="1847"/>
                    </a:lnTo>
                    <a:lnTo>
                      <a:pt x="680" y="1847"/>
                    </a:lnTo>
                    <a:lnTo>
                      <a:pt x="700" y="1"/>
                    </a:lnTo>
                    <a:close/>
                    <a:moveTo>
                      <a:pt x="203" y="4047"/>
                    </a:moveTo>
                    <a:lnTo>
                      <a:pt x="0" y="17975"/>
                    </a:lnTo>
                    <a:lnTo>
                      <a:pt x="437" y="17975"/>
                    </a:lnTo>
                    <a:lnTo>
                      <a:pt x="640" y="404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9" name="Google Shape;54879;p66"/>
              <p:cNvSpPr/>
              <p:nvPr/>
            </p:nvSpPr>
            <p:spPr>
              <a:xfrm>
                <a:off x="362450" y="1577225"/>
                <a:ext cx="124275" cy="86000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3440" extrusionOk="0">
                    <a:moveTo>
                      <a:pt x="467" y="1"/>
                    </a:moveTo>
                    <a:lnTo>
                      <a:pt x="0" y="3439"/>
                    </a:lnTo>
                    <a:lnTo>
                      <a:pt x="4971" y="3439"/>
                    </a:lnTo>
                    <a:lnTo>
                      <a:pt x="450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0" name="Google Shape;54880;p66"/>
              <p:cNvSpPr/>
              <p:nvPr/>
            </p:nvSpPr>
            <p:spPr>
              <a:xfrm>
                <a:off x="362450" y="1577225"/>
                <a:ext cx="22575" cy="8600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3440" extrusionOk="0">
                    <a:moveTo>
                      <a:pt x="467" y="1"/>
                    </a:moveTo>
                    <a:lnTo>
                      <a:pt x="0" y="3439"/>
                    </a:lnTo>
                    <a:lnTo>
                      <a:pt x="436" y="3439"/>
                    </a:lnTo>
                    <a:lnTo>
                      <a:pt x="9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1" name="Google Shape;54881;p66"/>
              <p:cNvSpPr/>
              <p:nvPr/>
            </p:nvSpPr>
            <p:spPr>
              <a:xfrm>
                <a:off x="461075" y="1577225"/>
                <a:ext cx="25650" cy="86000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3440" extrusionOk="0">
                    <a:moveTo>
                      <a:pt x="1" y="1"/>
                    </a:moveTo>
                    <a:lnTo>
                      <a:pt x="467" y="3439"/>
                    </a:lnTo>
                    <a:lnTo>
                      <a:pt x="1026" y="3439"/>
                    </a:ln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2" name="Google Shape;54882;p66"/>
              <p:cNvSpPr/>
              <p:nvPr/>
            </p:nvSpPr>
            <p:spPr>
              <a:xfrm>
                <a:off x="836900" y="1127875"/>
                <a:ext cx="83700" cy="535350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21414" extrusionOk="0">
                    <a:moveTo>
                      <a:pt x="315" y="1"/>
                    </a:moveTo>
                    <a:lnTo>
                      <a:pt x="0" y="21413"/>
                    </a:lnTo>
                    <a:lnTo>
                      <a:pt x="3348" y="21413"/>
                    </a:lnTo>
                    <a:lnTo>
                      <a:pt x="303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3" name="Google Shape;54883;p66"/>
              <p:cNvSpPr/>
              <p:nvPr/>
            </p:nvSpPr>
            <p:spPr>
              <a:xfrm>
                <a:off x="900300" y="1127875"/>
                <a:ext cx="19050" cy="4493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975" extrusionOk="0">
                    <a:moveTo>
                      <a:pt x="61" y="1"/>
                    </a:moveTo>
                    <a:lnTo>
                      <a:pt x="81" y="1847"/>
                    </a:lnTo>
                    <a:lnTo>
                      <a:pt x="527" y="1847"/>
                    </a:lnTo>
                    <a:lnTo>
                      <a:pt x="497" y="1"/>
                    </a:lnTo>
                    <a:close/>
                    <a:moveTo>
                      <a:pt x="0" y="4047"/>
                    </a:moveTo>
                    <a:lnTo>
                      <a:pt x="193" y="17975"/>
                    </a:lnTo>
                    <a:lnTo>
                      <a:pt x="761" y="17975"/>
                    </a:lnTo>
                    <a:lnTo>
                      <a:pt x="558" y="404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4" name="Google Shape;54884;p66"/>
              <p:cNvSpPr/>
              <p:nvPr/>
            </p:nvSpPr>
            <p:spPr>
              <a:xfrm>
                <a:off x="838175" y="1127875"/>
                <a:ext cx="17775" cy="449375"/>
              </a:xfrm>
              <a:custGeom>
                <a:avLst/>
                <a:gdLst/>
                <a:ahLst/>
                <a:cxnLst/>
                <a:rect l="l" t="t" r="r" b="b"/>
                <a:pathLst>
                  <a:path w="711" h="17975" extrusionOk="0">
                    <a:moveTo>
                      <a:pt x="264" y="1"/>
                    </a:moveTo>
                    <a:lnTo>
                      <a:pt x="244" y="1847"/>
                    </a:lnTo>
                    <a:lnTo>
                      <a:pt x="680" y="1847"/>
                    </a:lnTo>
                    <a:lnTo>
                      <a:pt x="710" y="1"/>
                    </a:lnTo>
                    <a:close/>
                    <a:moveTo>
                      <a:pt x="213" y="4047"/>
                    </a:moveTo>
                    <a:lnTo>
                      <a:pt x="0" y="17975"/>
                    </a:lnTo>
                    <a:lnTo>
                      <a:pt x="447" y="17975"/>
                    </a:lnTo>
                    <a:lnTo>
                      <a:pt x="649" y="404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5" name="Google Shape;54885;p66"/>
              <p:cNvSpPr/>
              <p:nvPr/>
            </p:nvSpPr>
            <p:spPr>
              <a:xfrm>
                <a:off x="816600" y="1577225"/>
                <a:ext cx="124550" cy="86000"/>
              </a:xfrm>
              <a:custGeom>
                <a:avLst/>
                <a:gdLst/>
                <a:ahLst/>
                <a:cxnLst/>
                <a:rect l="l" t="t" r="r" b="b"/>
                <a:pathLst>
                  <a:path w="4982" h="3440" extrusionOk="0">
                    <a:moveTo>
                      <a:pt x="467" y="1"/>
                    </a:moveTo>
                    <a:lnTo>
                      <a:pt x="1" y="3439"/>
                    </a:lnTo>
                    <a:lnTo>
                      <a:pt x="4982" y="3439"/>
                    </a:lnTo>
                    <a:lnTo>
                      <a:pt x="451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6" name="Google Shape;54886;p66"/>
              <p:cNvSpPr/>
              <p:nvPr/>
            </p:nvSpPr>
            <p:spPr>
              <a:xfrm>
                <a:off x="816600" y="1577225"/>
                <a:ext cx="22600" cy="86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3440" extrusionOk="0">
                    <a:moveTo>
                      <a:pt x="467" y="1"/>
                    </a:moveTo>
                    <a:lnTo>
                      <a:pt x="1" y="3439"/>
                    </a:lnTo>
                    <a:lnTo>
                      <a:pt x="437" y="3439"/>
                    </a:lnTo>
                    <a:lnTo>
                      <a:pt x="90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7" name="Google Shape;54887;p66"/>
              <p:cNvSpPr/>
              <p:nvPr/>
            </p:nvSpPr>
            <p:spPr>
              <a:xfrm>
                <a:off x="915250" y="1577225"/>
                <a:ext cx="25900" cy="86000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3440" extrusionOk="0">
                    <a:moveTo>
                      <a:pt x="1" y="1"/>
                    </a:moveTo>
                    <a:lnTo>
                      <a:pt x="468" y="3439"/>
                    </a:lnTo>
                    <a:lnTo>
                      <a:pt x="1036" y="3439"/>
                    </a:lnTo>
                    <a:lnTo>
                      <a:pt x="56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8" name="Google Shape;54888;p66"/>
              <p:cNvSpPr/>
              <p:nvPr/>
            </p:nvSpPr>
            <p:spPr>
              <a:xfrm>
                <a:off x="401000" y="1089850"/>
                <a:ext cx="4717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3368" extrusionOk="0">
                    <a:moveTo>
                      <a:pt x="50" y="0"/>
                    </a:moveTo>
                    <a:lnTo>
                      <a:pt x="0" y="3368"/>
                    </a:lnTo>
                    <a:lnTo>
                      <a:pt x="1887" y="3368"/>
                    </a:lnTo>
                    <a:lnTo>
                      <a:pt x="183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9" name="Google Shape;54889;p66"/>
              <p:cNvSpPr/>
              <p:nvPr/>
            </p:nvSpPr>
            <p:spPr>
              <a:xfrm>
                <a:off x="437750" y="1089850"/>
                <a:ext cx="1042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68" extrusionOk="0">
                    <a:moveTo>
                      <a:pt x="0" y="0"/>
                    </a:moveTo>
                    <a:lnTo>
                      <a:pt x="52" y="3368"/>
                    </a:lnTo>
                    <a:lnTo>
                      <a:pt x="417" y="3368"/>
                    </a:lnTo>
                    <a:lnTo>
                      <a:pt x="386" y="1522"/>
                    </a:lnTo>
                    <a:lnTo>
                      <a:pt x="36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0" name="Google Shape;54890;p66"/>
              <p:cNvSpPr/>
              <p:nvPr/>
            </p:nvSpPr>
            <p:spPr>
              <a:xfrm>
                <a:off x="401000" y="1089850"/>
                <a:ext cx="837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68" extrusionOk="0">
                    <a:moveTo>
                      <a:pt x="50" y="0"/>
                    </a:moveTo>
                    <a:lnTo>
                      <a:pt x="0" y="3368"/>
                    </a:lnTo>
                    <a:lnTo>
                      <a:pt x="294" y="3368"/>
                    </a:lnTo>
                    <a:lnTo>
                      <a:pt x="33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1" name="Google Shape;54891;p66"/>
              <p:cNvSpPr/>
              <p:nvPr/>
            </p:nvSpPr>
            <p:spPr>
              <a:xfrm>
                <a:off x="855425" y="1089850"/>
                <a:ext cx="4692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3368" extrusionOk="0">
                    <a:moveTo>
                      <a:pt x="41" y="0"/>
                    </a:moveTo>
                    <a:lnTo>
                      <a:pt x="0" y="3368"/>
                    </a:lnTo>
                    <a:lnTo>
                      <a:pt x="1876" y="3368"/>
                    </a:lnTo>
                    <a:lnTo>
                      <a:pt x="182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2" name="Google Shape;54892;p66"/>
              <p:cNvSpPr/>
              <p:nvPr/>
            </p:nvSpPr>
            <p:spPr>
              <a:xfrm>
                <a:off x="891925" y="1089850"/>
                <a:ext cx="1042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68" extrusionOk="0">
                    <a:moveTo>
                      <a:pt x="1" y="0"/>
                    </a:moveTo>
                    <a:lnTo>
                      <a:pt x="51" y="3368"/>
                    </a:lnTo>
                    <a:lnTo>
                      <a:pt x="416" y="3368"/>
                    </a:lnTo>
                    <a:lnTo>
                      <a:pt x="396" y="1522"/>
                    </a:lnTo>
                    <a:lnTo>
                      <a:pt x="36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3" name="Google Shape;54893;p66"/>
              <p:cNvSpPr/>
              <p:nvPr/>
            </p:nvSpPr>
            <p:spPr>
              <a:xfrm>
                <a:off x="855425" y="1089850"/>
                <a:ext cx="837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68" extrusionOk="0">
                    <a:moveTo>
                      <a:pt x="41" y="0"/>
                    </a:moveTo>
                    <a:lnTo>
                      <a:pt x="0" y="3368"/>
                    </a:lnTo>
                    <a:lnTo>
                      <a:pt x="284" y="3368"/>
                    </a:lnTo>
                    <a:lnTo>
                      <a:pt x="33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4" name="Google Shape;54894;p66"/>
              <p:cNvSpPr/>
              <p:nvPr/>
            </p:nvSpPr>
            <p:spPr>
              <a:xfrm>
                <a:off x="329475" y="1174025"/>
                <a:ext cx="6443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5775" h="2202" extrusionOk="0">
                    <a:moveTo>
                      <a:pt x="1" y="1"/>
                    </a:moveTo>
                    <a:lnTo>
                      <a:pt x="1" y="2201"/>
                    </a:lnTo>
                    <a:lnTo>
                      <a:pt x="25775" y="2201"/>
                    </a:lnTo>
                    <a:lnTo>
                      <a:pt x="2577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5" name="Google Shape;54895;p66"/>
              <p:cNvSpPr/>
              <p:nvPr/>
            </p:nvSpPr>
            <p:spPr>
              <a:xfrm>
                <a:off x="329475" y="1217375"/>
                <a:ext cx="6443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5775" h="468" extrusionOk="0">
                    <a:moveTo>
                      <a:pt x="1" y="1"/>
                    </a:moveTo>
                    <a:lnTo>
                      <a:pt x="1" y="467"/>
                    </a:lnTo>
                    <a:lnTo>
                      <a:pt x="25775" y="467"/>
                    </a:lnTo>
                    <a:lnTo>
                      <a:pt x="2577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6" name="Google Shape;54896;p66"/>
              <p:cNvSpPr/>
              <p:nvPr/>
            </p:nvSpPr>
            <p:spPr>
              <a:xfrm>
                <a:off x="329475" y="1174025"/>
                <a:ext cx="644375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5775" h="437" extrusionOk="0">
                    <a:moveTo>
                      <a:pt x="1" y="1"/>
                    </a:moveTo>
                    <a:lnTo>
                      <a:pt x="1" y="437"/>
                    </a:lnTo>
                    <a:lnTo>
                      <a:pt x="25775" y="437"/>
                    </a:lnTo>
                    <a:lnTo>
                      <a:pt x="2577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7" name="Google Shape;54897;p66"/>
              <p:cNvSpPr/>
              <p:nvPr/>
            </p:nvSpPr>
            <p:spPr>
              <a:xfrm>
                <a:off x="268100" y="1043925"/>
                <a:ext cx="767375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30695" h="2203" extrusionOk="0">
                    <a:moveTo>
                      <a:pt x="1" y="1"/>
                    </a:moveTo>
                    <a:lnTo>
                      <a:pt x="1492" y="2202"/>
                    </a:lnTo>
                    <a:lnTo>
                      <a:pt x="29194" y="2202"/>
                    </a:lnTo>
                    <a:lnTo>
                      <a:pt x="3069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8" name="Google Shape;54898;p66"/>
              <p:cNvSpPr/>
              <p:nvPr/>
            </p:nvSpPr>
            <p:spPr>
              <a:xfrm>
                <a:off x="218400" y="1002100"/>
                <a:ext cx="866525" cy="60625"/>
              </a:xfrm>
              <a:custGeom>
                <a:avLst/>
                <a:gdLst/>
                <a:ahLst/>
                <a:cxnLst/>
                <a:rect l="l" t="t" r="r" b="b"/>
                <a:pathLst>
                  <a:path w="34661" h="2425" extrusionOk="0">
                    <a:moveTo>
                      <a:pt x="1" y="1"/>
                    </a:moveTo>
                    <a:lnTo>
                      <a:pt x="1" y="1633"/>
                    </a:lnTo>
                    <a:cubicBezTo>
                      <a:pt x="5671" y="2161"/>
                      <a:pt x="11503" y="2424"/>
                      <a:pt x="17336" y="2424"/>
                    </a:cubicBezTo>
                    <a:cubicBezTo>
                      <a:pt x="23158" y="2424"/>
                      <a:pt x="28991" y="2161"/>
                      <a:pt x="34660" y="1633"/>
                    </a:cubicBezTo>
                    <a:lnTo>
                      <a:pt x="34660" y="1"/>
                    </a:lnTo>
                    <a:cubicBezTo>
                      <a:pt x="28996" y="538"/>
                      <a:pt x="23166" y="807"/>
                      <a:pt x="17335" y="807"/>
                    </a:cubicBezTo>
                    <a:cubicBezTo>
                      <a:pt x="11503" y="807"/>
                      <a:pt x="5671" y="53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9" name="Google Shape;54899;p66"/>
              <p:cNvSpPr/>
              <p:nvPr/>
            </p:nvSpPr>
            <p:spPr>
              <a:xfrm>
                <a:off x="95400" y="1651525"/>
                <a:ext cx="1112525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44501" h="945" extrusionOk="0">
                    <a:moveTo>
                      <a:pt x="1" y="0"/>
                    </a:moveTo>
                    <a:lnTo>
                      <a:pt x="1" y="944"/>
                    </a:lnTo>
                    <a:lnTo>
                      <a:pt x="44500" y="944"/>
                    </a:lnTo>
                    <a:lnTo>
                      <a:pt x="4450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4900" name="Google Shape;54900;p66"/>
          <p:cNvSpPr txBox="1">
            <a:spLocks noGrp="1"/>
          </p:cNvSpPr>
          <p:nvPr>
            <p:ph type="title"/>
          </p:nvPr>
        </p:nvSpPr>
        <p:spPr>
          <a:xfrm>
            <a:off x="1295400" y="2407475"/>
            <a:ext cx="6553200" cy="120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4000" dirty="0"/>
              <a:t>L</a:t>
            </a:r>
            <a:r>
              <a:rPr lang="en" sz="4000" dirty="0"/>
              <a:t>es problèmes techniques</a:t>
            </a:r>
            <a:endParaRPr sz="4000" dirty="0"/>
          </a:p>
        </p:txBody>
      </p:sp>
      <p:grpSp>
        <p:nvGrpSpPr>
          <p:cNvPr id="54902" name="Google Shape;54902;p66"/>
          <p:cNvGrpSpPr/>
          <p:nvPr/>
        </p:nvGrpSpPr>
        <p:grpSpPr>
          <a:xfrm>
            <a:off x="-428438" y="11"/>
            <a:ext cx="8971009" cy="4510567"/>
            <a:chOff x="-428438" y="11"/>
            <a:chExt cx="8971009" cy="4510567"/>
          </a:xfrm>
        </p:grpSpPr>
        <p:grpSp>
          <p:nvGrpSpPr>
            <p:cNvPr id="54903" name="Google Shape;54903;p66"/>
            <p:cNvGrpSpPr/>
            <p:nvPr/>
          </p:nvGrpSpPr>
          <p:grpSpPr>
            <a:xfrm>
              <a:off x="569791" y="4124328"/>
              <a:ext cx="396724" cy="386250"/>
              <a:chOff x="2070280" y="1284575"/>
              <a:chExt cx="56090" cy="54611"/>
            </a:xfrm>
          </p:grpSpPr>
          <p:sp>
            <p:nvSpPr>
              <p:cNvPr id="54904" name="Google Shape;54904;p66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5" name="Google Shape;54905;p66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6" name="Google Shape;54906;p66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7" name="Google Shape;54907;p66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8" name="Google Shape;54908;p66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9" name="Google Shape;54909;p66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0" name="Google Shape;54910;p66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1" name="Google Shape;54911;p66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2" name="Google Shape;54912;p66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3" name="Google Shape;54913;p66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4" name="Google Shape;54914;p66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5" name="Google Shape;54915;p66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6" name="Google Shape;54916;p66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7" name="Google Shape;54917;p66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18" name="Google Shape;54918;p66"/>
            <p:cNvGrpSpPr/>
            <p:nvPr/>
          </p:nvGrpSpPr>
          <p:grpSpPr>
            <a:xfrm>
              <a:off x="5247077" y="1775565"/>
              <a:ext cx="160104" cy="160098"/>
              <a:chOff x="1780480" y="1088164"/>
              <a:chExt cx="54864" cy="54864"/>
            </a:xfrm>
          </p:grpSpPr>
          <p:sp>
            <p:nvSpPr>
              <p:cNvPr id="54919" name="Google Shape;54919;p66"/>
              <p:cNvSpPr/>
              <p:nvPr/>
            </p:nvSpPr>
            <p:spPr>
              <a:xfrm>
                <a:off x="1810245" y="1092528"/>
                <a:ext cx="21320" cy="19711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1" extrusionOk="0">
                    <a:moveTo>
                      <a:pt x="198" y="0"/>
                    </a:moveTo>
                    <a:cubicBezTo>
                      <a:pt x="141" y="0"/>
                      <a:pt x="87" y="23"/>
                      <a:pt x="62" y="75"/>
                    </a:cubicBezTo>
                    <a:cubicBezTo>
                      <a:pt x="10" y="186"/>
                      <a:pt x="1" y="308"/>
                      <a:pt x="41" y="369"/>
                    </a:cubicBezTo>
                    <a:lnTo>
                      <a:pt x="51" y="380"/>
                    </a:lnTo>
                    <a:lnTo>
                      <a:pt x="62" y="389"/>
                    </a:lnTo>
                    <a:cubicBezTo>
                      <a:pt x="84" y="404"/>
                      <a:pt x="114" y="411"/>
                      <a:pt x="150" y="411"/>
                    </a:cubicBezTo>
                    <a:cubicBezTo>
                      <a:pt x="210" y="411"/>
                      <a:pt x="285" y="391"/>
                      <a:pt x="355" y="359"/>
                    </a:cubicBezTo>
                    <a:cubicBezTo>
                      <a:pt x="457" y="319"/>
                      <a:pt x="447" y="156"/>
                      <a:pt x="376" y="65"/>
                    </a:cubicBezTo>
                    <a:cubicBezTo>
                      <a:pt x="366" y="65"/>
                      <a:pt x="366" y="65"/>
                      <a:pt x="366" y="55"/>
                    </a:cubicBezTo>
                    <a:lnTo>
                      <a:pt x="355" y="55"/>
                    </a:lnTo>
                    <a:cubicBezTo>
                      <a:pt x="311" y="20"/>
                      <a:pt x="253" y="0"/>
                      <a:pt x="1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0" name="Google Shape;54920;p66"/>
              <p:cNvSpPr/>
              <p:nvPr/>
            </p:nvSpPr>
            <p:spPr>
              <a:xfrm>
                <a:off x="1812158" y="1103894"/>
                <a:ext cx="7604" cy="733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53" extrusionOk="0">
                    <a:moveTo>
                      <a:pt x="61" y="1"/>
                    </a:moveTo>
                    <a:cubicBezTo>
                      <a:pt x="41" y="1"/>
                      <a:pt x="21" y="1"/>
                      <a:pt x="10" y="31"/>
                    </a:cubicBezTo>
                    <a:cubicBezTo>
                      <a:pt x="0" y="51"/>
                      <a:pt x="0" y="82"/>
                      <a:pt x="0" y="102"/>
                    </a:cubicBezTo>
                    <a:cubicBezTo>
                      <a:pt x="10" y="112"/>
                      <a:pt x="21" y="122"/>
                      <a:pt x="30" y="122"/>
                    </a:cubicBezTo>
                    <a:cubicBezTo>
                      <a:pt x="30" y="132"/>
                      <a:pt x="41" y="143"/>
                      <a:pt x="51" y="152"/>
                    </a:cubicBezTo>
                    <a:cubicBezTo>
                      <a:pt x="71" y="152"/>
                      <a:pt x="102" y="152"/>
                      <a:pt x="122" y="132"/>
                    </a:cubicBezTo>
                    <a:cubicBezTo>
                      <a:pt x="163" y="122"/>
                      <a:pt x="163" y="61"/>
                      <a:pt x="132" y="21"/>
                    </a:cubicBezTo>
                    <a:cubicBezTo>
                      <a:pt x="111" y="1"/>
                      <a:pt x="91" y="1"/>
                      <a:pt x="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1" name="Google Shape;54921;p66"/>
              <p:cNvSpPr/>
              <p:nvPr/>
            </p:nvSpPr>
            <p:spPr>
              <a:xfrm>
                <a:off x="1790837" y="1088164"/>
                <a:ext cx="22253" cy="21101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40" extrusionOk="0">
                    <a:moveTo>
                      <a:pt x="261" y="0"/>
                    </a:moveTo>
                    <a:cubicBezTo>
                      <a:pt x="245" y="0"/>
                      <a:pt x="229" y="1"/>
                      <a:pt x="214" y="4"/>
                    </a:cubicBezTo>
                    <a:lnTo>
                      <a:pt x="203" y="4"/>
                    </a:lnTo>
                    <a:cubicBezTo>
                      <a:pt x="92" y="54"/>
                      <a:pt x="0" y="176"/>
                      <a:pt x="72" y="277"/>
                    </a:cubicBezTo>
                    <a:cubicBezTo>
                      <a:pt x="142" y="369"/>
                      <a:pt x="244" y="440"/>
                      <a:pt x="325" y="440"/>
                    </a:cubicBezTo>
                    <a:lnTo>
                      <a:pt x="336" y="430"/>
                    </a:lnTo>
                    <a:cubicBezTo>
                      <a:pt x="406" y="399"/>
                      <a:pt x="457" y="288"/>
                      <a:pt x="467" y="166"/>
                    </a:cubicBezTo>
                    <a:cubicBezTo>
                      <a:pt x="476" y="60"/>
                      <a:pt x="369" y="0"/>
                      <a:pt x="2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2" name="Google Shape;54922;p66"/>
              <p:cNvSpPr/>
              <p:nvPr/>
            </p:nvSpPr>
            <p:spPr>
              <a:xfrm>
                <a:off x="1800308" y="1100968"/>
                <a:ext cx="8537" cy="78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3" extrusionOk="0">
                    <a:moveTo>
                      <a:pt x="81" y="1"/>
                    </a:moveTo>
                    <a:cubicBezTo>
                      <a:pt x="31" y="21"/>
                      <a:pt x="0" y="71"/>
                      <a:pt x="31" y="102"/>
                    </a:cubicBezTo>
                    <a:cubicBezTo>
                      <a:pt x="41" y="132"/>
                      <a:pt x="61" y="152"/>
                      <a:pt x="81" y="163"/>
                    </a:cubicBezTo>
                    <a:cubicBezTo>
                      <a:pt x="112" y="143"/>
                      <a:pt x="133" y="143"/>
                      <a:pt x="153" y="143"/>
                    </a:cubicBezTo>
                    <a:cubicBezTo>
                      <a:pt x="173" y="122"/>
                      <a:pt x="173" y="92"/>
                      <a:pt x="183" y="62"/>
                    </a:cubicBezTo>
                    <a:cubicBezTo>
                      <a:pt x="183" y="21"/>
                      <a:pt x="142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3" name="Google Shape;54923;p66"/>
              <p:cNvSpPr/>
              <p:nvPr/>
            </p:nvSpPr>
            <p:spPr>
              <a:xfrm>
                <a:off x="1780480" y="1100537"/>
                <a:ext cx="21320" cy="20046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1"/>
                    </a:cubicBezTo>
                    <a:lnTo>
                      <a:pt x="20" y="172"/>
                    </a:lnTo>
                    <a:cubicBezTo>
                      <a:pt x="1" y="286"/>
                      <a:pt x="62" y="417"/>
                      <a:pt x="161" y="417"/>
                    </a:cubicBezTo>
                    <a:cubicBezTo>
                      <a:pt x="168" y="417"/>
                      <a:pt x="175" y="417"/>
                      <a:pt x="182" y="415"/>
                    </a:cubicBezTo>
                    <a:cubicBezTo>
                      <a:pt x="304" y="405"/>
                      <a:pt x="416" y="355"/>
                      <a:pt x="446" y="283"/>
                    </a:cubicBezTo>
                    <a:cubicBezTo>
                      <a:pt x="446" y="283"/>
                      <a:pt x="456" y="283"/>
                      <a:pt x="456" y="273"/>
                    </a:cubicBezTo>
                    <a:cubicBezTo>
                      <a:pt x="456" y="192"/>
                      <a:pt x="385" y="101"/>
                      <a:pt x="283" y="19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4" name="Google Shape;54924;p66"/>
              <p:cNvSpPr/>
              <p:nvPr/>
            </p:nvSpPr>
            <p:spPr>
              <a:xfrm>
                <a:off x="1793683" y="1108738"/>
                <a:ext cx="7604" cy="7865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64" extrusionOk="0">
                    <a:moveTo>
                      <a:pt x="81" y="1"/>
                    </a:moveTo>
                    <a:cubicBezTo>
                      <a:pt x="51" y="1"/>
                      <a:pt x="11" y="31"/>
                      <a:pt x="0" y="62"/>
                    </a:cubicBezTo>
                    <a:cubicBezTo>
                      <a:pt x="0" y="112"/>
                      <a:pt x="21" y="163"/>
                      <a:pt x="61" y="163"/>
                    </a:cubicBezTo>
                    <a:cubicBezTo>
                      <a:pt x="92" y="163"/>
                      <a:pt x="122" y="153"/>
                      <a:pt x="142" y="143"/>
                    </a:cubicBezTo>
                    <a:cubicBezTo>
                      <a:pt x="142" y="112"/>
                      <a:pt x="153" y="92"/>
                      <a:pt x="163" y="62"/>
                    </a:cubicBezTo>
                    <a:cubicBezTo>
                      <a:pt x="153" y="42"/>
                      <a:pt x="133" y="21"/>
                      <a:pt x="102" y="11"/>
                    </a:cubicBezTo>
                    <a:cubicBezTo>
                      <a:pt x="92" y="1"/>
                      <a:pt x="92" y="1"/>
                      <a:pt x="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5" name="Google Shape;54925;p66"/>
              <p:cNvSpPr/>
              <p:nvPr/>
            </p:nvSpPr>
            <p:spPr>
              <a:xfrm>
                <a:off x="1784212" y="1118905"/>
                <a:ext cx="21367" cy="19758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313" y="0"/>
                    </a:moveTo>
                    <a:cubicBezTo>
                      <a:pt x="252" y="0"/>
                      <a:pt x="179" y="20"/>
                      <a:pt x="102" y="53"/>
                    </a:cubicBezTo>
                    <a:cubicBezTo>
                      <a:pt x="0" y="93"/>
                      <a:pt x="11" y="256"/>
                      <a:pt x="92" y="346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1"/>
                      <a:pt x="208" y="411"/>
                      <a:pt x="263" y="411"/>
                    </a:cubicBezTo>
                    <a:cubicBezTo>
                      <a:pt x="322" y="411"/>
                      <a:pt x="376" y="389"/>
                      <a:pt x="396" y="337"/>
                    </a:cubicBezTo>
                    <a:cubicBezTo>
                      <a:pt x="447" y="225"/>
                      <a:pt x="457" y="103"/>
                      <a:pt x="417" y="42"/>
                    </a:cubicBezTo>
                    <a:cubicBezTo>
                      <a:pt x="417" y="32"/>
                      <a:pt x="417" y="32"/>
                      <a:pt x="406" y="32"/>
                    </a:cubicBezTo>
                    <a:lnTo>
                      <a:pt x="406" y="22"/>
                    </a:lnTo>
                    <a:cubicBezTo>
                      <a:pt x="380" y="7"/>
                      <a:pt x="349" y="0"/>
                      <a:pt x="3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6" name="Google Shape;54926;p66"/>
              <p:cNvSpPr/>
              <p:nvPr/>
            </p:nvSpPr>
            <p:spPr>
              <a:xfrm>
                <a:off x="1796062" y="1119912"/>
                <a:ext cx="8071" cy="7385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54" extrusionOk="0">
                    <a:moveTo>
                      <a:pt x="112" y="1"/>
                    </a:moveTo>
                    <a:cubicBezTo>
                      <a:pt x="91" y="1"/>
                      <a:pt x="61" y="1"/>
                      <a:pt x="41" y="21"/>
                    </a:cubicBezTo>
                    <a:cubicBezTo>
                      <a:pt x="0" y="32"/>
                      <a:pt x="0" y="93"/>
                      <a:pt x="30" y="133"/>
                    </a:cubicBezTo>
                    <a:lnTo>
                      <a:pt x="41" y="133"/>
                    </a:lnTo>
                    <a:cubicBezTo>
                      <a:pt x="51" y="153"/>
                      <a:pt x="82" y="153"/>
                      <a:pt x="102" y="153"/>
                    </a:cubicBezTo>
                    <a:cubicBezTo>
                      <a:pt x="122" y="153"/>
                      <a:pt x="142" y="153"/>
                      <a:pt x="152" y="123"/>
                    </a:cubicBezTo>
                    <a:cubicBezTo>
                      <a:pt x="163" y="102"/>
                      <a:pt x="172" y="72"/>
                      <a:pt x="172" y="52"/>
                    </a:cubicBezTo>
                    <a:cubicBezTo>
                      <a:pt x="163" y="41"/>
                      <a:pt x="152" y="32"/>
                      <a:pt x="142" y="32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7" name="Google Shape;54927;p66"/>
              <p:cNvSpPr/>
              <p:nvPr/>
            </p:nvSpPr>
            <p:spPr>
              <a:xfrm>
                <a:off x="1802734" y="1121878"/>
                <a:ext cx="22207" cy="21149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1" extrusionOk="0">
                    <a:moveTo>
                      <a:pt x="151" y="0"/>
                    </a:moveTo>
                    <a:cubicBezTo>
                      <a:pt x="151" y="11"/>
                      <a:pt x="141" y="11"/>
                      <a:pt x="141" y="11"/>
                    </a:cubicBezTo>
                    <a:cubicBezTo>
                      <a:pt x="70" y="41"/>
                      <a:pt x="29" y="153"/>
                      <a:pt x="9" y="275"/>
                    </a:cubicBezTo>
                    <a:cubicBezTo>
                      <a:pt x="1" y="381"/>
                      <a:pt x="108" y="441"/>
                      <a:pt x="216" y="441"/>
                    </a:cubicBezTo>
                    <a:cubicBezTo>
                      <a:pt x="232" y="441"/>
                      <a:pt x="248" y="440"/>
                      <a:pt x="263" y="437"/>
                    </a:cubicBezTo>
                    <a:lnTo>
                      <a:pt x="273" y="437"/>
                    </a:lnTo>
                    <a:cubicBezTo>
                      <a:pt x="385" y="386"/>
                      <a:pt x="476" y="264"/>
                      <a:pt x="405" y="163"/>
                    </a:cubicBezTo>
                    <a:cubicBezTo>
                      <a:pt x="334" y="72"/>
                      <a:pt x="243" y="0"/>
                      <a:pt x="1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8" name="Google Shape;54928;p66"/>
              <p:cNvSpPr/>
              <p:nvPr/>
            </p:nvSpPr>
            <p:spPr>
              <a:xfrm>
                <a:off x="1806932" y="1122406"/>
                <a:ext cx="8537" cy="78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3" extrusionOk="0">
                    <a:moveTo>
                      <a:pt x="102" y="0"/>
                    </a:moveTo>
                    <a:cubicBezTo>
                      <a:pt x="81" y="20"/>
                      <a:pt x="51" y="20"/>
                      <a:pt x="31" y="20"/>
                    </a:cubicBezTo>
                    <a:cubicBezTo>
                      <a:pt x="21" y="41"/>
                      <a:pt x="11" y="71"/>
                      <a:pt x="11" y="101"/>
                    </a:cubicBezTo>
                    <a:cubicBezTo>
                      <a:pt x="0" y="142"/>
                      <a:pt x="51" y="162"/>
                      <a:pt x="92" y="162"/>
                    </a:cubicBezTo>
                    <a:lnTo>
                      <a:pt x="112" y="162"/>
                    </a:lnTo>
                    <a:cubicBezTo>
                      <a:pt x="153" y="142"/>
                      <a:pt x="183" y="91"/>
                      <a:pt x="163" y="61"/>
                    </a:cubicBezTo>
                    <a:cubicBezTo>
                      <a:pt x="142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9" name="Google Shape;54929;p66"/>
              <p:cNvSpPr/>
              <p:nvPr/>
            </p:nvSpPr>
            <p:spPr>
              <a:xfrm>
                <a:off x="1814024" y="1110608"/>
                <a:ext cx="21320" cy="20046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4" y="3"/>
                    </a:cubicBezTo>
                    <a:cubicBezTo>
                      <a:pt x="153" y="12"/>
                      <a:pt x="51" y="53"/>
                      <a:pt x="11" y="134"/>
                    </a:cubicBezTo>
                    <a:lnTo>
                      <a:pt x="11" y="145"/>
                    </a:lnTo>
                    <a:cubicBezTo>
                      <a:pt x="1" y="226"/>
                      <a:pt x="71" y="317"/>
                      <a:pt x="173" y="398"/>
                    </a:cubicBezTo>
                    <a:cubicBezTo>
                      <a:pt x="193" y="411"/>
                      <a:pt x="215" y="417"/>
                      <a:pt x="238" y="417"/>
                    </a:cubicBezTo>
                    <a:cubicBezTo>
                      <a:pt x="318" y="417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0" name="Google Shape;54930;p66"/>
              <p:cNvSpPr/>
              <p:nvPr/>
            </p:nvSpPr>
            <p:spPr>
              <a:xfrm>
                <a:off x="1815003" y="1114589"/>
                <a:ext cx="7604" cy="7865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64" extrusionOk="0">
                    <a:moveTo>
                      <a:pt x="91" y="1"/>
                    </a:moveTo>
                    <a:cubicBezTo>
                      <a:pt x="61" y="1"/>
                      <a:pt x="30" y="10"/>
                      <a:pt x="10" y="21"/>
                    </a:cubicBezTo>
                    <a:cubicBezTo>
                      <a:pt x="10" y="51"/>
                      <a:pt x="10" y="71"/>
                      <a:pt x="0" y="102"/>
                    </a:cubicBezTo>
                    <a:cubicBezTo>
                      <a:pt x="10" y="122"/>
                      <a:pt x="30" y="132"/>
                      <a:pt x="50" y="152"/>
                    </a:cubicBezTo>
                    <a:cubicBezTo>
                      <a:pt x="61" y="163"/>
                      <a:pt x="71" y="163"/>
                      <a:pt x="81" y="163"/>
                    </a:cubicBezTo>
                    <a:cubicBezTo>
                      <a:pt x="111" y="163"/>
                      <a:pt x="142" y="132"/>
                      <a:pt x="152" y="102"/>
                    </a:cubicBezTo>
                    <a:cubicBezTo>
                      <a:pt x="162" y="51"/>
                      <a:pt x="132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1" name="Google Shape;54931;p66"/>
              <p:cNvSpPr/>
              <p:nvPr/>
            </p:nvSpPr>
            <p:spPr>
              <a:xfrm>
                <a:off x="1799328" y="1107587"/>
                <a:ext cx="17121" cy="16018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34" extrusionOk="0">
                    <a:moveTo>
                      <a:pt x="190" y="1"/>
                    </a:moveTo>
                    <a:cubicBezTo>
                      <a:pt x="146" y="1"/>
                      <a:pt x="104" y="18"/>
                      <a:pt x="72" y="55"/>
                    </a:cubicBezTo>
                    <a:cubicBezTo>
                      <a:pt x="1" y="116"/>
                      <a:pt x="1" y="217"/>
                      <a:pt x="72" y="289"/>
                    </a:cubicBezTo>
                    <a:cubicBezTo>
                      <a:pt x="102" y="318"/>
                      <a:pt x="140" y="333"/>
                      <a:pt x="180" y="333"/>
                    </a:cubicBezTo>
                    <a:cubicBezTo>
                      <a:pt x="224" y="333"/>
                      <a:pt x="269" y="315"/>
                      <a:pt x="305" y="278"/>
                    </a:cubicBezTo>
                    <a:cubicBezTo>
                      <a:pt x="366" y="217"/>
                      <a:pt x="366" y="116"/>
                      <a:pt x="305" y="45"/>
                    </a:cubicBezTo>
                    <a:cubicBezTo>
                      <a:pt x="271" y="16"/>
                      <a:pt x="230" y="1"/>
                      <a:pt x="1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2" name="Google Shape;54932;p66"/>
              <p:cNvSpPr/>
              <p:nvPr/>
            </p:nvSpPr>
            <p:spPr>
              <a:xfrm>
                <a:off x="1804553" y="1112143"/>
                <a:ext cx="6671" cy="637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33" extrusionOk="0">
                    <a:moveTo>
                      <a:pt x="72" y="1"/>
                    </a:moveTo>
                    <a:cubicBezTo>
                      <a:pt x="51" y="1"/>
                      <a:pt x="42" y="11"/>
                      <a:pt x="31" y="21"/>
                    </a:cubicBezTo>
                    <a:cubicBezTo>
                      <a:pt x="1" y="52"/>
                      <a:pt x="1" y="92"/>
                      <a:pt x="31" y="122"/>
                    </a:cubicBezTo>
                    <a:cubicBezTo>
                      <a:pt x="42" y="133"/>
                      <a:pt x="51" y="133"/>
                      <a:pt x="72" y="133"/>
                    </a:cubicBezTo>
                    <a:cubicBezTo>
                      <a:pt x="92" y="133"/>
                      <a:pt x="102" y="133"/>
                      <a:pt x="123" y="122"/>
                    </a:cubicBezTo>
                    <a:cubicBezTo>
                      <a:pt x="143" y="92"/>
                      <a:pt x="143" y="52"/>
                      <a:pt x="123" y="21"/>
                    </a:cubicBezTo>
                    <a:cubicBezTo>
                      <a:pt x="102" y="1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33" name="Google Shape;54933;p66"/>
            <p:cNvGrpSpPr/>
            <p:nvPr/>
          </p:nvGrpSpPr>
          <p:grpSpPr>
            <a:xfrm>
              <a:off x="8221198" y="3944790"/>
              <a:ext cx="321373" cy="312874"/>
              <a:chOff x="2070280" y="1284575"/>
              <a:chExt cx="56090" cy="54611"/>
            </a:xfrm>
          </p:grpSpPr>
          <p:sp>
            <p:nvSpPr>
              <p:cNvPr id="54934" name="Google Shape;54934;p66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5" name="Google Shape;54935;p66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6" name="Google Shape;54936;p66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7" name="Google Shape;54937;p66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8" name="Google Shape;54938;p66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9" name="Google Shape;54939;p66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0" name="Google Shape;54940;p66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1" name="Google Shape;54941;p66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2" name="Google Shape;54942;p66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3" name="Google Shape;54943;p66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4" name="Google Shape;54944;p66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5" name="Google Shape;54945;p66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6" name="Google Shape;54946;p66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7" name="Google Shape;54947;p66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48" name="Google Shape;54948;p66"/>
            <p:cNvGrpSpPr/>
            <p:nvPr/>
          </p:nvGrpSpPr>
          <p:grpSpPr>
            <a:xfrm>
              <a:off x="3930621" y="1742013"/>
              <a:ext cx="309174" cy="301007"/>
              <a:chOff x="2070280" y="1284575"/>
              <a:chExt cx="56090" cy="54611"/>
            </a:xfrm>
          </p:grpSpPr>
          <p:sp>
            <p:nvSpPr>
              <p:cNvPr id="54949" name="Google Shape;54949;p66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0" name="Google Shape;54950;p66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1" name="Google Shape;54951;p66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2" name="Google Shape;54952;p66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3" name="Google Shape;54953;p66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4" name="Google Shape;54954;p66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5" name="Google Shape;54955;p66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6" name="Google Shape;54956;p66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7" name="Google Shape;54957;p66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8" name="Google Shape;54958;p66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9" name="Google Shape;54959;p66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0" name="Google Shape;54960;p66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1" name="Google Shape;54961;p66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2" name="Google Shape;54962;p66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63" name="Google Shape;54963;p66"/>
            <p:cNvGrpSpPr/>
            <p:nvPr/>
          </p:nvGrpSpPr>
          <p:grpSpPr>
            <a:xfrm>
              <a:off x="4572085" y="619231"/>
              <a:ext cx="309168" cy="300953"/>
              <a:chOff x="2070280" y="1284575"/>
              <a:chExt cx="56090" cy="54611"/>
            </a:xfrm>
          </p:grpSpPr>
          <p:sp>
            <p:nvSpPr>
              <p:cNvPr id="54964" name="Google Shape;54964;p66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5" name="Google Shape;54965;p66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6" name="Google Shape;54966;p66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7" name="Google Shape;54967;p66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8" name="Google Shape;54968;p66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9" name="Google Shape;54969;p66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0" name="Google Shape;54970;p66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1" name="Google Shape;54971;p66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2" name="Google Shape;54972;p66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3" name="Google Shape;54973;p66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4" name="Google Shape;54974;p66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5" name="Google Shape;54975;p66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6" name="Google Shape;54976;p66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7" name="Google Shape;54977;p66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78" name="Google Shape;54978;p66"/>
            <p:cNvGrpSpPr/>
            <p:nvPr/>
          </p:nvGrpSpPr>
          <p:grpSpPr>
            <a:xfrm>
              <a:off x="4140719" y="459822"/>
              <a:ext cx="163682" cy="159362"/>
              <a:chOff x="2070280" y="1284575"/>
              <a:chExt cx="56090" cy="54611"/>
            </a:xfrm>
          </p:grpSpPr>
          <p:sp>
            <p:nvSpPr>
              <p:cNvPr id="54979" name="Google Shape;54979;p66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0" name="Google Shape;54980;p66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1" name="Google Shape;54981;p66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2" name="Google Shape;54982;p66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3" name="Google Shape;54983;p66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4" name="Google Shape;54984;p66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5" name="Google Shape;54985;p66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6" name="Google Shape;54986;p66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7" name="Google Shape;54987;p66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8" name="Google Shape;54988;p66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9" name="Google Shape;54989;p66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0" name="Google Shape;54990;p66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1" name="Google Shape;54991;p66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2" name="Google Shape;54992;p66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93" name="Google Shape;54993;p66"/>
            <p:cNvGrpSpPr/>
            <p:nvPr/>
          </p:nvGrpSpPr>
          <p:grpSpPr>
            <a:xfrm>
              <a:off x="-428438" y="11"/>
              <a:ext cx="3619916" cy="2609028"/>
              <a:chOff x="-3924159" y="361943"/>
              <a:chExt cx="3334177" cy="2403083"/>
            </a:xfrm>
          </p:grpSpPr>
          <p:sp>
            <p:nvSpPr>
              <p:cNvPr id="54994" name="Google Shape;54994;p66"/>
              <p:cNvSpPr/>
              <p:nvPr/>
            </p:nvSpPr>
            <p:spPr>
              <a:xfrm>
                <a:off x="-3924159" y="523682"/>
                <a:ext cx="3219069" cy="2241344"/>
              </a:xfrm>
              <a:custGeom>
                <a:avLst/>
                <a:gdLst/>
                <a:ahLst/>
                <a:cxnLst/>
                <a:rect l="l" t="t" r="r" b="b"/>
                <a:pathLst>
                  <a:path w="23189" h="16099" extrusionOk="0">
                    <a:moveTo>
                      <a:pt x="19445" y="0"/>
                    </a:moveTo>
                    <a:lnTo>
                      <a:pt x="19141" y="275"/>
                    </a:lnTo>
                    <a:cubicBezTo>
                      <a:pt x="19040" y="356"/>
                      <a:pt x="18928" y="447"/>
                      <a:pt x="18847" y="568"/>
                    </a:cubicBezTo>
                    <a:cubicBezTo>
                      <a:pt x="18766" y="680"/>
                      <a:pt x="18715" y="812"/>
                      <a:pt x="18674" y="944"/>
                    </a:cubicBezTo>
                    <a:lnTo>
                      <a:pt x="18532" y="1329"/>
                    </a:lnTo>
                    <a:cubicBezTo>
                      <a:pt x="18350" y="1837"/>
                      <a:pt x="18127" y="2323"/>
                      <a:pt x="17833" y="2770"/>
                    </a:cubicBezTo>
                    <a:cubicBezTo>
                      <a:pt x="17752" y="2892"/>
                      <a:pt x="17680" y="2993"/>
                      <a:pt x="17599" y="3104"/>
                    </a:cubicBezTo>
                    <a:cubicBezTo>
                      <a:pt x="17518" y="3216"/>
                      <a:pt x="17437" y="3338"/>
                      <a:pt x="17366" y="3449"/>
                    </a:cubicBezTo>
                    <a:cubicBezTo>
                      <a:pt x="17214" y="3683"/>
                      <a:pt x="17082" y="3916"/>
                      <a:pt x="16930" y="4129"/>
                    </a:cubicBezTo>
                    <a:cubicBezTo>
                      <a:pt x="16768" y="4342"/>
                      <a:pt x="16605" y="4524"/>
                      <a:pt x="16393" y="4656"/>
                    </a:cubicBezTo>
                    <a:cubicBezTo>
                      <a:pt x="16321" y="4707"/>
                      <a:pt x="16240" y="4747"/>
                      <a:pt x="16159" y="4788"/>
                    </a:cubicBezTo>
                    <a:cubicBezTo>
                      <a:pt x="16179" y="4697"/>
                      <a:pt x="16199" y="4605"/>
                      <a:pt x="16220" y="4504"/>
                    </a:cubicBezTo>
                    <a:cubicBezTo>
                      <a:pt x="16230" y="4443"/>
                      <a:pt x="16240" y="4372"/>
                      <a:pt x="16240" y="4301"/>
                    </a:cubicBezTo>
                    <a:lnTo>
                      <a:pt x="16251" y="4118"/>
                    </a:lnTo>
                    <a:cubicBezTo>
                      <a:pt x="16251" y="4068"/>
                      <a:pt x="16260" y="4017"/>
                      <a:pt x="16271" y="3967"/>
                    </a:cubicBezTo>
                    <a:lnTo>
                      <a:pt x="16311" y="3784"/>
                    </a:lnTo>
                    <a:cubicBezTo>
                      <a:pt x="16321" y="3723"/>
                      <a:pt x="16332" y="3642"/>
                      <a:pt x="16332" y="3571"/>
                    </a:cubicBezTo>
                    <a:cubicBezTo>
                      <a:pt x="16332" y="3500"/>
                      <a:pt x="16311" y="3429"/>
                      <a:pt x="16301" y="3368"/>
                    </a:cubicBezTo>
                    <a:cubicBezTo>
                      <a:pt x="16271" y="3246"/>
                      <a:pt x="16230" y="3124"/>
                      <a:pt x="16190" y="3013"/>
                    </a:cubicBezTo>
                    <a:cubicBezTo>
                      <a:pt x="16149" y="2892"/>
                      <a:pt x="16098" y="2790"/>
                      <a:pt x="16088" y="2668"/>
                    </a:cubicBezTo>
                    <a:cubicBezTo>
                      <a:pt x="16078" y="2556"/>
                      <a:pt x="16098" y="2425"/>
                      <a:pt x="16057" y="2303"/>
                    </a:cubicBezTo>
                    <a:lnTo>
                      <a:pt x="16057" y="2303"/>
                    </a:lnTo>
                    <a:cubicBezTo>
                      <a:pt x="16078" y="2425"/>
                      <a:pt x="16037" y="2547"/>
                      <a:pt x="16027" y="2668"/>
                    </a:cubicBezTo>
                    <a:cubicBezTo>
                      <a:pt x="16017" y="2800"/>
                      <a:pt x="16048" y="2932"/>
                      <a:pt x="16057" y="3043"/>
                    </a:cubicBezTo>
                    <a:cubicBezTo>
                      <a:pt x="16088" y="3287"/>
                      <a:pt x="16139" y="3530"/>
                      <a:pt x="16057" y="3703"/>
                    </a:cubicBezTo>
                    <a:lnTo>
                      <a:pt x="15976" y="3875"/>
                    </a:lnTo>
                    <a:cubicBezTo>
                      <a:pt x="15956" y="3936"/>
                      <a:pt x="15936" y="4007"/>
                      <a:pt x="15915" y="4068"/>
                    </a:cubicBezTo>
                    <a:lnTo>
                      <a:pt x="15875" y="4251"/>
                    </a:lnTo>
                    <a:cubicBezTo>
                      <a:pt x="15865" y="4301"/>
                      <a:pt x="15845" y="4352"/>
                      <a:pt x="15825" y="4402"/>
                    </a:cubicBezTo>
                    <a:cubicBezTo>
                      <a:pt x="15764" y="4585"/>
                      <a:pt x="15672" y="4778"/>
                      <a:pt x="15591" y="4991"/>
                    </a:cubicBezTo>
                    <a:cubicBezTo>
                      <a:pt x="15510" y="5011"/>
                      <a:pt x="15429" y="5031"/>
                      <a:pt x="15338" y="5042"/>
                    </a:cubicBezTo>
                    <a:cubicBezTo>
                      <a:pt x="15277" y="5052"/>
                      <a:pt x="15226" y="5052"/>
                      <a:pt x="15175" y="5052"/>
                    </a:cubicBezTo>
                    <a:cubicBezTo>
                      <a:pt x="15115" y="5052"/>
                      <a:pt x="15063" y="5042"/>
                      <a:pt x="15003" y="5031"/>
                    </a:cubicBezTo>
                    <a:cubicBezTo>
                      <a:pt x="14781" y="5004"/>
                      <a:pt x="14534" y="4918"/>
                      <a:pt x="14224" y="4918"/>
                    </a:cubicBezTo>
                    <a:cubicBezTo>
                      <a:pt x="14193" y="4918"/>
                      <a:pt x="14162" y="4918"/>
                      <a:pt x="14130" y="4920"/>
                    </a:cubicBezTo>
                    <a:cubicBezTo>
                      <a:pt x="13796" y="4961"/>
                      <a:pt x="13532" y="5072"/>
                      <a:pt x="13268" y="5164"/>
                    </a:cubicBezTo>
                    <a:cubicBezTo>
                      <a:pt x="13156" y="5204"/>
                      <a:pt x="12994" y="5265"/>
                      <a:pt x="12852" y="5346"/>
                    </a:cubicBezTo>
                    <a:cubicBezTo>
                      <a:pt x="12721" y="5427"/>
                      <a:pt x="12588" y="5529"/>
                      <a:pt x="12467" y="5640"/>
                    </a:cubicBezTo>
                    <a:cubicBezTo>
                      <a:pt x="12234" y="5863"/>
                      <a:pt x="12051" y="6137"/>
                      <a:pt x="11930" y="6421"/>
                    </a:cubicBezTo>
                    <a:cubicBezTo>
                      <a:pt x="11869" y="6553"/>
                      <a:pt x="11818" y="6705"/>
                      <a:pt x="11788" y="6776"/>
                    </a:cubicBezTo>
                    <a:cubicBezTo>
                      <a:pt x="11767" y="6817"/>
                      <a:pt x="11747" y="6837"/>
                      <a:pt x="11727" y="6857"/>
                    </a:cubicBezTo>
                    <a:cubicBezTo>
                      <a:pt x="11706" y="6877"/>
                      <a:pt x="11676" y="6908"/>
                      <a:pt x="11635" y="6929"/>
                    </a:cubicBezTo>
                    <a:cubicBezTo>
                      <a:pt x="11594" y="6959"/>
                      <a:pt x="11544" y="6979"/>
                      <a:pt x="11493" y="7010"/>
                    </a:cubicBezTo>
                    <a:lnTo>
                      <a:pt x="11301" y="7111"/>
                    </a:lnTo>
                    <a:cubicBezTo>
                      <a:pt x="11179" y="7182"/>
                      <a:pt x="11057" y="7253"/>
                      <a:pt x="10935" y="7314"/>
                    </a:cubicBezTo>
                    <a:cubicBezTo>
                      <a:pt x="10702" y="7456"/>
                      <a:pt x="10469" y="7588"/>
                      <a:pt x="10246" y="7709"/>
                    </a:cubicBezTo>
                    <a:cubicBezTo>
                      <a:pt x="10124" y="7770"/>
                      <a:pt x="10023" y="7811"/>
                      <a:pt x="9881" y="7882"/>
                    </a:cubicBezTo>
                    <a:cubicBezTo>
                      <a:pt x="9748" y="7953"/>
                      <a:pt x="9617" y="8024"/>
                      <a:pt x="9495" y="8095"/>
                    </a:cubicBezTo>
                    <a:cubicBezTo>
                      <a:pt x="9252" y="8247"/>
                      <a:pt x="9018" y="8399"/>
                      <a:pt x="8795" y="8531"/>
                    </a:cubicBezTo>
                    <a:cubicBezTo>
                      <a:pt x="8572" y="8673"/>
                      <a:pt x="8359" y="8795"/>
                      <a:pt x="8146" y="8876"/>
                    </a:cubicBezTo>
                    <a:cubicBezTo>
                      <a:pt x="8044" y="8926"/>
                      <a:pt x="7933" y="8957"/>
                      <a:pt x="7832" y="8978"/>
                    </a:cubicBezTo>
                    <a:cubicBezTo>
                      <a:pt x="7780" y="8987"/>
                      <a:pt x="7740" y="9008"/>
                      <a:pt x="7690" y="9008"/>
                    </a:cubicBezTo>
                    <a:lnTo>
                      <a:pt x="7608" y="9018"/>
                    </a:lnTo>
                    <a:lnTo>
                      <a:pt x="7507" y="9028"/>
                    </a:lnTo>
                    <a:cubicBezTo>
                      <a:pt x="7284" y="9048"/>
                      <a:pt x="7061" y="9079"/>
                      <a:pt x="6838" y="9109"/>
                    </a:cubicBezTo>
                    <a:lnTo>
                      <a:pt x="7000" y="8592"/>
                    </a:lnTo>
                    <a:lnTo>
                      <a:pt x="7091" y="8288"/>
                    </a:lnTo>
                    <a:cubicBezTo>
                      <a:pt x="7122" y="8186"/>
                      <a:pt x="7152" y="8105"/>
                      <a:pt x="7182" y="8014"/>
                    </a:cubicBezTo>
                    <a:cubicBezTo>
                      <a:pt x="7253" y="7821"/>
                      <a:pt x="7334" y="7628"/>
                      <a:pt x="7415" y="7405"/>
                    </a:cubicBezTo>
                    <a:cubicBezTo>
                      <a:pt x="7487" y="7182"/>
                      <a:pt x="7548" y="6929"/>
                      <a:pt x="7548" y="6665"/>
                    </a:cubicBezTo>
                    <a:cubicBezTo>
                      <a:pt x="7548" y="6543"/>
                      <a:pt x="7527" y="6411"/>
                      <a:pt x="7507" y="6289"/>
                    </a:cubicBezTo>
                    <a:cubicBezTo>
                      <a:pt x="7496" y="6228"/>
                      <a:pt x="7487" y="6167"/>
                      <a:pt x="7466" y="6107"/>
                    </a:cubicBezTo>
                    <a:lnTo>
                      <a:pt x="7426" y="5955"/>
                    </a:lnTo>
                    <a:lnTo>
                      <a:pt x="7243" y="5356"/>
                    </a:lnTo>
                    <a:cubicBezTo>
                      <a:pt x="7131" y="4981"/>
                      <a:pt x="7050" y="4596"/>
                      <a:pt x="7111" y="4240"/>
                    </a:cubicBezTo>
                    <a:lnTo>
                      <a:pt x="7142" y="4118"/>
                    </a:lnTo>
                    <a:lnTo>
                      <a:pt x="7192" y="3987"/>
                    </a:lnTo>
                    <a:lnTo>
                      <a:pt x="7243" y="3865"/>
                    </a:lnTo>
                    <a:cubicBezTo>
                      <a:pt x="7264" y="3825"/>
                      <a:pt x="7284" y="3794"/>
                      <a:pt x="7314" y="3764"/>
                    </a:cubicBezTo>
                    <a:cubicBezTo>
                      <a:pt x="7415" y="3622"/>
                      <a:pt x="7578" y="3500"/>
                      <a:pt x="7750" y="3378"/>
                    </a:cubicBezTo>
                    <a:cubicBezTo>
                      <a:pt x="7913" y="3246"/>
                      <a:pt x="8095" y="3115"/>
                      <a:pt x="8227" y="2942"/>
                    </a:cubicBezTo>
                    <a:cubicBezTo>
                      <a:pt x="8369" y="2770"/>
                      <a:pt x="8491" y="2597"/>
                      <a:pt x="8592" y="2414"/>
                    </a:cubicBezTo>
                    <a:cubicBezTo>
                      <a:pt x="8805" y="2049"/>
                      <a:pt x="8988" y="1674"/>
                      <a:pt x="9241" y="1339"/>
                    </a:cubicBezTo>
                    <a:lnTo>
                      <a:pt x="9241" y="1339"/>
                    </a:lnTo>
                    <a:cubicBezTo>
                      <a:pt x="8947" y="1643"/>
                      <a:pt x="8714" y="1999"/>
                      <a:pt x="8470" y="2333"/>
                    </a:cubicBezTo>
                    <a:cubicBezTo>
                      <a:pt x="8349" y="2496"/>
                      <a:pt x="8217" y="2648"/>
                      <a:pt x="8064" y="2780"/>
                    </a:cubicBezTo>
                    <a:cubicBezTo>
                      <a:pt x="7922" y="2922"/>
                      <a:pt x="7760" y="3013"/>
                      <a:pt x="7578" y="3124"/>
                    </a:cubicBezTo>
                    <a:cubicBezTo>
                      <a:pt x="7395" y="3236"/>
                      <a:pt x="7203" y="3338"/>
                      <a:pt x="7030" y="3510"/>
                    </a:cubicBezTo>
                    <a:cubicBezTo>
                      <a:pt x="6989" y="3550"/>
                      <a:pt x="6949" y="3602"/>
                      <a:pt x="6908" y="3652"/>
                    </a:cubicBezTo>
                    <a:lnTo>
                      <a:pt x="6817" y="3804"/>
                    </a:lnTo>
                    <a:lnTo>
                      <a:pt x="6736" y="3967"/>
                    </a:lnTo>
                    <a:lnTo>
                      <a:pt x="6675" y="4129"/>
                    </a:lnTo>
                    <a:cubicBezTo>
                      <a:pt x="6533" y="4596"/>
                      <a:pt x="6584" y="5072"/>
                      <a:pt x="6644" y="5488"/>
                    </a:cubicBezTo>
                    <a:cubicBezTo>
                      <a:pt x="6685" y="5701"/>
                      <a:pt x="6726" y="5914"/>
                      <a:pt x="6756" y="6107"/>
                    </a:cubicBezTo>
                    <a:lnTo>
                      <a:pt x="6786" y="6259"/>
                    </a:lnTo>
                    <a:cubicBezTo>
                      <a:pt x="6786" y="6309"/>
                      <a:pt x="6797" y="6340"/>
                      <a:pt x="6797" y="6391"/>
                    </a:cubicBezTo>
                    <a:cubicBezTo>
                      <a:pt x="6797" y="6472"/>
                      <a:pt x="6797" y="6553"/>
                      <a:pt x="6786" y="6634"/>
                    </a:cubicBezTo>
                    <a:cubicBezTo>
                      <a:pt x="6766" y="6787"/>
                      <a:pt x="6716" y="6938"/>
                      <a:pt x="6635" y="7101"/>
                    </a:cubicBezTo>
                    <a:cubicBezTo>
                      <a:pt x="6563" y="7263"/>
                      <a:pt x="6462" y="7446"/>
                      <a:pt x="6360" y="7639"/>
                    </a:cubicBezTo>
                    <a:cubicBezTo>
                      <a:pt x="6310" y="7730"/>
                      <a:pt x="6249" y="7842"/>
                      <a:pt x="6209" y="7932"/>
                    </a:cubicBezTo>
                    <a:lnTo>
                      <a:pt x="6087" y="8227"/>
                    </a:lnTo>
                    <a:lnTo>
                      <a:pt x="5833" y="8795"/>
                    </a:lnTo>
                    <a:cubicBezTo>
                      <a:pt x="5803" y="8856"/>
                      <a:pt x="5752" y="8926"/>
                      <a:pt x="5701" y="9008"/>
                    </a:cubicBezTo>
                    <a:lnTo>
                      <a:pt x="5539" y="9271"/>
                    </a:lnTo>
                    <a:cubicBezTo>
                      <a:pt x="5508" y="9322"/>
                      <a:pt x="5478" y="9373"/>
                      <a:pt x="5447" y="9434"/>
                    </a:cubicBezTo>
                    <a:cubicBezTo>
                      <a:pt x="4991" y="9586"/>
                      <a:pt x="4555" y="9799"/>
                      <a:pt x="4149" y="10042"/>
                    </a:cubicBezTo>
                    <a:cubicBezTo>
                      <a:pt x="3653" y="10347"/>
                      <a:pt x="3175" y="10682"/>
                      <a:pt x="2729" y="11108"/>
                    </a:cubicBezTo>
                    <a:cubicBezTo>
                      <a:pt x="2719" y="11108"/>
                      <a:pt x="2709" y="11117"/>
                      <a:pt x="2709" y="11128"/>
                    </a:cubicBezTo>
                    <a:cubicBezTo>
                      <a:pt x="2658" y="11027"/>
                      <a:pt x="2618" y="10925"/>
                      <a:pt x="2577" y="10813"/>
                    </a:cubicBezTo>
                    <a:cubicBezTo>
                      <a:pt x="2526" y="10682"/>
                      <a:pt x="2476" y="10540"/>
                      <a:pt x="2415" y="10407"/>
                    </a:cubicBezTo>
                    <a:cubicBezTo>
                      <a:pt x="2344" y="10691"/>
                      <a:pt x="2222" y="10945"/>
                      <a:pt x="2141" y="11239"/>
                    </a:cubicBezTo>
                    <a:cubicBezTo>
                      <a:pt x="2100" y="11392"/>
                      <a:pt x="2060" y="11564"/>
                      <a:pt x="2070" y="11757"/>
                    </a:cubicBezTo>
                    <a:cubicBezTo>
                      <a:pt x="2070" y="11818"/>
                      <a:pt x="2080" y="11888"/>
                      <a:pt x="2090" y="11960"/>
                    </a:cubicBezTo>
                    <a:cubicBezTo>
                      <a:pt x="1948" y="12233"/>
                      <a:pt x="1847" y="12467"/>
                      <a:pt x="1735" y="12650"/>
                    </a:cubicBezTo>
                    <a:cubicBezTo>
                      <a:pt x="1715" y="12690"/>
                      <a:pt x="1685" y="12731"/>
                      <a:pt x="1654" y="12771"/>
                    </a:cubicBezTo>
                    <a:lnTo>
                      <a:pt x="1543" y="12934"/>
                    </a:lnTo>
                    <a:lnTo>
                      <a:pt x="1309" y="13258"/>
                    </a:lnTo>
                    <a:cubicBezTo>
                      <a:pt x="1157" y="13471"/>
                      <a:pt x="984" y="13704"/>
                      <a:pt x="833" y="13948"/>
                    </a:cubicBezTo>
                    <a:cubicBezTo>
                      <a:pt x="508" y="14435"/>
                      <a:pt x="193" y="14992"/>
                      <a:pt x="1" y="15611"/>
                    </a:cubicBezTo>
                    <a:lnTo>
                      <a:pt x="1674" y="16098"/>
                    </a:lnTo>
                    <a:cubicBezTo>
                      <a:pt x="1786" y="15672"/>
                      <a:pt x="1969" y="15246"/>
                      <a:pt x="2222" y="14810"/>
                    </a:cubicBezTo>
                    <a:cubicBezTo>
                      <a:pt x="2344" y="14587"/>
                      <a:pt x="2486" y="14363"/>
                      <a:pt x="2628" y="14140"/>
                    </a:cubicBezTo>
                    <a:lnTo>
                      <a:pt x="2851" y="13786"/>
                    </a:lnTo>
                    <a:lnTo>
                      <a:pt x="2963" y="13592"/>
                    </a:lnTo>
                    <a:cubicBezTo>
                      <a:pt x="3003" y="13522"/>
                      <a:pt x="3044" y="13441"/>
                      <a:pt x="3084" y="13369"/>
                    </a:cubicBezTo>
                    <a:cubicBezTo>
                      <a:pt x="3226" y="13076"/>
                      <a:pt x="3328" y="12812"/>
                      <a:pt x="3419" y="12598"/>
                    </a:cubicBezTo>
                    <a:cubicBezTo>
                      <a:pt x="3470" y="12497"/>
                      <a:pt x="3520" y="12406"/>
                      <a:pt x="3571" y="12325"/>
                    </a:cubicBezTo>
                    <a:cubicBezTo>
                      <a:pt x="3592" y="12284"/>
                      <a:pt x="3612" y="12244"/>
                      <a:pt x="3642" y="12213"/>
                    </a:cubicBezTo>
                    <a:cubicBezTo>
                      <a:pt x="3673" y="12172"/>
                      <a:pt x="3693" y="12152"/>
                      <a:pt x="3734" y="12102"/>
                    </a:cubicBezTo>
                    <a:cubicBezTo>
                      <a:pt x="4058" y="11757"/>
                      <a:pt x="4444" y="11432"/>
                      <a:pt x="4859" y="11138"/>
                    </a:cubicBezTo>
                    <a:cubicBezTo>
                      <a:pt x="5275" y="10854"/>
                      <a:pt x="5691" y="10631"/>
                      <a:pt x="6158" y="10468"/>
                    </a:cubicBezTo>
                    <a:cubicBezTo>
                      <a:pt x="6624" y="10306"/>
                      <a:pt x="7122" y="10195"/>
                      <a:pt x="7649" y="10114"/>
                    </a:cubicBezTo>
                    <a:lnTo>
                      <a:pt x="7750" y="10093"/>
                    </a:lnTo>
                    <a:lnTo>
                      <a:pt x="7872" y="10073"/>
                    </a:lnTo>
                    <a:cubicBezTo>
                      <a:pt x="7953" y="10053"/>
                      <a:pt x="8044" y="10033"/>
                      <a:pt x="8125" y="10002"/>
                    </a:cubicBezTo>
                    <a:cubicBezTo>
                      <a:pt x="8146" y="10002"/>
                      <a:pt x="8166" y="9992"/>
                      <a:pt x="8186" y="9981"/>
                    </a:cubicBezTo>
                    <a:cubicBezTo>
                      <a:pt x="8425" y="10027"/>
                      <a:pt x="8663" y="10047"/>
                      <a:pt x="8894" y="10047"/>
                    </a:cubicBezTo>
                    <a:cubicBezTo>
                      <a:pt x="9076" y="10047"/>
                      <a:pt x="9254" y="10034"/>
                      <a:pt x="9424" y="10012"/>
                    </a:cubicBezTo>
                    <a:cubicBezTo>
                      <a:pt x="9890" y="9951"/>
                      <a:pt x="10327" y="9830"/>
                      <a:pt x="10753" y="9718"/>
                    </a:cubicBezTo>
                    <a:cubicBezTo>
                      <a:pt x="10316" y="9627"/>
                      <a:pt x="9881" y="9546"/>
                      <a:pt x="9475" y="9404"/>
                    </a:cubicBezTo>
                    <a:cubicBezTo>
                      <a:pt x="9424" y="9393"/>
                      <a:pt x="9383" y="9373"/>
                      <a:pt x="9333" y="9352"/>
                    </a:cubicBezTo>
                    <a:lnTo>
                      <a:pt x="9343" y="9352"/>
                    </a:lnTo>
                    <a:cubicBezTo>
                      <a:pt x="9566" y="9190"/>
                      <a:pt x="9789" y="9028"/>
                      <a:pt x="9992" y="8876"/>
                    </a:cubicBezTo>
                    <a:cubicBezTo>
                      <a:pt x="10104" y="8805"/>
                      <a:pt x="10205" y="8734"/>
                      <a:pt x="10316" y="8673"/>
                    </a:cubicBezTo>
                    <a:cubicBezTo>
                      <a:pt x="10408" y="8622"/>
                      <a:pt x="10550" y="8541"/>
                      <a:pt x="10672" y="8470"/>
                    </a:cubicBezTo>
                    <a:cubicBezTo>
                      <a:pt x="10692" y="8450"/>
                      <a:pt x="10722" y="8440"/>
                      <a:pt x="10742" y="8419"/>
                    </a:cubicBezTo>
                    <a:cubicBezTo>
                      <a:pt x="11067" y="8521"/>
                      <a:pt x="11402" y="8572"/>
                      <a:pt x="11716" y="8572"/>
                    </a:cubicBezTo>
                    <a:cubicBezTo>
                      <a:pt x="11762" y="8573"/>
                      <a:pt x="11808" y="8574"/>
                      <a:pt x="11853" y="8574"/>
                    </a:cubicBezTo>
                    <a:cubicBezTo>
                      <a:pt x="12147" y="8574"/>
                      <a:pt x="12425" y="8549"/>
                      <a:pt x="12680" y="8531"/>
                    </a:cubicBezTo>
                    <a:cubicBezTo>
                      <a:pt x="12892" y="8509"/>
                      <a:pt x="13109" y="8492"/>
                      <a:pt x="13298" y="8492"/>
                    </a:cubicBezTo>
                    <a:cubicBezTo>
                      <a:pt x="13371" y="8492"/>
                      <a:pt x="13439" y="8495"/>
                      <a:pt x="13501" y="8500"/>
                    </a:cubicBezTo>
                    <a:cubicBezTo>
                      <a:pt x="13745" y="8521"/>
                      <a:pt x="13958" y="8582"/>
                      <a:pt x="14171" y="8694"/>
                    </a:cubicBezTo>
                    <a:cubicBezTo>
                      <a:pt x="14384" y="8815"/>
                      <a:pt x="14587" y="8987"/>
                      <a:pt x="14790" y="9190"/>
                    </a:cubicBezTo>
                    <a:lnTo>
                      <a:pt x="14952" y="9343"/>
                    </a:lnTo>
                    <a:cubicBezTo>
                      <a:pt x="15003" y="9393"/>
                      <a:pt x="15063" y="9464"/>
                      <a:pt x="15124" y="9515"/>
                    </a:cubicBezTo>
                    <a:cubicBezTo>
                      <a:pt x="15257" y="9637"/>
                      <a:pt x="15388" y="9738"/>
                      <a:pt x="15520" y="9830"/>
                    </a:cubicBezTo>
                    <a:cubicBezTo>
                      <a:pt x="15784" y="10022"/>
                      <a:pt x="16057" y="10184"/>
                      <a:pt x="16342" y="10326"/>
                    </a:cubicBezTo>
                    <a:cubicBezTo>
                      <a:pt x="16393" y="10347"/>
                      <a:pt x="16453" y="10377"/>
                      <a:pt x="16504" y="10398"/>
                    </a:cubicBezTo>
                    <a:cubicBezTo>
                      <a:pt x="16535" y="10438"/>
                      <a:pt x="16555" y="10489"/>
                      <a:pt x="16595" y="10549"/>
                    </a:cubicBezTo>
                    <a:cubicBezTo>
                      <a:pt x="16605" y="10580"/>
                      <a:pt x="16636" y="10621"/>
                      <a:pt x="16656" y="10661"/>
                    </a:cubicBezTo>
                    <a:cubicBezTo>
                      <a:pt x="16686" y="10702"/>
                      <a:pt x="16717" y="10732"/>
                      <a:pt x="16747" y="10763"/>
                    </a:cubicBezTo>
                    <a:cubicBezTo>
                      <a:pt x="16808" y="10813"/>
                      <a:pt x="16859" y="10844"/>
                      <a:pt x="16889" y="10885"/>
                    </a:cubicBezTo>
                    <a:cubicBezTo>
                      <a:pt x="16930" y="10905"/>
                      <a:pt x="16961" y="10945"/>
                      <a:pt x="17001" y="11006"/>
                    </a:cubicBezTo>
                    <a:cubicBezTo>
                      <a:pt x="17042" y="11057"/>
                      <a:pt x="17112" y="11128"/>
                      <a:pt x="17184" y="11178"/>
                    </a:cubicBezTo>
                    <a:cubicBezTo>
                      <a:pt x="17315" y="11259"/>
                      <a:pt x="17437" y="11300"/>
                      <a:pt x="17529" y="11361"/>
                    </a:cubicBezTo>
                    <a:cubicBezTo>
                      <a:pt x="17559" y="11371"/>
                      <a:pt x="17569" y="11381"/>
                      <a:pt x="17599" y="11401"/>
                    </a:cubicBezTo>
                    <a:lnTo>
                      <a:pt x="17671" y="11462"/>
                    </a:lnTo>
                    <a:cubicBezTo>
                      <a:pt x="17721" y="11493"/>
                      <a:pt x="17762" y="11534"/>
                      <a:pt x="17802" y="11574"/>
                    </a:cubicBezTo>
                    <a:cubicBezTo>
                      <a:pt x="17883" y="11665"/>
                      <a:pt x="17944" y="11757"/>
                      <a:pt x="17985" y="11879"/>
                    </a:cubicBezTo>
                    <a:lnTo>
                      <a:pt x="18198" y="12609"/>
                    </a:lnTo>
                    <a:lnTo>
                      <a:pt x="18117" y="11848"/>
                    </a:lnTo>
                    <a:cubicBezTo>
                      <a:pt x="18097" y="11706"/>
                      <a:pt x="18036" y="11574"/>
                      <a:pt x="17964" y="11453"/>
                    </a:cubicBezTo>
                    <a:cubicBezTo>
                      <a:pt x="17924" y="11392"/>
                      <a:pt x="17883" y="11341"/>
                      <a:pt x="17833" y="11290"/>
                    </a:cubicBezTo>
                    <a:lnTo>
                      <a:pt x="17772" y="11219"/>
                    </a:lnTo>
                    <a:cubicBezTo>
                      <a:pt x="17752" y="11189"/>
                      <a:pt x="17711" y="11158"/>
                      <a:pt x="17691" y="11138"/>
                    </a:cubicBezTo>
                    <a:cubicBezTo>
                      <a:pt x="17569" y="11047"/>
                      <a:pt x="17457" y="10986"/>
                      <a:pt x="17387" y="10915"/>
                    </a:cubicBezTo>
                    <a:cubicBezTo>
                      <a:pt x="17356" y="10874"/>
                      <a:pt x="17336" y="10844"/>
                      <a:pt x="17306" y="10793"/>
                    </a:cubicBezTo>
                    <a:cubicBezTo>
                      <a:pt x="17295" y="10773"/>
                      <a:pt x="17275" y="10732"/>
                      <a:pt x="17254" y="10702"/>
                    </a:cubicBezTo>
                    <a:lnTo>
                      <a:pt x="17254" y="10702"/>
                    </a:lnTo>
                    <a:lnTo>
                      <a:pt x="17366" y="10732"/>
                    </a:lnTo>
                    <a:cubicBezTo>
                      <a:pt x="17407" y="10743"/>
                      <a:pt x="17457" y="10743"/>
                      <a:pt x="17508" y="10752"/>
                    </a:cubicBezTo>
                    <a:cubicBezTo>
                      <a:pt x="17555" y="10763"/>
                      <a:pt x="17601" y="10765"/>
                      <a:pt x="17648" y="10765"/>
                    </a:cubicBezTo>
                    <a:cubicBezTo>
                      <a:pt x="17693" y="10765"/>
                      <a:pt x="17737" y="10763"/>
                      <a:pt x="17782" y="10763"/>
                    </a:cubicBezTo>
                    <a:cubicBezTo>
                      <a:pt x="17975" y="10743"/>
                      <a:pt x="18147" y="10702"/>
                      <a:pt x="18309" y="10631"/>
                    </a:cubicBezTo>
                    <a:cubicBezTo>
                      <a:pt x="18634" y="10489"/>
                      <a:pt x="18888" y="10276"/>
                      <a:pt x="19121" y="10053"/>
                    </a:cubicBezTo>
                    <a:cubicBezTo>
                      <a:pt x="19344" y="9819"/>
                      <a:pt x="19537" y="9576"/>
                      <a:pt x="19720" y="9332"/>
                    </a:cubicBezTo>
                    <a:cubicBezTo>
                      <a:pt x="19902" y="9099"/>
                      <a:pt x="20085" y="8866"/>
                      <a:pt x="20297" y="8673"/>
                    </a:cubicBezTo>
                    <a:cubicBezTo>
                      <a:pt x="20511" y="8470"/>
                      <a:pt x="20744" y="8298"/>
                      <a:pt x="20998" y="8166"/>
                    </a:cubicBezTo>
                    <a:cubicBezTo>
                      <a:pt x="21129" y="8105"/>
                      <a:pt x="21271" y="8054"/>
                      <a:pt x="21413" y="8004"/>
                    </a:cubicBezTo>
                    <a:cubicBezTo>
                      <a:pt x="21485" y="7973"/>
                      <a:pt x="21555" y="7943"/>
                      <a:pt x="21636" y="7892"/>
                    </a:cubicBezTo>
                    <a:cubicBezTo>
                      <a:pt x="21708" y="7851"/>
                      <a:pt x="21769" y="7790"/>
                      <a:pt x="21819" y="7740"/>
                    </a:cubicBezTo>
                    <a:cubicBezTo>
                      <a:pt x="22032" y="7506"/>
                      <a:pt x="22204" y="7273"/>
                      <a:pt x="22428" y="7060"/>
                    </a:cubicBezTo>
                    <a:cubicBezTo>
                      <a:pt x="22641" y="6857"/>
                      <a:pt x="22884" y="6675"/>
                      <a:pt x="23189" y="6604"/>
                    </a:cubicBezTo>
                    <a:lnTo>
                      <a:pt x="23189" y="6604"/>
                    </a:lnTo>
                    <a:cubicBezTo>
                      <a:pt x="22884" y="6645"/>
                      <a:pt x="22610" y="6817"/>
                      <a:pt x="22377" y="7010"/>
                    </a:cubicBezTo>
                    <a:cubicBezTo>
                      <a:pt x="22134" y="7202"/>
                      <a:pt x="21931" y="7425"/>
                      <a:pt x="21718" y="7628"/>
                    </a:cubicBezTo>
                    <a:cubicBezTo>
                      <a:pt x="21606" y="7730"/>
                      <a:pt x="21494" y="7781"/>
                      <a:pt x="21352" y="7821"/>
                    </a:cubicBezTo>
                    <a:cubicBezTo>
                      <a:pt x="21210" y="7862"/>
                      <a:pt x="21059" y="7902"/>
                      <a:pt x="20906" y="7963"/>
                    </a:cubicBezTo>
                    <a:cubicBezTo>
                      <a:pt x="20612" y="8074"/>
                      <a:pt x="20349" y="8247"/>
                      <a:pt x="20095" y="8440"/>
                    </a:cubicBezTo>
                    <a:cubicBezTo>
                      <a:pt x="19851" y="8633"/>
                      <a:pt x="19628" y="8866"/>
                      <a:pt x="19436" y="9099"/>
                    </a:cubicBezTo>
                    <a:cubicBezTo>
                      <a:pt x="19233" y="9322"/>
                      <a:pt x="19030" y="9535"/>
                      <a:pt x="18807" y="9718"/>
                    </a:cubicBezTo>
                    <a:cubicBezTo>
                      <a:pt x="18593" y="9900"/>
                      <a:pt x="18360" y="10053"/>
                      <a:pt x="18117" y="10134"/>
                    </a:cubicBezTo>
                    <a:cubicBezTo>
                      <a:pt x="17995" y="10175"/>
                      <a:pt x="17883" y="10195"/>
                      <a:pt x="17762" y="10195"/>
                    </a:cubicBezTo>
                    <a:cubicBezTo>
                      <a:pt x="17711" y="10184"/>
                      <a:pt x="17650" y="10195"/>
                      <a:pt x="17590" y="10175"/>
                    </a:cubicBezTo>
                    <a:cubicBezTo>
                      <a:pt x="17569" y="10164"/>
                      <a:pt x="17538" y="10164"/>
                      <a:pt x="17508" y="10154"/>
                    </a:cubicBezTo>
                    <a:lnTo>
                      <a:pt x="17427" y="10123"/>
                    </a:lnTo>
                    <a:cubicBezTo>
                      <a:pt x="17376" y="10103"/>
                      <a:pt x="17306" y="10073"/>
                      <a:pt x="17245" y="10042"/>
                    </a:cubicBezTo>
                    <a:cubicBezTo>
                      <a:pt x="17173" y="10012"/>
                      <a:pt x="17112" y="9972"/>
                      <a:pt x="17052" y="9941"/>
                    </a:cubicBezTo>
                    <a:cubicBezTo>
                      <a:pt x="16920" y="9880"/>
                      <a:pt x="16798" y="9809"/>
                      <a:pt x="16677" y="9728"/>
                    </a:cubicBezTo>
                    <a:cubicBezTo>
                      <a:pt x="16433" y="9576"/>
                      <a:pt x="16190" y="9413"/>
                      <a:pt x="15976" y="9231"/>
                    </a:cubicBezTo>
                    <a:cubicBezTo>
                      <a:pt x="15875" y="9140"/>
                      <a:pt x="15773" y="9048"/>
                      <a:pt x="15683" y="8957"/>
                    </a:cubicBezTo>
                    <a:cubicBezTo>
                      <a:pt x="15631" y="8906"/>
                      <a:pt x="15601" y="8856"/>
                      <a:pt x="15550" y="8805"/>
                    </a:cubicBezTo>
                    <a:lnTo>
                      <a:pt x="15399" y="8622"/>
                    </a:lnTo>
                    <a:cubicBezTo>
                      <a:pt x="15196" y="8379"/>
                      <a:pt x="14952" y="8135"/>
                      <a:pt x="14658" y="7932"/>
                    </a:cubicBezTo>
                    <a:cubicBezTo>
                      <a:pt x="14353" y="7730"/>
                      <a:pt x="13988" y="7578"/>
                      <a:pt x="13634" y="7527"/>
                    </a:cubicBezTo>
                    <a:cubicBezTo>
                      <a:pt x="13258" y="7466"/>
                      <a:pt x="12954" y="7476"/>
                      <a:pt x="12640" y="7466"/>
                    </a:cubicBezTo>
                    <a:lnTo>
                      <a:pt x="12183" y="7466"/>
                    </a:lnTo>
                    <a:cubicBezTo>
                      <a:pt x="12214" y="7436"/>
                      <a:pt x="12254" y="7395"/>
                      <a:pt x="12284" y="7355"/>
                    </a:cubicBezTo>
                    <a:cubicBezTo>
                      <a:pt x="12356" y="7273"/>
                      <a:pt x="12416" y="7182"/>
                      <a:pt x="12446" y="7091"/>
                    </a:cubicBezTo>
                    <a:cubicBezTo>
                      <a:pt x="12528" y="6918"/>
                      <a:pt x="12548" y="6807"/>
                      <a:pt x="12588" y="6685"/>
                    </a:cubicBezTo>
                    <a:cubicBezTo>
                      <a:pt x="12670" y="6462"/>
                      <a:pt x="12782" y="6269"/>
                      <a:pt x="12933" y="6107"/>
                    </a:cubicBezTo>
                    <a:cubicBezTo>
                      <a:pt x="13005" y="6016"/>
                      <a:pt x="13096" y="5944"/>
                      <a:pt x="13187" y="5883"/>
                    </a:cubicBezTo>
                    <a:cubicBezTo>
                      <a:pt x="13278" y="5823"/>
                      <a:pt x="13370" y="5782"/>
                      <a:pt x="13501" y="5721"/>
                    </a:cubicBezTo>
                    <a:cubicBezTo>
                      <a:pt x="13745" y="5610"/>
                      <a:pt x="13988" y="5498"/>
                      <a:pt x="14191" y="5468"/>
                    </a:cubicBezTo>
                    <a:cubicBezTo>
                      <a:pt x="14231" y="5462"/>
                      <a:pt x="14272" y="5459"/>
                      <a:pt x="14316" y="5459"/>
                    </a:cubicBezTo>
                    <a:cubicBezTo>
                      <a:pt x="14495" y="5459"/>
                      <a:pt x="14708" y="5502"/>
                      <a:pt x="14952" y="5518"/>
                    </a:cubicBezTo>
                    <a:cubicBezTo>
                      <a:pt x="15023" y="5529"/>
                      <a:pt x="15104" y="5529"/>
                      <a:pt x="15185" y="5529"/>
                    </a:cubicBezTo>
                    <a:cubicBezTo>
                      <a:pt x="15266" y="5518"/>
                      <a:pt x="15347" y="5509"/>
                      <a:pt x="15419" y="5498"/>
                    </a:cubicBezTo>
                    <a:cubicBezTo>
                      <a:pt x="15561" y="5468"/>
                      <a:pt x="15703" y="5427"/>
                      <a:pt x="15845" y="5376"/>
                    </a:cubicBezTo>
                    <a:cubicBezTo>
                      <a:pt x="16118" y="5275"/>
                      <a:pt x="16382" y="5143"/>
                      <a:pt x="16616" y="4971"/>
                    </a:cubicBezTo>
                    <a:cubicBezTo>
                      <a:pt x="16859" y="4788"/>
                      <a:pt x="17052" y="4544"/>
                      <a:pt x="17194" y="4312"/>
                    </a:cubicBezTo>
                    <a:cubicBezTo>
                      <a:pt x="17346" y="4068"/>
                      <a:pt x="17468" y="3825"/>
                      <a:pt x="17599" y="3591"/>
                    </a:cubicBezTo>
                    <a:cubicBezTo>
                      <a:pt x="17660" y="3469"/>
                      <a:pt x="17732" y="3358"/>
                      <a:pt x="17802" y="3246"/>
                    </a:cubicBezTo>
                    <a:cubicBezTo>
                      <a:pt x="17874" y="3124"/>
                      <a:pt x="17944" y="3003"/>
                      <a:pt x="18016" y="2892"/>
                    </a:cubicBezTo>
                    <a:cubicBezTo>
                      <a:pt x="18289" y="2405"/>
                      <a:pt x="18482" y="1887"/>
                      <a:pt x="18634" y="1359"/>
                    </a:cubicBezTo>
                    <a:lnTo>
                      <a:pt x="18746" y="964"/>
                    </a:lnTo>
                    <a:cubicBezTo>
                      <a:pt x="18786" y="832"/>
                      <a:pt x="18827" y="710"/>
                      <a:pt x="18898" y="599"/>
                    </a:cubicBezTo>
                    <a:cubicBezTo>
                      <a:pt x="19040" y="365"/>
                      <a:pt x="19273" y="203"/>
                      <a:pt x="194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4995" name="Google Shape;54995;p66"/>
              <p:cNvGrpSpPr/>
              <p:nvPr/>
            </p:nvGrpSpPr>
            <p:grpSpPr>
              <a:xfrm>
                <a:off x="-1521248" y="2007496"/>
                <a:ext cx="305094" cy="322064"/>
                <a:chOff x="2193097" y="745802"/>
                <a:chExt cx="104549" cy="110368"/>
              </a:xfrm>
            </p:grpSpPr>
            <p:sp>
              <p:nvSpPr>
                <p:cNvPr id="54996" name="Google Shape;54996;p66"/>
                <p:cNvSpPr/>
                <p:nvPr/>
              </p:nvSpPr>
              <p:spPr>
                <a:xfrm>
                  <a:off x="2222144" y="745802"/>
                  <a:ext cx="46503" cy="42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3" extrusionOk="0">
                      <a:moveTo>
                        <a:pt x="467" y="0"/>
                      </a:moveTo>
                      <a:cubicBezTo>
                        <a:pt x="244" y="30"/>
                        <a:pt x="1" y="224"/>
                        <a:pt x="82" y="436"/>
                      </a:cubicBezTo>
                      <a:cubicBezTo>
                        <a:pt x="173" y="659"/>
                        <a:pt x="315" y="842"/>
                        <a:pt x="467" y="873"/>
                      </a:cubicBezTo>
                      <a:cubicBezTo>
                        <a:pt x="477" y="873"/>
                        <a:pt x="477" y="882"/>
                        <a:pt x="487" y="882"/>
                      </a:cubicBezTo>
                      <a:cubicBezTo>
                        <a:pt x="487" y="882"/>
                        <a:pt x="497" y="873"/>
                        <a:pt x="508" y="873"/>
                      </a:cubicBezTo>
                      <a:cubicBezTo>
                        <a:pt x="659" y="842"/>
                        <a:pt x="801" y="659"/>
                        <a:pt x="893" y="436"/>
                      </a:cubicBezTo>
                      <a:cubicBezTo>
                        <a:pt x="974" y="224"/>
                        <a:pt x="731" y="30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997" name="Google Shape;54997;p66"/>
                <p:cNvSpPr/>
                <p:nvPr/>
              </p:nvSpPr>
              <p:spPr>
                <a:xfrm>
                  <a:off x="2236644" y="771415"/>
                  <a:ext cx="17504" cy="14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5" extrusionOk="0">
                      <a:moveTo>
                        <a:pt x="173" y="1"/>
                      </a:moveTo>
                      <a:cubicBezTo>
                        <a:pt x="92" y="11"/>
                        <a:pt x="1" y="92"/>
                        <a:pt x="31" y="173"/>
                      </a:cubicBezTo>
                      <a:cubicBezTo>
                        <a:pt x="51" y="224"/>
                        <a:pt x="82" y="275"/>
                        <a:pt x="112" y="305"/>
                      </a:cubicBezTo>
                      <a:cubicBezTo>
                        <a:pt x="132" y="295"/>
                        <a:pt x="163" y="295"/>
                        <a:pt x="183" y="295"/>
                      </a:cubicBezTo>
                      <a:cubicBezTo>
                        <a:pt x="204" y="295"/>
                        <a:pt x="234" y="295"/>
                        <a:pt x="254" y="305"/>
                      </a:cubicBezTo>
                      <a:cubicBezTo>
                        <a:pt x="285" y="275"/>
                        <a:pt x="315" y="224"/>
                        <a:pt x="335" y="173"/>
                      </a:cubicBezTo>
                      <a:cubicBezTo>
                        <a:pt x="366" y="92"/>
                        <a:pt x="274" y="11"/>
                        <a:pt x="1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998" name="Google Shape;54998;p66"/>
                <p:cNvSpPr/>
                <p:nvPr/>
              </p:nvSpPr>
              <p:spPr>
                <a:xfrm>
                  <a:off x="2193097" y="762830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79" y="1"/>
                      </a:moveTo>
                      <a:cubicBezTo>
                        <a:pt x="346" y="1"/>
                        <a:pt x="193" y="84"/>
                        <a:pt x="102" y="201"/>
                      </a:cubicBezTo>
                      <a:cubicBezTo>
                        <a:pt x="102" y="211"/>
                        <a:pt x="92" y="211"/>
                        <a:pt x="92" y="221"/>
                      </a:cubicBezTo>
                      <a:cubicBezTo>
                        <a:pt x="92" y="221"/>
                        <a:pt x="92" y="232"/>
                        <a:pt x="82" y="232"/>
                      </a:cubicBezTo>
                      <a:cubicBezTo>
                        <a:pt x="1" y="444"/>
                        <a:pt x="51" y="759"/>
                        <a:pt x="274" y="789"/>
                      </a:cubicBezTo>
                      <a:cubicBezTo>
                        <a:pt x="332" y="797"/>
                        <a:pt x="389" y="800"/>
                        <a:pt x="443" y="800"/>
                      </a:cubicBezTo>
                      <a:cubicBezTo>
                        <a:pt x="617" y="800"/>
                        <a:pt x="765" y="760"/>
                        <a:pt x="842" y="667"/>
                      </a:cubicBezTo>
                      <a:cubicBezTo>
                        <a:pt x="853" y="667"/>
                        <a:pt x="853" y="667"/>
                        <a:pt x="853" y="658"/>
                      </a:cubicBezTo>
                      <a:cubicBezTo>
                        <a:pt x="863" y="658"/>
                        <a:pt x="863" y="647"/>
                        <a:pt x="863" y="647"/>
                      </a:cubicBezTo>
                      <a:cubicBezTo>
                        <a:pt x="914" y="495"/>
                        <a:pt x="822" y="282"/>
                        <a:pt x="670" y="90"/>
                      </a:cubicBezTo>
                      <a:cubicBezTo>
                        <a:pt x="623" y="27"/>
                        <a:pt x="554" y="1"/>
                        <a:pt x="4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999" name="Google Shape;54999;p66"/>
                <p:cNvSpPr/>
                <p:nvPr/>
              </p:nvSpPr>
              <p:spPr>
                <a:xfrm>
                  <a:off x="2218281" y="782051"/>
                  <a:ext cx="15978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6" extrusionOk="0">
                      <a:moveTo>
                        <a:pt x="183" y="1"/>
                      </a:moveTo>
                      <a:cubicBezTo>
                        <a:pt x="132" y="1"/>
                        <a:pt x="71" y="41"/>
                        <a:pt x="41" y="82"/>
                      </a:cubicBezTo>
                      <a:cubicBezTo>
                        <a:pt x="41" y="82"/>
                        <a:pt x="30" y="82"/>
                        <a:pt x="30" y="92"/>
                      </a:cubicBezTo>
                      <a:cubicBezTo>
                        <a:pt x="0" y="174"/>
                        <a:pt x="21" y="295"/>
                        <a:pt x="102" y="305"/>
                      </a:cubicBezTo>
                      <a:cubicBezTo>
                        <a:pt x="132" y="305"/>
                        <a:pt x="152" y="316"/>
                        <a:pt x="172" y="316"/>
                      </a:cubicBezTo>
                      <a:cubicBezTo>
                        <a:pt x="203" y="316"/>
                        <a:pt x="233" y="305"/>
                        <a:pt x="254" y="305"/>
                      </a:cubicBezTo>
                      <a:cubicBezTo>
                        <a:pt x="274" y="255"/>
                        <a:pt x="294" y="214"/>
                        <a:pt x="335" y="174"/>
                      </a:cubicBezTo>
                      <a:cubicBezTo>
                        <a:pt x="325" y="133"/>
                        <a:pt x="294" y="82"/>
                        <a:pt x="254" y="41"/>
                      </a:cubicBezTo>
                      <a:cubicBezTo>
                        <a:pt x="244" y="1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0" name="Google Shape;55000;p66"/>
                <p:cNvSpPr/>
                <p:nvPr/>
              </p:nvSpPr>
              <p:spPr>
                <a:xfrm>
                  <a:off x="2193097" y="800843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61" y="0"/>
                      </a:moveTo>
                      <a:cubicBezTo>
                        <a:pt x="401" y="0"/>
                        <a:pt x="338" y="5"/>
                        <a:pt x="274" y="12"/>
                      </a:cubicBezTo>
                      <a:cubicBezTo>
                        <a:pt x="51" y="43"/>
                        <a:pt x="1" y="357"/>
                        <a:pt x="82" y="571"/>
                      </a:cubicBezTo>
                      <a:cubicBezTo>
                        <a:pt x="92" y="571"/>
                        <a:pt x="92" y="581"/>
                        <a:pt x="92" y="581"/>
                      </a:cubicBezTo>
                      <a:cubicBezTo>
                        <a:pt x="92" y="591"/>
                        <a:pt x="102" y="591"/>
                        <a:pt x="102" y="591"/>
                      </a:cubicBezTo>
                      <a:cubicBezTo>
                        <a:pt x="194" y="715"/>
                        <a:pt x="348" y="801"/>
                        <a:pt x="481" y="801"/>
                      </a:cubicBezTo>
                      <a:cubicBezTo>
                        <a:pt x="555" y="801"/>
                        <a:pt x="623" y="774"/>
                        <a:pt x="670" y="713"/>
                      </a:cubicBezTo>
                      <a:cubicBezTo>
                        <a:pt x="822" y="520"/>
                        <a:pt x="914" y="307"/>
                        <a:pt x="863" y="155"/>
                      </a:cubicBezTo>
                      <a:cubicBezTo>
                        <a:pt x="863" y="155"/>
                        <a:pt x="863" y="145"/>
                        <a:pt x="853" y="145"/>
                      </a:cubicBezTo>
                      <a:cubicBezTo>
                        <a:pt x="853" y="134"/>
                        <a:pt x="853" y="134"/>
                        <a:pt x="842" y="124"/>
                      </a:cubicBezTo>
                      <a:cubicBezTo>
                        <a:pt x="768" y="35"/>
                        <a:pt x="627" y="0"/>
                        <a:pt x="4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1" name="Google Shape;55001;p66"/>
                <p:cNvSpPr/>
                <p:nvPr/>
              </p:nvSpPr>
              <p:spPr>
                <a:xfrm>
                  <a:off x="2218281" y="804802"/>
                  <a:ext cx="15978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5" extrusionOk="0">
                      <a:moveTo>
                        <a:pt x="172" y="1"/>
                      </a:moveTo>
                      <a:cubicBezTo>
                        <a:pt x="152" y="1"/>
                        <a:pt x="132" y="1"/>
                        <a:pt x="102" y="11"/>
                      </a:cubicBezTo>
                      <a:cubicBezTo>
                        <a:pt x="21" y="21"/>
                        <a:pt x="0" y="143"/>
                        <a:pt x="30" y="224"/>
                      </a:cubicBezTo>
                      <a:lnTo>
                        <a:pt x="41" y="234"/>
                      </a:lnTo>
                      <a:cubicBezTo>
                        <a:pt x="71" y="274"/>
                        <a:pt x="132" y="315"/>
                        <a:pt x="183" y="315"/>
                      </a:cubicBezTo>
                      <a:cubicBezTo>
                        <a:pt x="213" y="315"/>
                        <a:pt x="244" y="305"/>
                        <a:pt x="254" y="274"/>
                      </a:cubicBezTo>
                      <a:cubicBezTo>
                        <a:pt x="294" y="234"/>
                        <a:pt x="325" y="183"/>
                        <a:pt x="335" y="143"/>
                      </a:cubicBezTo>
                      <a:cubicBezTo>
                        <a:pt x="294" y="102"/>
                        <a:pt x="274" y="62"/>
                        <a:pt x="254" y="11"/>
                      </a:cubicBezTo>
                      <a:cubicBezTo>
                        <a:pt x="233" y="11"/>
                        <a:pt x="203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2" name="Google Shape;55002;p66"/>
                <p:cNvSpPr/>
                <p:nvPr/>
              </p:nvSpPr>
              <p:spPr>
                <a:xfrm>
                  <a:off x="2222144" y="814007"/>
                  <a:ext cx="46503" cy="42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4" extrusionOk="0">
                      <a:moveTo>
                        <a:pt x="467" y="0"/>
                      </a:moveTo>
                      <a:cubicBezTo>
                        <a:pt x="315" y="41"/>
                        <a:pt x="173" y="214"/>
                        <a:pt x="82" y="447"/>
                      </a:cubicBezTo>
                      <a:cubicBezTo>
                        <a:pt x="1" y="649"/>
                        <a:pt x="244" y="852"/>
                        <a:pt x="467" y="883"/>
                      </a:cubicBezTo>
                      <a:lnTo>
                        <a:pt x="508" y="883"/>
                      </a:lnTo>
                      <a:cubicBezTo>
                        <a:pt x="731" y="852"/>
                        <a:pt x="974" y="649"/>
                        <a:pt x="893" y="447"/>
                      </a:cubicBezTo>
                      <a:cubicBezTo>
                        <a:pt x="801" y="214"/>
                        <a:pt x="659" y="41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3" name="Google Shape;55003;p66"/>
                <p:cNvSpPr/>
                <p:nvPr/>
              </p:nvSpPr>
              <p:spPr>
                <a:xfrm>
                  <a:off x="2236644" y="815915"/>
                  <a:ext cx="17504" cy="14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6" extrusionOk="0">
                      <a:moveTo>
                        <a:pt x="112" y="1"/>
                      </a:moveTo>
                      <a:cubicBezTo>
                        <a:pt x="82" y="32"/>
                        <a:pt x="51" y="82"/>
                        <a:pt x="31" y="133"/>
                      </a:cubicBezTo>
                      <a:cubicBezTo>
                        <a:pt x="1" y="214"/>
                        <a:pt x="92" y="295"/>
                        <a:pt x="173" y="305"/>
                      </a:cubicBezTo>
                      <a:lnTo>
                        <a:pt x="193" y="305"/>
                      </a:lnTo>
                      <a:cubicBezTo>
                        <a:pt x="274" y="295"/>
                        <a:pt x="366" y="214"/>
                        <a:pt x="335" y="133"/>
                      </a:cubicBezTo>
                      <a:cubicBezTo>
                        <a:pt x="315" y="82"/>
                        <a:pt x="285" y="32"/>
                        <a:pt x="254" y="1"/>
                      </a:cubicBezTo>
                      <a:cubicBezTo>
                        <a:pt x="234" y="11"/>
                        <a:pt x="204" y="11"/>
                        <a:pt x="183" y="11"/>
                      </a:cubicBezTo>
                      <a:cubicBezTo>
                        <a:pt x="163" y="11"/>
                        <a:pt x="132" y="11"/>
                        <a:pt x="11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4" name="Google Shape;55004;p66"/>
                <p:cNvSpPr/>
                <p:nvPr/>
              </p:nvSpPr>
              <p:spPr>
                <a:xfrm>
                  <a:off x="2254100" y="800843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53" y="0"/>
                      </a:moveTo>
                      <a:cubicBezTo>
                        <a:pt x="286" y="0"/>
                        <a:pt x="145" y="35"/>
                        <a:pt x="71" y="124"/>
                      </a:cubicBezTo>
                      <a:cubicBezTo>
                        <a:pt x="61" y="134"/>
                        <a:pt x="61" y="134"/>
                        <a:pt x="61" y="145"/>
                      </a:cubicBezTo>
                      <a:cubicBezTo>
                        <a:pt x="50" y="145"/>
                        <a:pt x="50" y="155"/>
                        <a:pt x="50" y="155"/>
                      </a:cubicBezTo>
                      <a:cubicBezTo>
                        <a:pt x="0" y="307"/>
                        <a:pt x="91" y="520"/>
                        <a:pt x="233" y="713"/>
                      </a:cubicBezTo>
                      <a:cubicBezTo>
                        <a:pt x="284" y="774"/>
                        <a:pt x="354" y="801"/>
                        <a:pt x="430" y="801"/>
                      </a:cubicBezTo>
                      <a:cubicBezTo>
                        <a:pt x="566" y="801"/>
                        <a:pt x="720" y="715"/>
                        <a:pt x="811" y="591"/>
                      </a:cubicBezTo>
                      <a:cubicBezTo>
                        <a:pt x="811" y="591"/>
                        <a:pt x="821" y="591"/>
                        <a:pt x="821" y="581"/>
                      </a:cubicBezTo>
                      <a:cubicBezTo>
                        <a:pt x="821" y="581"/>
                        <a:pt x="821" y="571"/>
                        <a:pt x="832" y="571"/>
                      </a:cubicBezTo>
                      <a:cubicBezTo>
                        <a:pt x="913" y="357"/>
                        <a:pt x="862" y="43"/>
                        <a:pt x="639" y="12"/>
                      </a:cubicBezTo>
                      <a:cubicBezTo>
                        <a:pt x="575" y="5"/>
                        <a:pt x="512" y="0"/>
                        <a:pt x="4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5" name="Google Shape;55005;p66"/>
                <p:cNvSpPr/>
                <p:nvPr/>
              </p:nvSpPr>
              <p:spPr>
                <a:xfrm>
                  <a:off x="2256485" y="804802"/>
                  <a:ext cx="16026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5" extrusionOk="0">
                      <a:moveTo>
                        <a:pt x="163" y="1"/>
                      </a:moveTo>
                      <a:cubicBezTo>
                        <a:pt x="133" y="1"/>
                        <a:pt x="102" y="11"/>
                        <a:pt x="72" y="11"/>
                      </a:cubicBezTo>
                      <a:cubicBezTo>
                        <a:pt x="61" y="62"/>
                        <a:pt x="41" y="102"/>
                        <a:pt x="0" y="143"/>
                      </a:cubicBezTo>
                      <a:cubicBezTo>
                        <a:pt x="11" y="183"/>
                        <a:pt x="41" y="234"/>
                        <a:pt x="72" y="274"/>
                      </a:cubicBezTo>
                      <a:cubicBezTo>
                        <a:pt x="92" y="305"/>
                        <a:pt x="122" y="315"/>
                        <a:pt x="153" y="315"/>
                      </a:cubicBezTo>
                      <a:cubicBezTo>
                        <a:pt x="203" y="315"/>
                        <a:pt x="264" y="274"/>
                        <a:pt x="295" y="234"/>
                      </a:cubicBezTo>
                      <a:lnTo>
                        <a:pt x="305" y="224"/>
                      </a:lnTo>
                      <a:cubicBezTo>
                        <a:pt x="335" y="143"/>
                        <a:pt x="315" y="21"/>
                        <a:pt x="234" y="11"/>
                      </a:cubicBezTo>
                      <a:cubicBezTo>
                        <a:pt x="203" y="1"/>
                        <a:pt x="183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6" name="Google Shape;55006;p66"/>
                <p:cNvSpPr/>
                <p:nvPr/>
              </p:nvSpPr>
              <p:spPr>
                <a:xfrm>
                  <a:off x="2254100" y="762830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32" y="1"/>
                      </a:moveTo>
                      <a:cubicBezTo>
                        <a:pt x="355" y="1"/>
                        <a:pt x="284" y="27"/>
                        <a:pt x="233" y="90"/>
                      </a:cubicBezTo>
                      <a:cubicBezTo>
                        <a:pt x="91" y="282"/>
                        <a:pt x="0" y="495"/>
                        <a:pt x="50" y="647"/>
                      </a:cubicBezTo>
                      <a:cubicBezTo>
                        <a:pt x="50" y="647"/>
                        <a:pt x="50" y="658"/>
                        <a:pt x="61" y="658"/>
                      </a:cubicBezTo>
                      <a:cubicBezTo>
                        <a:pt x="61" y="667"/>
                        <a:pt x="61" y="667"/>
                        <a:pt x="71" y="667"/>
                      </a:cubicBezTo>
                      <a:cubicBezTo>
                        <a:pt x="148" y="760"/>
                        <a:pt x="296" y="800"/>
                        <a:pt x="471" y="800"/>
                      </a:cubicBezTo>
                      <a:cubicBezTo>
                        <a:pt x="525" y="800"/>
                        <a:pt x="581" y="797"/>
                        <a:pt x="639" y="789"/>
                      </a:cubicBezTo>
                      <a:cubicBezTo>
                        <a:pt x="862" y="759"/>
                        <a:pt x="913" y="444"/>
                        <a:pt x="832" y="232"/>
                      </a:cubicBezTo>
                      <a:cubicBezTo>
                        <a:pt x="821" y="232"/>
                        <a:pt x="821" y="221"/>
                        <a:pt x="821" y="221"/>
                      </a:cubicBezTo>
                      <a:cubicBezTo>
                        <a:pt x="821" y="211"/>
                        <a:pt x="811" y="211"/>
                        <a:pt x="811" y="201"/>
                      </a:cubicBezTo>
                      <a:cubicBezTo>
                        <a:pt x="721" y="84"/>
                        <a:pt x="568" y="1"/>
                        <a:pt x="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7" name="Google Shape;55007;p66"/>
                <p:cNvSpPr/>
                <p:nvPr/>
              </p:nvSpPr>
              <p:spPr>
                <a:xfrm>
                  <a:off x="2256485" y="782051"/>
                  <a:ext cx="16026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" extrusionOk="0">
                      <a:moveTo>
                        <a:pt x="153" y="1"/>
                      </a:moveTo>
                      <a:cubicBezTo>
                        <a:pt x="122" y="1"/>
                        <a:pt x="92" y="11"/>
                        <a:pt x="72" y="41"/>
                      </a:cubicBezTo>
                      <a:cubicBezTo>
                        <a:pt x="41" y="82"/>
                        <a:pt x="11" y="133"/>
                        <a:pt x="0" y="174"/>
                      </a:cubicBezTo>
                      <a:cubicBezTo>
                        <a:pt x="41" y="214"/>
                        <a:pt x="61" y="255"/>
                        <a:pt x="72" y="305"/>
                      </a:cubicBezTo>
                      <a:cubicBezTo>
                        <a:pt x="102" y="305"/>
                        <a:pt x="133" y="316"/>
                        <a:pt x="163" y="316"/>
                      </a:cubicBezTo>
                      <a:cubicBezTo>
                        <a:pt x="183" y="316"/>
                        <a:pt x="203" y="305"/>
                        <a:pt x="234" y="305"/>
                      </a:cubicBezTo>
                      <a:cubicBezTo>
                        <a:pt x="315" y="295"/>
                        <a:pt x="335" y="174"/>
                        <a:pt x="305" y="92"/>
                      </a:cubicBezTo>
                      <a:cubicBezTo>
                        <a:pt x="305" y="82"/>
                        <a:pt x="295" y="82"/>
                        <a:pt x="295" y="82"/>
                      </a:cubicBezTo>
                      <a:cubicBezTo>
                        <a:pt x="264" y="41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8" name="Google Shape;55008;p66"/>
                <p:cNvSpPr/>
                <p:nvPr/>
              </p:nvSpPr>
              <p:spPr>
                <a:xfrm>
                  <a:off x="2229871" y="785485"/>
                  <a:ext cx="31049" cy="31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650" extrusionOk="0">
                      <a:moveTo>
                        <a:pt x="325" y="0"/>
                      </a:moveTo>
                      <a:cubicBezTo>
                        <a:pt x="143" y="0"/>
                        <a:pt x="1" y="142"/>
                        <a:pt x="1" y="325"/>
                      </a:cubicBezTo>
                      <a:cubicBezTo>
                        <a:pt x="1" y="507"/>
                        <a:pt x="143" y="649"/>
                        <a:pt x="325" y="649"/>
                      </a:cubicBezTo>
                      <a:cubicBezTo>
                        <a:pt x="508" y="649"/>
                        <a:pt x="650" y="507"/>
                        <a:pt x="650" y="325"/>
                      </a:cubicBezTo>
                      <a:cubicBezTo>
                        <a:pt x="650" y="142"/>
                        <a:pt x="508" y="0"/>
                        <a:pt x="3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09" name="Google Shape;55009;p66"/>
                <p:cNvSpPr/>
                <p:nvPr/>
              </p:nvSpPr>
              <p:spPr>
                <a:xfrm>
                  <a:off x="2239076" y="794643"/>
                  <a:ext cx="12591" cy="1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" h="265" extrusionOk="0">
                      <a:moveTo>
                        <a:pt x="132" y="0"/>
                      </a:moveTo>
                      <a:cubicBezTo>
                        <a:pt x="61" y="0"/>
                        <a:pt x="0" y="61"/>
                        <a:pt x="0" y="133"/>
                      </a:cubicBezTo>
                      <a:cubicBezTo>
                        <a:pt x="0" y="203"/>
                        <a:pt x="61" y="264"/>
                        <a:pt x="132" y="264"/>
                      </a:cubicBezTo>
                      <a:cubicBezTo>
                        <a:pt x="203" y="264"/>
                        <a:pt x="264" y="203"/>
                        <a:pt x="264" y="133"/>
                      </a:cubicBezTo>
                      <a:cubicBezTo>
                        <a:pt x="264" y="61"/>
                        <a:pt x="203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010" name="Google Shape;55010;p66"/>
              <p:cNvGrpSpPr/>
              <p:nvPr/>
            </p:nvGrpSpPr>
            <p:grpSpPr>
              <a:xfrm>
                <a:off x="-1482048" y="2439806"/>
                <a:ext cx="163682" cy="159362"/>
                <a:chOff x="2070280" y="1284575"/>
                <a:chExt cx="56090" cy="54611"/>
              </a:xfrm>
            </p:grpSpPr>
            <p:sp>
              <p:nvSpPr>
                <p:cNvPr id="55011" name="Google Shape;5501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2" name="Google Shape;5501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3" name="Google Shape;5501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4" name="Google Shape;5501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5" name="Google Shape;5501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6" name="Google Shape;5501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7" name="Google Shape;5501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8" name="Google Shape;5501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19" name="Google Shape;5501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0" name="Google Shape;5502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1" name="Google Shape;5502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2" name="Google Shape;5502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3" name="Google Shape;5502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4" name="Google Shape;5502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025" name="Google Shape;55025;p66"/>
              <p:cNvGrpSpPr/>
              <p:nvPr/>
            </p:nvGrpSpPr>
            <p:grpSpPr>
              <a:xfrm>
                <a:off x="-1007767" y="1968825"/>
                <a:ext cx="163682" cy="159362"/>
                <a:chOff x="2070280" y="1284575"/>
                <a:chExt cx="56090" cy="54611"/>
              </a:xfrm>
            </p:grpSpPr>
            <p:sp>
              <p:nvSpPr>
                <p:cNvPr id="55026" name="Google Shape;55026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7" name="Google Shape;55027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8" name="Google Shape;55028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29" name="Google Shape;55029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0" name="Google Shape;55030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1" name="Google Shape;55031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2" name="Google Shape;55032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3" name="Google Shape;55033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4" name="Google Shape;55034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5" name="Google Shape;55035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6" name="Google Shape;55036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7" name="Google Shape;55037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8" name="Google Shape;55038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39" name="Google Shape;55039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040" name="Google Shape;55040;p66"/>
              <p:cNvGrpSpPr/>
              <p:nvPr/>
            </p:nvGrpSpPr>
            <p:grpSpPr>
              <a:xfrm>
                <a:off x="-1963587" y="2266508"/>
                <a:ext cx="163682" cy="159362"/>
                <a:chOff x="2070280" y="1284575"/>
                <a:chExt cx="56090" cy="54611"/>
              </a:xfrm>
            </p:grpSpPr>
            <p:sp>
              <p:nvSpPr>
                <p:cNvPr id="55041" name="Google Shape;5504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2" name="Google Shape;5504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3" name="Google Shape;5504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4" name="Google Shape;5504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5" name="Google Shape;5504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6" name="Google Shape;5504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7" name="Google Shape;5504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8" name="Google Shape;5504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49" name="Google Shape;5504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0" name="Google Shape;5505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1" name="Google Shape;5505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2" name="Google Shape;5505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3" name="Google Shape;5505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4" name="Google Shape;5505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055" name="Google Shape;55055;p66"/>
              <p:cNvGrpSpPr/>
              <p:nvPr/>
            </p:nvGrpSpPr>
            <p:grpSpPr>
              <a:xfrm>
                <a:off x="-2251212" y="1993191"/>
                <a:ext cx="163682" cy="159362"/>
                <a:chOff x="2070280" y="1284575"/>
                <a:chExt cx="56090" cy="54611"/>
              </a:xfrm>
            </p:grpSpPr>
            <p:sp>
              <p:nvSpPr>
                <p:cNvPr id="55056" name="Google Shape;55056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7" name="Google Shape;55057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8" name="Google Shape;55058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59" name="Google Shape;55059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0" name="Google Shape;55060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1" name="Google Shape;55061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2" name="Google Shape;55062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3" name="Google Shape;55063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4" name="Google Shape;55064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5" name="Google Shape;55065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6" name="Google Shape;55066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7" name="Google Shape;55067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8" name="Google Shape;55068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9" name="Google Shape;55069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070" name="Google Shape;55070;p66"/>
              <p:cNvGrpSpPr/>
              <p:nvPr/>
            </p:nvGrpSpPr>
            <p:grpSpPr>
              <a:xfrm>
                <a:off x="-3138600" y="2322098"/>
                <a:ext cx="163682" cy="159362"/>
                <a:chOff x="2070280" y="1284575"/>
                <a:chExt cx="56090" cy="54611"/>
              </a:xfrm>
            </p:grpSpPr>
            <p:sp>
              <p:nvSpPr>
                <p:cNvPr id="55071" name="Google Shape;5507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2" name="Google Shape;5507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3" name="Google Shape;5507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4" name="Google Shape;5507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5" name="Google Shape;5507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6" name="Google Shape;5507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7" name="Google Shape;5507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8" name="Google Shape;5507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9" name="Google Shape;5507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0" name="Google Shape;5508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1" name="Google Shape;5508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2" name="Google Shape;5508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3" name="Google Shape;5508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4" name="Google Shape;5508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085" name="Google Shape;55085;p66"/>
              <p:cNvGrpSpPr/>
              <p:nvPr/>
            </p:nvGrpSpPr>
            <p:grpSpPr>
              <a:xfrm>
                <a:off x="-3177011" y="1883617"/>
                <a:ext cx="163682" cy="159362"/>
                <a:chOff x="2070280" y="1284575"/>
                <a:chExt cx="56090" cy="54611"/>
              </a:xfrm>
            </p:grpSpPr>
            <p:sp>
              <p:nvSpPr>
                <p:cNvPr id="55086" name="Google Shape;55086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7" name="Google Shape;55087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8" name="Google Shape;55088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9" name="Google Shape;55089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0" name="Google Shape;55090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1" name="Google Shape;55091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2" name="Google Shape;55092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3" name="Google Shape;55093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4" name="Google Shape;55094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5" name="Google Shape;55095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6" name="Google Shape;55096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7" name="Google Shape;55097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8" name="Google Shape;55098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9" name="Google Shape;55099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00" name="Google Shape;55100;p66"/>
              <p:cNvGrpSpPr/>
              <p:nvPr/>
            </p:nvGrpSpPr>
            <p:grpSpPr>
              <a:xfrm>
                <a:off x="-2784805" y="1561896"/>
                <a:ext cx="163682" cy="159362"/>
                <a:chOff x="2070280" y="1284575"/>
                <a:chExt cx="56090" cy="54611"/>
              </a:xfrm>
            </p:grpSpPr>
            <p:sp>
              <p:nvSpPr>
                <p:cNvPr id="55101" name="Google Shape;5510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2" name="Google Shape;5510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3" name="Google Shape;5510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4" name="Google Shape;5510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5" name="Google Shape;5510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6" name="Google Shape;5510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7" name="Google Shape;5510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8" name="Google Shape;5510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09" name="Google Shape;5510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0" name="Google Shape;5511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1" name="Google Shape;5511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2" name="Google Shape;5511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3" name="Google Shape;5511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4" name="Google Shape;5511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15" name="Google Shape;55115;p66"/>
              <p:cNvGrpSpPr/>
              <p:nvPr/>
            </p:nvGrpSpPr>
            <p:grpSpPr>
              <a:xfrm>
                <a:off x="-2522824" y="1517650"/>
                <a:ext cx="163682" cy="159362"/>
                <a:chOff x="2070280" y="1284575"/>
                <a:chExt cx="56090" cy="54611"/>
              </a:xfrm>
            </p:grpSpPr>
            <p:sp>
              <p:nvSpPr>
                <p:cNvPr id="55116" name="Google Shape;55116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7" name="Google Shape;55117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8" name="Google Shape;55118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9" name="Google Shape;55119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0" name="Google Shape;55120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1" name="Google Shape;55121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2" name="Google Shape;55122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3" name="Google Shape;55123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4" name="Google Shape;55124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5" name="Google Shape;55125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6" name="Google Shape;55126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7" name="Google Shape;55127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8" name="Google Shape;55128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29" name="Google Shape;55129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30" name="Google Shape;55130;p66"/>
              <p:cNvGrpSpPr/>
              <p:nvPr/>
            </p:nvGrpSpPr>
            <p:grpSpPr>
              <a:xfrm>
                <a:off x="-2260842" y="1616209"/>
                <a:ext cx="163682" cy="159362"/>
                <a:chOff x="2070280" y="1284575"/>
                <a:chExt cx="56090" cy="54611"/>
              </a:xfrm>
            </p:grpSpPr>
            <p:sp>
              <p:nvSpPr>
                <p:cNvPr id="55131" name="Google Shape;5513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2" name="Google Shape;5513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3" name="Google Shape;5513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4" name="Google Shape;5513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5" name="Google Shape;5513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6" name="Google Shape;5513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7" name="Google Shape;5513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8" name="Google Shape;5513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39" name="Google Shape;5513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0" name="Google Shape;5514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1" name="Google Shape;5514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2" name="Google Shape;5514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3" name="Google Shape;5514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4" name="Google Shape;5514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45" name="Google Shape;55145;p66"/>
              <p:cNvGrpSpPr/>
              <p:nvPr/>
            </p:nvGrpSpPr>
            <p:grpSpPr>
              <a:xfrm>
                <a:off x="-2882857" y="895694"/>
                <a:ext cx="163682" cy="159362"/>
                <a:chOff x="2070280" y="1284575"/>
                <a:chExt cx="56090" cy="54611"/>
              </a:xfrm>
            </p:grpSpPr>
            <p:sp>
              <p:nvSpPr>
                <p:cNvPr id="55146" name="Google Shape;55146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7" name="Google Shape;55147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8" name="Google Shape;55148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49" name="Google Shape;55149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0" name="Google Shape;55150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1" name="Google Shape;55151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2" name="Google Shape;55152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3" name="Google Shape;55153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4" name="Google Shape;55154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5" name="Google Shape;55155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6" name="Google Shape;55156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7" name="Google Shape;55157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8" name="Google Shape;55158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59" name="Google Shape;55159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60" name="Google Shape;55160;p66"/>
              <p:cNvGrpSpPr/>
              <p:nvPr/>
            </p:nvGrpSpPr>
            <p:grpSpPr>
              <a:xfrm>
                <a:off x="-1641381" y="1093322"/>
                <a:ext cx="163682" cy="159362"/>
                <a:chOff x="2070280" y="1284575"/>
                <a:chExt cx="56090" cy="54611"/>
              </a:xfrm>
            </p:grpSpPr>
            <p:sp>
              <p:nvSpPr>
                <p:cNvPr id="55161" name="Google Shape;5516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2" name="Google Shape;5516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3" name="Google Shape;5516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4" name="Google Shape;5516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5" name="Google Shape;5516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6" name="Google Shape;5516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7" name="Google Shape;5516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8" name="Google Shape;5516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69" name="Google Shape;5516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0" name="Google Shape;5517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1" name="Google Shape;5517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2" name="Google Shape;5517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3" name="Google Shape;5517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4" name="Google Shape;5517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75" name="Google Shape;55175;p66"/>
              <p:cNvGrpSpPr/>
              <p:nvPr/>
            </p:nvGrpSpPr>
            <p:grpSpPr>
              <a:xfrm>
                <a:off x="-1833034" y="1047435"/>
                <a:ext cx="163682" cy="159362"/>
                <a:chOff x="2070280" y="1284575"/>
                <a:chExt cx="56090" cy="54611"/>
              </a:xfrm>
            </p:grpSpPr>
            <p:sp>
              <p:nvSpPr>
                <p:cNvPr id="55176" name="Google Shape;55176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7" name="Google Shape;55177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8" name="Google Shape;55178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79" name="Google Shape;55179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0" name="Google Shape;55180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1" name="Google Shape;55181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2" name="Google Shape;55182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3" name="Google Shape;55183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4" name="Google Shape;55184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5" name="Google Shape;55185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6" name="Google Shape;55186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7" name="Google Shape;55187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8" name="Google Shape;55188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89" name="Google Shape;55189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190" name="Google Shape;55190;p66"/>
              <p:cNvGrpSpPr/>
              <p:nvPr/>
            </p:nvGrpSpPr>
            <p:grpSpPr>
              <a:xfrm>
                <a:off x="-1529687" y="861260"/>
                <a:ext cx="163682" cy="159362"/>
                <a:chOff x="2070280" y="1284575"/>
                <a:chExt cx="56090" cy="54611"/>
              </a:xfrm>
            </p:grpSpPr>
            <p:sp>
              <p:nvSpPr>
                <p:cNvPr id="55191" name="Google Shape;55191;p66"/>
                <p:cNvSpPr/>
                <p:nvPr/>
              </p:nvSpPr>
              <p:spPr>
                <a:xfrm>
                  <a:off x="2100710" y="1288916"/>
                  <a:ext cx="21844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2" extrusionOk="0">
                      <a:moveTo>
                        <a:pt x="194" y="0"/>
                      </a:moveTo>
                      <a:cubicBezTo>
                        <a:pt x="135" y="0"/>
                        <a:pt x="82" y="23"/>
                        <a:pt x="61" y="76"/>
                      </a:cubicBezTo>
                      <a:cubicBezTo>
                        <a:pt x="11" y="187"/>
                        <a:pt x="0" y="308"/>
                        <a:pt x="41" y="369"/>
                      </a:cubicBezTo>
                      <a:cubicBezTo>
                        <a:pt x="41" y="380"/>
                        <a:pt x="51" y="380"/>
                        <a:pt x="51" y="380"/>
                      </a:cubicBezTo>
                      <a:lnTo>
                        <a:pt x="51" y="390"/>
                      </a:lnTo>
                      <a:cubicBezTo>
                        <a:pt x="77" y="404"/>
                        <a:pt x="110" y="411"/>
                        <a:pt x="147" y="411"/>
                      </a:cubicBezTo>
                      <a:cubicBezTo>
                        <a:pt x="210" y="411"/>
                        <a:pt x="285" y="391"/>
                        <a:pt x="356" y="360"/>
                      </a:cubicBezTo>
                      <a:cubicBezTo>
                        <a:pt x="457" y="319"/>
                        <a:pt x="446" y="157"/>
                        <a:pt x="365" y="65"/>
                      </a:cubicBezTo>
                      <a:lnTo>
                        <a:pt x="365" y="55"/>
                      </a:lnTo>
                      <a:lnTo>
                        <a:pt x="356" y="55"/>
                      </a:lnTo>
                      <a:cubicBezTo>
                        <a:pt x="311" y="21"/>
                        <a:pt x="250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2" name="Google Shape;55192;p66"/>
                <p:cNvSpPr/>
                <p:nvPr/>
              </p:nvSpPr>
              <p:spPr>
                <a:xfrm>
                  <a:off x="2102141" y="1300220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72" y="1"/>
                      </a:moveTo>
                      <a:cubicBezTo>
                        <a:pt x="51" y="1"/>
                        <a:pt x="31" y="1"/>
                        <a:pt x="21" y="31"/>
                      </a:cubicBezTo>
                      <a:cubicBezTo>
                        <a:pt x="11" y="51"/>
                        <a:pt x="1" y="82"/>
                        <a:pt x="11" y="102"/>
                      </a:cubicBezTo>
                      <a:lnTo>
                        <a:pt x="31" y="123"/>
                      </a:lnTo>
                      <a:lnTo>
                        <a:pt x="62" y="153"/>
                      </a:lnTo>
                      <a:cubicBezTo>
                        <a:pt x="82" y="153"/>
                        <a:pt x="112" y="153"/>
                        <a:pt x="132" y="132"/>
                      </a:cubicBezTo>
                      <a:cubicBezTo>
                        <a:pt x="173" y="123"/>
                        <a:pt x="173" y="62"/>
                        <a:pt x="143" y="21"/>
                      </a:cubicBezTo>
                      <a:cubicBezTo>
                        <a:pt x="123" y="1"/>
                        <a:pt x="92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3" name="Google Shape;55193;p66"/>
                <p:cNvSpPr/>
                <p:nvPr/>
              </p:nvSpPr>
              <p:spPr>
                <a:xfrm>
                  <a:off x="2080869" y="1284575"/>
                  <a:ext cx="22703" cy="20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0" extrusionOk="0">
                      <a:moveTo>
                        <a:pt x="260" y="0"/>
                      </a:moveTo>
                      <a:cubicBezTo>
                        <a:pt x="245" y="0"/>
                        <a:pt x="229" y="2"/>
                        <a:pt x="213" y="4"/>
                      </a:cubicBezTo>
                      <a:lnTo>
                        <a:pt x="204" y="4"/>
                      </a:lnTo>
                      <a:cubicBezTo>
                        <a:pt x="92" y="55"/>
                        <a:pt x="1" y="176"/>
                        <a:pt x="71" y="278"/>
                      </a:cubicBezTo>
                      <a:cubicBezTo>
                        <a:pt x="143" y="369"/>
                        <a:pt x="234" y="440"/>
                        <a:pt x="325" y="440"/>
                      </a:cubicBezTo>
                      <a:lnTo>
                        <a:pt x="335" y="430"/>
                      </a:lnTo>
                      <a:cubicBezTo>
                        <a:pt x="406" y="399"/>
                        <a:pt x="457" y="288"/>
                        <a:pt x="467" y="167"/>
                      </a:cubicBezTo>
                      <a:cubicBezTo>
                        <a:pt x="476" y="60"/>
                        <a:pt x="369" y="0"/>
                        <a:pt x="2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4" name="Google Shape;55194;p66"/>
                <p:cNvSpPr/>
                <p:nvPr/>
              </p:nvSpPr>
              <p:spPr>
                <a:xfrm>
                  <a:off x="2090551" y="1297310"/>
                  <a:ext cx="8776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4" extrusionOk="0">
                      <a:moveTo>
                        <a:pt x="71" y="1"/>
                      </a:moveTo>
                      <a:cubicBezTo>
                        <a:pt x="31" y="21"/>
                        <a:pt x="1" y="72"/>
                        <a:pt x="31" y="102"/>
                      </a:cubicBezTo>
                      <a:cubicBezTo>
                        <a:pt x="41" y="132"/>
                        <a:pt x="61" y="153"/>
                        <a:pt x="82" y="163"/>
                      </a:cubicBezTo>
                      <a:cubicBezTo>
                        <a:pt x="102" y="143"/>
                        <a:pt x="132" y="143"/>
                        <a:pt x="152" y="143"/>
                      </a:cubicBezTo>
                      <a:cubicBezTo>
                        <a:pt x="163" y="123"/>
                        <a:pt x="173" y="92"/>
                        <a:pt x="183" y="62"/>
                      </a:cubicBezTo>
                      <a:cubicBezTo>
                        <a:pt x="183" y="21"/>
                        <a:pt x="14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5" name="Google Shape;55195;p66"/>
                <p:cNvSpPr/>
                <p:nvPr/>
              </p:nvSpPr>
              <p:spPr>
                <a:xfrm>
                  <a:off x="2070280" y="1296881"/>
                  <a:ext cx="21749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" h="418" extrusionOk="0">
                      <a:moveTo>
                        <a:pt x="218" y="0"/>
                      </a:moveTo>
                      <a:cubicBezTo>
                        <a:pt x="138" y="0"/>
                        <a:pt x="51" y="75"/>
                        <a:pt x="20" y="162"/>
                      </a:cubicBezTo>
                      <a:lnTo>
                        <a:pt x="9" y="172"/>
                      </a:lnTo>
                      <a:cubicBezTo>
                        <a:pt x="0" y="286"/>
                        <a:pt x="61" y="418"/>
                        <a:pt x="161" y="418"/>
                      </a:cubicBezTo>
                      <a:cubicBezTo>
                        <a:pt x="168" y="418"/>
                        <a:pt x="175" y="417"/>
                        <a:pt x="182" y="416"/>
                      </a:cubicBezTo>
                      <a:cubicBezTo>
                        <a:pt x="304" y="405"/>
                        <a:pt x="415" y="355"/>
                        <a:pt x="446" y="283"/>
                      </a:cubicBezTo>
                      <a:lnTo>
                        <a:pt x="456" y="274"/>
                      </a:lnTo>
                      <a:cubicBezTo>
                        <a:pt x="456" y="193"/>
                        <a:pt x="385" y="101"/>
                        <a:pt x="284" y="20"/>
                      </a:cubicBezTo>
                      <a:cubicBezTo>
                        <a:pt x="263" y="6"/>
                        <a:pt x="241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6" name="Google Shape;55196;p66"/>
                <p:cNvSpPr/>
                <p:nvPr/>
              </p:nvSpPr>
              <p:spPr>
                <a:xfrm>
                  <a:off x="2083254" y="1305085"/>
                  <a:ext cx="8299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63" extrusionOk="0">
                      <a:moveTo>
                        <a:pt x="93" y="0"/>
                      </a:moveTo>
                      <a:cubicBezTo>
                        <a:pt x="62" y="0"/>
                        <a:pt x="21" y="30"/>
                        <a:pt x="12" y="61"/>
                      </a:cubicBezTo>
                      <a:cubicBezTo>
                        <a:pt x="1" y="111"/>
                        <a:pt x="32" y="163"/>
                        <a:pt x="72" y="163"/>
                      </a:cubicBezTo>
                      <a:cubicBezTo>
                        <a:pt x="102" y="163"/>
                        <a:pt x="133" y="152"/>
                        <a:pt x="154" y="142"/>
                      </a:cubicBezTo>
                      <a:cubicBezTo>
                        <a:pt x="154" y="111"/>
                        <a:pt x="154" y="91"/>
                        <a:pt x="174" y="61"/>
                      </a:cubicBezTo>
                      <a:cubicBezTo>
                        <a:pt x="154" y="41"/>
                        <a:pt x="143" y="21"/>
                        <a:pt x="113" y="10"/>
                      </a:cubicBezTo>
                      <a:cubicBezTo>
                        <a:pt x="102" y="0"/>
                        <a:pt x="9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7" name="Google Shape;55197;p66"/>
                <p:cNvSpPr/>
                <p:nvPr/>
              </p:nvSpPr>
              <p:spPr>
                <a:xfrm>
                  <a:off x="2074096" y="1315148"/>
                  <a:ext cx="21797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2" extrusionOk="0">
                      <a:moveTo>
                        <a:pt x="311" y="1"/>
                      </a:moveTo>
                      <a:cubicBezTo>
                        <a:pt x="247" y="1"/>
                        <a:pt x="173" y="21"/>
                        <a:pt x="102" y="53"/>
                      </a:cubicBezTo>
                      <a:cubicBezTo>
                        <a:pt x="1" y="94"/>
                        <a:pt x="10" y="256"/>
                        <a:pt x="92" y="347"/>
                      </a:cubicBezTo>
                      <a:lnTo>
                        <a:pt x="92" y="357"/>
                      </a:lnTo>
                      <a:lnTo>
                        <a:pt x="102" y="357"/>
                      </a:lnTo>
                      <a:cubicBezTo>
                        <a:pt x="146" y="392"/>
                        <a:pt x="207" y="412"/>
                        <a:pt x="263" y="412"/>
                      </a:cubicBezTo>
                      <a:cubicBezTo>
                        <a:pt x="322" y="412"/>
                        <a:pt x="375" y="389"/>
                        <a:pt x="396" y="337"/>
                      </a:cubicBezTo>
                      <a:cubicBezTo>
                        <a:pt x="447" y="225"/>
                        <a:pt x="457" y="103"/>
                        <a:pt x="416" y="42"/>
                      </a:cubicBezTo>
                      <a:cubicBezTo>
                        <a:pt x="416" y="33"/>
                        <a:pt x="406" y="33"/>
                        <a:pt x="406" y="33"/>
                      </a:cubicBezTo>
                      <a:lnTo>
                        <a:pt x="406" y="22"/>
                      </a:lnTo>
                      <a:cubicBezTo>
                        <a:pt x="380" y="7"/>
                        <a:pt x="347" y="1"/>
                        <a:pt x="3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8" name="Google Shape;55198;p66"/>
                <p:cNvSpPr/>
                <p:nvPr/>
              </p:nvSpPr>
              <p:spPr>
                <a:xfrm>
                  <a:off x="2086163" y="1316198"/>
                  <a:ext cx="8299" cy="7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3" extrusionOk="0">
                      <a:moveTo>
                        <a:pt x="113" y="0"/>
                      </a:moveTo>
                      <a:cubicBezTo>
                        <a:pt x="93" y="0"/>
                        <a:pt x="62" y="0"/>
                        <a:pt x="41" y="20"/>
                      </a:cubicBezTo>
                      <a:cubicBezTo>
                        <a:pt x="1" y="31"/>
                        <a:pt x="1" y="92"/>
                        <a:pt x="32" y="132"/>
                      </a:cubicBezTo>
                      <a:cubicBezTo>
                        <a:pt x="52" y="153"/>
                        <a:pt x="82" y="153"/>
                        <a:pt x="102" y="153"/>
                      </a:cubicBezTo>
                      <a:cubicBezTo>
                        <a:pt x="123" y="153"/>
                        <a:pt x="143" y="153"/>
                        <a:pt x="153" y="122"/>
                      </a:cubicBezTo>
                      <a:cubicBezTo>
                        <a:pt x="163" y="102"/>
                        <a:pt x="174" y="72"/>
                        <a:pt x="163" y="51"/>
                      </a:cubicBezTo>
                      <a:lnTo>
                        <a:pt x="143" y="31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99" name="Google Shape;55199;p66"/>
                <p:cNvSpPr/>
                <p:nvPr/>
              </p:nvSpPr>
              <p:spPr>
                <a:xfrm>
                  <a:off x="2093031" y="1318106"/>
                  <a:ext cx="22703" cy="21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" h="442" extrusionOk="0">
                      <a:moveTo>
                        <a:pt x="151" y="1"/>
                      </a:moveTo>
                      <a:lnTo>
                        <a:pt x="141" y="11"/>
                      </a:lnTo>
                      <a:cubicBezTo>
                        <a:pt x="70" y="41"/>
                        <a:pt x="19" y="153"/>
                        <a:pt x="9" y="275"/>
                      </a:cubicBezTo>
                      <a:cubicBezTo>
                        <a:pt x="0" y="381"/>
                        <a:pt x="107" y="441"/>
                        <a:pt x="216" y="441"/>
                      </a:cubicBezTo>
                      <a:cubicBezTo>
                        <a:pt x="231" y="441"/>
                        <a:pt x="247" y="440"/>
                        <a:pt x="263" y="437"/>
                      </a:cubicBezTo>
                      <a:lnTo>
                        <a:pt x="273" y="437"/>
                      </a:lnTo>
                      <a:cubicBezTo>
                        <a:pt x="384" y="386"/>
                        <a:pt x="476" y="264"/>
                        <a:pt x="405" y="163"/>
                      </a:cubicBezTo>
                      <a:cubicBezTo>
                        <a:pt x="334" y="72"/>
                        <a:pt x="24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0" name="Google Shape;55200;p66"/>
                <p:cNvSpPr/>
                <p:nvPr/>
              </p:nvSpPr>
              <p:spPr>
                <a:xfrm>
                  <a:off x="2097324" y="1318630"/>
                  <a:ext cx="8776" cy="7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" h="163" extrusionOk="0">
                      <a:moveTo>
                        <a:pt x="102" y="0"/>
                      </a:moveTo>
                      <a:cubicBezTo>
                        <a:pt x="82" y="21"/>
                        <a:pt x="51" y="21"/>
                        <a:pt x="31" y="21"/>
                      </a:cubicBezTo>
                      <a:cubicBezTo>
                        <a:pt x="21" y="41"/>
                        <a:pt x="10" y="71"/>
                        <a:pt x="1" y="102"/>
                      </a:cubicBezTo>
                      <a:cubicBezTo>
                        <a:pt x="1" y="142"/>
                        <a:pt x="41" y="163"/>
                        <a:pt x="91" y="163"/>
                      </a:cubicBezTo>
                      <a:lnTo>
                        <a:pt x="112" y="163"/>
                      </a:lnTo>
                      <a:cubicBezTo>
                        <a:pt x="152" y="142"/>
                        <a:pt x="183" y="91"/>
                        <a:pt x="163" y="61"/>
                      </a:cubicBezTo>
                      <a:cubicBezTo>
                        <a:pt x="143" y="30"/>
                        <a:pt x="122" y="10"/>
                        <a:pt x="1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1" name="Google Shape;55201;p66"/>
                <p:cNvSpPr/>
                <p:nvPr/>
              </p:nvSpPr>
              <p:spPr>
                <a:xfrm>
                  <a:off x="2104574" y="1306897"/>
                  <a:ext cx="21797" cy="19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18" extrusionOk="0">
                      <a:moveTo>
                        <a:pt x="296" y="1"/>
                      </a:moveTo>
                      <a:cubicBezTo>
                        <a:pt x="289" y="1"/>
                        <a:pt x="282" y="1"/>
                        <a:pt x="275" y="3"/>
                      </a:cubicBezTo>
                      <a:cubicBezTo>
                        <a:pt x="153" y="13"/>
                        <a:pt x="41" y="64"/>
                        <a:pt x="11" y="134"/>
                      </a:cubicBezTo>
                      <a:lnTo>
                        <a:pt x="0" y="134"/>
                      </a:lnTo>
                      <a:lnTo>
                        <a:pt x="0" y="145"/>
                      </a:lnTo>
                      <a:cubicBezTo>
                        <a:pt x="0" y="226"/>
                        <a:pt x="72" y="317"/>
                        <a:pt x="173" y="398"/>
                      </a:cubicBezTo>
                      <a:cubicBezTo>
                        <a:pt x="193" y="411"/>
                        <a:pt x="215" y="418"/>
                        <a:pt x="238" y="418"/>
                      </a:cubicBezTo>
                      <a:cubicBezTo>
                        <a:pt x="318" y="418"/>
                        <a:pt x="405" y="343"/>
                        <a:pt x="437" y="256"/>
                      </a:cubicBezTo>
                      <a:lnTo>
                        <a:pt x="447" y="256"/>
                      </a:lnTo>
                      <a:lnTo>
                        <a:pt x="447" y="246"/>
                      </a:lnTo>
                      <a:cubicBezTo>
                        <a:pt x="456" y="132"/>
                        <a:pt x="395" y="1"/>
                        <a:pt x="2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2" name="Google Shape;55202;p66"/>
                <p:cNvSpPr/>
                <p:nvPr/>
              </p:nvSpPr>
              <p:spPr>
                <a:xfrm>
                  <a:off x="2105051" y="1310856"/>
                  <a:ext cx="8251" cy="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64" extrusionOk="0">
                      <a:moveTo>
                        <a:pt x="102" y="1"/>
                      </a:moveTo>
                      <a:cubicBezTo>
                        <a:pt x="71" y="1"/>
                        <a:pt x="41" y="11"/>
                        <a:pt x="21" y="21"/>
                      </a:cubicBezTo>
                      <a:cubicBezTo>
                        <a:pt x="21" y="51"/>
                        <a:pt x="21" y="72"/>
                        <a:pt x="1" y="102"/>
                      </a:cubicBezTo>
                      <a:cubicBezTo>
                        <a:pt x="21" y="123"/>
                        <a:pt x="31" y="132"/>
                        <a:pt x="62" y="153"/>
                      </a:cubicBezTo>
                      <a:cubicBezTo>
                        <a:pt x="71" y="163"/>
                        <a:pt x="82" y="163"/>
                        <a:pt x="92" y="163"/>
                      </a:cubicBezTo>
                      <a:cubicBezTo>
                        <a:pt x="123" y="163"/>
                        <a:pt x="153" y="132"/>
                        <a:pt x="163" y="102"/>
                      </a:cubicBezTo>
                      <a:cubicBezTo>
                        <a:pt x="173" y="51"/>
                        <a:pt x="143" y="1"/>
                        <a:pt x="1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3" name="Google Shape;55203;p66"/>
                <p:cNvSpPr/>
                <p:nvPr/>
              </p:nvSpPr>
              <p:spPr>
                <a:xfrm>
                  <a:off x="2089597" y="1303940"/>
                  <a:ext cx="17456" cy="15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33" extrusionOk="0">
                      <a:moveTo>
                        <a:pt x="186" y="0"/>
                      </a:moveTo>
                      <a:cubicBezTo>
                        <a:pt x="143" y="0"/>
                        <a:pt x="98" y="18"/>
                        <a:pt x="61" y="54"/>
                      </a:cubicBezTo>
                      <a:cubicBezTo>
                        <a:pt x="0" y="115"/>
                        <a:pt x="0" y="217"/>
                        <a:pt x="71" y="288"/>
                      </a:cubicBezTo>
                      <a:cubicBezTo>
                        <a:pt x="100" y="317"/>
                        <a:pt x="139" y="332"/>
                        <a:pt x="179" y="332"/>
                      </a:cubicBezTo>
                      <a:cubicBezTo>
                        <a:pt x="222" y="332"/>
                        <a:pt x="267" y="315"/>
                        <a:pt x="305" y="277"/>
                      </a:cubicBezTo>
                      <a:cubicBezTo>
                        <a:pt x="365" y="217"/>
                        <a:pt x="365" y="115"/>
                        <a:pt x="294" y="45"/>
                      </a:cubicBezTo>
                      <a:cubicBezTo>
                        <a:pt x="265" y="15"/>
                        <a:pt x="226" y="0"/>
                        <a:pt x="1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4" name="Google Shape;55204;p66"/>
                <p:cNvSpPr/>
                <p:nvPr/>
              </p:nvSpPr>
              <p:spPr>
                <a:xfrm>
                  <a:off x="2094891" y="1308948"/>
                  <a:ext cx="6820" cy="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23" extrusionOk="0">
                      <a:moveTo>
                        <a:pt x="72" y="0"/>
                      </a:moveTo>
                      <a:cubicBezTo>
                        <a:pt x="52" y="0"/>
                        <a:pt x="41" y="0"/>
                        <a:pt x="21" y="10"/>
                      </a:cubicBezTo>
                      <a:cubicBezTo>
                        <a:pt x="0" y="41"/>
                        <a:pt x="0" y="82"/>
                        <a:pt x="21" y="112"/>
                      </a:cubicBezTo>
                      <a:cubicBezTo>
                        <a:pt x="41" y="122"/>
                        <a:pt x="52" y="122"/>
                        <a:pt x="72" y="122"/>
                      </a:cubicBezTo>
                      <a:cubicBezTo>
                        <a:pt x="92" y="122"/>
                        <a:pt x="102" y="122"/>
                        <a:pt x="122" y="112"/>
                      </a:cubicBezTo>
                      <a:cubicBezTo>
                        <a:pt x="142" y="82"/>
                        <a:pt x="142" y="41"/>
                        <a:pt x="122" y="10"/>
                      </a:cubicBezTo>
                      <a:cubicBezTo>
                        <a:pt x="102" y="0"/>
                        <a:pt x="9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205" name="Google Shape;55205;p66"/>
              <p:cNvGrpSpPr/>
              <p:nvPr/>
            </p:nvGrpSpPr>
            <p:grpSpPr>
              <a:xfrm>
                <a:off x="-895075" y="1274688"/>
                <a:ext cx="305094" cy="322064"/>
                <a:chOff x="2193097" y="745802"/>
                <a:chExt cx="104549" cy="110368"/>
              </a:xfrm>
            </p:grpSpPr>
            <p:sp>
              <p:nvSpPr>
                <p:cNvPr id="55206" name="Google Shape;55206;p66"/>
                <p:cNvSpPr/>
                <p:nvPr/>
              </p:nvSpPr>
              <p:spPr>
                <a:xfrm>
                  <a:off x="2222144" y="745802"/>
                  <a:ext cx="46503" cy="42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3" extrusionOk="0">
                      <a:moveTo>
                        <a:pt x="467" y="0"/>
                      </a:moveTo>
                      <a:cubicBezTo>
                        <a:pt x="244" y="30"/>
                        <a:pt x="1" y="224"/>
                        <a:pt x="82" y="436"/>
                      </a:cubicBezTo>
                      <a:cubicBezTo>
                        <a:pt x="173" y="659"/>
                        <a:pt x="315" y="842"/>
                        <a:pt x="467" y="873"/>
                      </a:cubicBezTo>
                      <a:cubicBezTo>
                        <a:pt x="477" y="873"/>
                        <a:pt x="477" y="882"/>
                        <a:pt x="487" y="882"/>
                      </a:cubicBezTo>
                      <a:cubicBezTo>
                        <a:pt x="487" y="882"/>
                        <a:pt x="497" y="873"/>
                        <a:pt x="508" y="873"/>
                      </a:cubicBezTo>
                      <a:cubicBezTo>
                        <a:pt x="659" y="842"/>
                        <a:pt x="801" y="659"/>
                        <a:pt x="893" y="436"/>
                      </a:cubicBezTo>
                      <a:cubicBezTo>
                        <a:pt x="974" y="224"/>
                        <a:pt x="731" y="30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7" name="Google Shape;55207;p66"/>
                <p:cNvSpPr/>
                <p:nvPr/>
              </p:nvSpPr>
              <p:spPr>
                <a:xfrm>
                  <a:off x="2236644" y="771415"/>
                  <a:ext cx="17504" cy="14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5" extrusionOk="0">
                      <a:moveTo>
                        <a:pt x="173" y="1"/>
                      </a:moveTo>
                      <a:cubicBezTo>
                        <a:pt x="92" y="11"/>
                        <a:pt x="1" y="92"/>
                        <a:pt x="31" y="173"/>
                      </a:cubicBezTo>
                      <a:cubicBezTo>
                        <a:pt x="51" y="224"/>
                        <a:pt x="82" y="275"/>
                        <a:pt x="112" y="305"/>
                      </a:cubicBezTo>
                      <a:cubicBezTo>
                        <a:pt x="132" y="295"/>
                        <a:pt x="163" y="295"/>
                        <a:pt x="183" y="295"/>
                      </a:cubicBezTo>
                      <a:cubicBezTo>
                        <a:pt x="204" y="295"/>
                        <a:pt x="234" y="295"/>
                        <a:pt x="254" y="305"/>
                      </a:cubicBezTo>
                      <a:cubicBezTo>
                        <a:pt x="285" y="275"/>
                        <a:pt x="315" y="224"/>
                        <a:pt x="335" y="173"/>
                      </a:cubicBezTo>
                      <a:cubicBezTo>
                        <a:pt x="366" y="92"/>
                        <a:pt x="274" y="11"/>
                        <a:pt x="1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8" name="Google Shape;55208;p66"/>
                <p:cNvSpPr/>
                <p:nvPr/>
              </p:nvSpPr>
              <p:spPr>
                <a:xfrm>
                  <a:off x="2193097" y="762830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79" y="1"/>
                      </a:moveTo>
                      <a:cubicBezTo>
                        <a:pt x="346" y="1"/>
                        <a:pt x="193" y="84"/>
                        <a:pt x="102" y="201"/>
                      </a:cubicBezTo>
                      <a:cubicBezTo>
                        <a:pt x="102" y="211"/>
                        <a:pt x="92" y="211"/>
                        <a:pt x="92" y="221"/>
                      </a:cubicBezTo>
                      <a:cubicBezTo>
                        <a:pt x="92" y="221"/>
                        <a:pt x="92" y="232"/>
                        <a:pt x="82" y="232"/>
                      </a:cubicBezTo>
                      <a:cubicBezTo>
                        <a:pt x="1" y="444"/>
                        <a:pt x="51" y="759"/>
                        <a:pt x="274" y="789"/>
                      </a:cubicBezTo>
                      <a:cubicBezTo>
                        <a:pt x="332" y="797"/>
                        <a:pt x="389" y="800"/>
                        <a:pt x="443" y="800"/>
                      </a:cubicBezTo>
                      <a:cubicBezTo>
                        <a:pt x="617" y="800"/>
                        <a:pt x="765" y="760"/>
                        <a:pt x="842" y="667"/>
                      </a:cubicBezTo>
                      <a:cubicBezTo>
                        <a:pt x="853" y="667"/>
                        <a:pt x="853" y="667"/>
                        <a:pt x="853" y="658"/>
                      </a:cubicBezTo>
                      <a:cubicBezTo>
                        <a:pt x="863" y="658"/>
                        <a:pt x="863" y="647"/>
                        <a:pt x="863" y="647"/>
                      </a:cubicBezTo>
                      <a:cubicBezTo>
                        <a:pt x="914" y="495"/>
                        <a:pt x="822" y="282"/>
                        <a:pt x="670" y="90"/>
                      </a:cubicBezTo>
                      <a:cubicBezTo>
                        <a:pt x="623" y="27"/>
                        <a:pt x="554" y="1"/>
                        <a:pt x="4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09" name="Google Shape;55209;p66"/>
                <p:cNvSpPr/>
                <p:nvPr/>
              </p:nvSpPr>
              <p:spPr>
                <a:xfrm>
                  <a:off x="2218281" y="782051"/>
                  <a:ext cx="15978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6" extrusionOk="0">
                      <a:moveTo>
                        <a:pt x="183" y="1"/>
                      </a:moveTo>
                      <a:cubicBezTo>
                        <a:pt x="132" y="1"/>
                        <a:pt x="71" y="41"/>
                        <a:pt x="41" y="82"/>
                      </a:cubicBezTo>
                      <a:cubicBezTo>
                        <a:pt x="41" y="82"/>
                        <a:pt x="30" y="82"/>
                        <a:pt x="30" y="92"/>
                      </a:cubicBezTo>
                      <a:cubicBezTo>
                        <a:pt x="0" y="174"/>
                        <a:pt x="21" y="295"/>
                        <a:pt x="102" y="305"/>
                      </a:cubicBezTo>
                      <a:cubicBezTo>
                        <a:pt x="132" y="305"/>
                        <a:pt x="152" y="316"/>
                        <a:pt x="172" y="316"/>
                      </a:cubicBezTo>
                      <a:cubicBezTo>
                        <a:pt x="203" y="316"/>
                        <a:pt x="233" y="305"/>
                        <a:pt x="254" y="305"/>
                      </a:cubicBezTo>
                      <a:cubicBezTo>
                        <a:pt x="274" y="255"/>
                        <a:pt x="294" y="214"/>
                        <a:pt x="335" y="174"/>
                      </a:cubicBezTo>
                      <a:cubicBezTo>
                        <a:pt x="325" y="133"/>
                        <a:pt x="294" y="82"/>
                        <a:pt x="254" y="41"/>
                      </a:cubicBezTo>
                      <a:cubicBezTo>
                        <a:pt x="244" y="1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0" name="Google Shape;55210;p66"/>
                <p:cNvSpPr/>
                <p:nvPr/>
              </p:nvSpPr>
              <p:spPr>
                <a:xfrm>
                  <a:off x="2193097" y="800843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61" y="0"/>
                      </a:moveTo>
                      <a:cubicBezTo>
                        <a:pt x="401" y="0"/>
                        <a:pt x="338" y="5"/>
                        <a:pt x="274" y="12"/>
                      </a:cubicBezTo>
                      <a:cubicBezTo>
                        <a:pt x="51" y="43"/>
                        <a:pt x="1" y="357"/>
                        <a:pt x="82" y="571"/>
                      </a:cubicBezTo>
                      <a:cubicBezTo>
                        <a:pt x="92" y="571"/>
                        <a:pt x="92" y="581"/>
                        <a:pt x="92" y="581"/>
                      </a:cubicBezTo>
                      <a:cubicBezTo>
                        <a:pt x="92" y="591"/>
                        <a:pt x="102" y="591"/>
                        <a:pt x="102" y="591"/>
                      </a:cubicBezTo>
                      <a:cubicBezTo>
                        <a:pt x="194" y="715"/>
                        <a:pt x="348" y="801"/>
                        <a:pt x="481" y="801"/>
                      </a:cubicBezTo>
                      <a:cubicBezTo>
                        <a:pt x="555" y="801"/>
                        <a:pt x="623" y="774"/>
                        <a:pt x="670" y="713"/>
                      </a:cubicBezTo>
                      <a:cubicBezTo>
                        <a:pt x="822" y="520"/>
                        <a:pt x="914" y="307"/>
                        <a:pt x="863" y="155"/>
                      </a:cubicBezTo>
                      <a:cubicBezTo>
                        <a:pt x="863" y="155"/>
                        <a:pt x="863" y="145"/>
                        <a:pt x="853" y="145"/>
                      </a:cubicBezTo>
                      <a:cubicBezTo>
                        <a:pt x="853" y="134"/>
                        <a:pt x="853" y="134"/>
                        <a:pt x="842" y="124"/>
                      </a:cubicBezTo>
                      <a:cubicBezTo>
                        <a:pt x="768" y="35"/>
                        <a:pt x="627" y="0"/>
                        <a:pt x="4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1" name="Google Shape;55211;p66"/>
                <p:cNvSpPr/>
                <p:nvPr/>
              </p:nvSpPr>
              <p:spPr>
                <a:xfrm>
                  <a:off x="2218281" y="804802"/>
                  <a:ext cx="15978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5" extrusionOk="0">
                      <a:moveTo>
                        <a:pt x="172" y="1"/>
                      </a:moveTo>
                      <a:cubicBezTo>
                        <a:pt x="152" y="1"/>
                        <a:pt x="132" y="1"/>
                        <a:pt x="102" y="11"/>
                      </a:cubicBezTo>
                      <a:cubicBezTo>
                        <a:pt x="21" y="21"/>
                        <a:pt x="0" y="143"/>
                        <a:pt x="30" y="224"/>
                      </a:cubicBezTo>
                      <a:lnTo>
                        <a:pt x="41" y="234"/>
                      </a:lnTo>
                      <a:cubicBezTo>
                        <a:pt x="71" y="274"/>
                        <a:pt x="132" y="315"/>
                        <a:pt x="183" y="315"/>
                      </a:cubicBezTo>
                      <a:cubicBezTo>
                        <a:pt x="213" y="315"/>
                        <a:pt x="244" y="305"/>
                        <a:pt x="254" y="274"/>
                      </a:cubicBezTo>
                      <a:cubicBezTo>
                        <a:pt x="294" y="234"/>
                        <a:pt x="325" y="183"/>
                        <a:pt x="335" y="143"/>
                      </a:cubicBezTo>
                      <a:cubicBezTo>
                        <a:pt x="294" y="102"/>
                        <a:pt x="274" y="62"/>
                        <a:pt x="254" y="11"/>
                      </a:cubicBezTo>
                      <a:cubicBezTo>
                        <a:pt x="233" y="11"/>
                        <a:pt x="203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2" name="Google Shape;55212;p66"/>
                <p:cNvSpPr/>
                <p:nvPr/>
              </p:nvSpPr>
              <p:spPr>
                <a:xfrm>
                  <a:off x="2222144" y="814007"/>
                  <a:ext cx="46503" cy="42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4" extrusionOk="0">
                      <a:moveTo>
                        <a:pt x="467" y="0"/>
                      </a:moveTo>
                      <a:cubicBezTo>
                        <a:pt x="315" y="41"/>
                        <a:pt x="173" y="214"/>
                        <a:pt x="82" y="447"/>
                      </a:cubicBezTo>
                      <a:cubicBezTo>
                        <a:pt x="1" y="649"/>
                        <a:pt x="244" y="852"/>
                        <a:pt x="467" y="883"/>
                      </a:cubicBezTo>
                      <a:lnTo>
                        <a:pt x="508" y="883"/>
                      </a:lnTo>
                      <a:cubicBezTo>
                        <a:pt x="731" y="852"/>
                        <a:pt x="974" y="649"/>
                        <a:pt x="893" y="447"/>
                      </a:cubicBezTo>
                      <a:cubicBezTo>
                        <a:pt x="801" y="214"/>
                        <a:pt x="659" y="41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3" name="Google Shape;55213;p66"/>
                <p:cNvSpPr/>
                <p:nvPr/>
              </p:nvSpPr>
              <p:spPr>
                <a:xfrm>
                  <a:off x="2236644" y="815915"/>
                  <a:ext cx="17504" cy="14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6" extrusionOk="0">
                      <a:moveTo>
                        <a:pt x="112" y="1"/>
                      </a:moveTo>
                      <a:cubicBezTo>
                        <a:pt x="82" y="32"/>
                        <a:pt x="51" y="82"/>
                        <a:pt x="31" y="133"/>
                      </a:cubicBezTo>
                      <a:cubicBezTo>
                        <a:pt x="1" y="214"/>
                        <a:pt x="92" y="295"/>
                        <a:pt x="173" y="305"/>
                      </a:cubicBezTo>
                      <a:lnTo>
                        <a:pt x="193" y="305"/>
                      </a:lnTo>
                      <a:cubicBezTo>
                        <a:pt x="274" y="295"/>
                        <a:pt x="366" y="214"/>
                        <a:pt x="335" y="133"/>
                      </a:cubicBezTo>
                      <a:cubicBezTo>
                        <a:pt x="315" y="82"/>
                        <a:pt x="285" y="32"/>
                        <a:pt x="254" y="1"/>
                      </a:cubicBezTo>
                      <a:cubicBezTo>
                        <a:pt x="234" y="11"/>
                        <a:pt x="204" y="11"/>
                        <a:pt x="183" y="11"/>
                      </a:cubicBezTo>
                      <a:cubicBezTo>
                        <a:pt x="163" y="11"/>
                        <a:pt x="132" y="11"/>
                        <a:pt x="11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4" name="Google Shape;55214;p66"/>
                <p:cNvSpPr/>
                <p:nvPr/>
              </p:nvSpPr>
              <p:spPr>
                <a:xfrm>
                  <a:off x="2254100" y="800843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53" y="0"/>
                      </a:moveTo>
                      <a:cubicBezTo>
                        <a:pt x="286" y="0"/>
                        <a:pt x="145" y="35"/>
                        <a:pt x="71" y="124"/>
                      </a:cubicBezTo>
                      <a:cubicBezTo>
                        <a:pt x="61" y="134"/>
                        <a:pt x="61" y="134"/>
                        <a:pt x="61" y="145"/>
                      </a:cubicBezTo>
                      <a:cubicBezTo>
                        <a:pt x="50" y="145"/>
                        <a:pt x="50" y="155"/>
                        <a:pt x="50" y="155"/>
                      </a:cubicBezTo>
                      <a:cubicBezTo>
                        <a:pt x="0" y="307"/>
                        <a:pt x="91" y="520"/>
                        <a:pt x="233" y="713"/>
                      </a:cubicBezTo>
                      <a:cubicBezTo>
                        <a:pt x="284" y="774"/>
                        <a:pt x="354" y="801"/>
                        <a:pt x="430" y="801"/>
                      </a:cubicBezTo>
                      <a:cubicBezTo>
                        <a:pt x="566" y="801"/>
                        <a:pt x="720" y="715"/>
                        <a:pt x="811" y="591"/>
                      </a:cubicBezTo>
                      <a:cubicBezTo>
                        <a:pt x="811" y="591"/>
                        <a:pt x="821" y="591"/>
                        <a:pt x="821" y="581"/>
                      </a:cubicBezTo>
                      <a:cubicBezTo>
                        <a:pt x="821" y="581"/>
                        <a:pt x="821" y="571"/>
                        <a:pt x="832" y="571"/>
                      </a:cubicBezTo>
                      <a:cubicBezTo>
                        <a:pt x="913" y="357"/>
                        <a:pt x="862" y="43"/>
                        <a:pt x="639" y="12"/>
                      </a:cubicBezTo>
                      <a:cubicBezTo>
                        <a:pt x="575" y="5"/>
                        <a:pt x="512" y="0"/>
                        <a:pt x="4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5" name="Google Shape;55215;p66"/>
                <p:cNvSpPr/>
                <p:nvPr/>
              </p:nvSpPr>
              <p:spPr>
                <a:xfrm>
                  <a:off x="2256485" y="804802"/>
                  <a:ext cx="16026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5" extrusionOk="0">
                      <a:moveTo>
                        <a:pt x="163" y="1"/>
                      </a:moveTo>
                      <a:cubicBezTo>
                        <a:pt x="133" y="1"/>
                        <a:pt x="102" y="11"/>
                        <a:pt x="72" y="11"/>
                      </a:cubicBezTo>
                      <a:cubicBezTo>
                        <a:pt x="61" y="62"/>
                        <a:pt x="41" y="102"/>
                        <a:pt x="0" y="143"/>
                      </a:cubicBezTo>
                      <a:cubicBezTo>
                        <a:pt x="11" y="183"/>
                        <a:pt x="41" y="234"/>
                        <a:pt x="72" y="274"/>
                      </a:cubicBezTo>
                      <a:cubicBezTo>
                        <a:pt x="92" y="305"/>
                        <a:pt x="122" y="315"/>
                        <a:pt x="153" y="315"/>
                      </a:cubicBezTo>
                      <a:cubicBezTo>
                        <a:pt x="203" y="315"/>
                        <a:pt x="264" y="274"/>
                        <a:pt x="295" y="234"/>
                      </a:cubicBezTo>
                      <a:lnTo>
                        <a:pt x="305" y="224"/>
                      </a:lnTo>
                      <a:cubicBezTo>
                        <a:pt x="335" y="143"/>
                        <a:pt x="315" y="21"/>
                        <a:pt x="234" y="11"/>
                      </a:cubicBezTo>
                      <a:cubicBezTo>
                        <a:pt x="203" y="1"/>
                        <a:pt x="183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6" name="Google Shape;55216;p66"/>
                <p:cNvSpPr/>
                <p:nvPr/>
              </p:nvSpPr>
              <p:spPr>
                <a:xfrm>
                  <a:off x="2254100" y="762830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32" y="1"/>
                      </a:moveTo>
                      <a:cubicBezTo>
                        <a:pt x="355" y="1"/>
                        <a:pt x="284" y="27"/>
                        <a:pt x="233" y="90"/>
                      </a:cubicBezTo>
                      <a:cubicBezTo>
                        <a:pt x="91" y="282"/>
                        <a:pt x="0" y="495"/>
                        <a:pt x="50" y="647"/>
                      </a:cubicBezTo>
                      <a:cubicBezTo>
                        <a:pt x="50" y="647"/>
                        <a:pt x="50" y="658"/>
                        <a:pt x="61" y="658"/>
                      </a:cubicBezTo>
                      <a:cubicBezTo>
                        <a:pt x="61" y="667"/>
                        <a:pt x="61" y="667"/>
                        <a:pt x="71" y="667"/>
                      </a:cubicBezTo>
                      <a:cubicBezTo>
                        <a:pt x="148" y="760"/>
                        <a:pt x="296" y="800"/>
                        <a:pt x="471" y="800"/>
                      </a:cubicBezTo>
                      <a:cubicBezTo>
                        <a:pt x="525" y="800"/>
                        <a:pt x="581" y="797"/>
                        <a:pt x="639" y="789"/>
                      </a:cubicBezTo>
                      <a:cubicBezTo>
                        <a:pt x="862" y="759"/>
                        <a:pt x="913" y="444"/>
                        <a:pt x="832" y="232"/>
                      </a:cubicBezTo>
                      <a:cubicBezTo>
                        <a:pt x="821" y="232"/>
                        <a:pt x="821" y="221"/>
                        <a:pt x="821" y="221"/>
                      </a:cubicBezTo>
                      <a:cubicBezTo>
                        <a:pt x="821" y="211"/>
                        <a:pt x="811" y="211"/>
                        <a:pt x="811" y="201"/>
                      </a:cubicBezTo>
                      <a:cubicBezTo>
                        <a:pt x="721" y="84"/>
                        <a:pt x="568" y="1"/>
                        <a:pt x="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7" name="Google Shape;55217;p66"/>
                <p:cNvSpPr/>
                <p:nvPr/>
              </p:nvSpPr>
              <p:spPr>
                <a:xfrm>
                  <a:off x="2256485" y="782051"/>
                  <a:ext cx="16026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" extrusionOk="0">
                      <a:moveTo>
                        <a:pt x="153" y="1"/>
                      </a:moveTo>
                      <a:cubicBezTo>
                        <a:pt x="122" y="1"/>
                        <a:pt x="92" y="11"/>
                        <a:pt x="72" y="41"/>
                      </a:cubicBezTo>
                      <a:cubicBezTo>
                        <a:pt x="41" y="82"/>
                        <a:pt x="11" y="133"/>
                        <a:pt x="0" y="174"/>
                      </a:cubicBezTo>
                      <a:cubicBezTo>
                        <a:pt x="41" y="214"/>
                        <a:pt x="61" y="255"/>
                        <a:pt x="72" y="305"/>
                      </a:cubicBezTo>
                      <a:cubicBezTo>
                        <a:pt x="102" y="305"/>
                        <a:pt x="133" y="316"/>
                        <a:pt x="163" y="316"/>
                      </a:cubicBezTo>
                      <a:cubicBezTo>
                        <a:pt x="183" y="316"/>
                        <a:pt x="203" y="305"/>
                        <a:pt x="234" y="305"/>
                      </a:cubicBezTo>
                      <a:cubicBezTo>
                        <a:pt x="315" y="295"/>
                        <a:pt x="335" y="174"/>
                        <a:pt x="305" y="92"/>
                      </a:cubicBezTo>
                      <a:cubicBezTo>
                        <a:pt x="305" y="82"/>
                        <a:pt x="295" y="82"/>
                        <a:pt x="295" y="82"/>
                      </a:cubicBezTo>
                      <a:cubicBezTo>
                        <a:pt x="264" y="41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8" name="Google Shape;55218;p66"/>
                <p:cNvSpPr/>
                <p:nvPr/>
              </p:nvSpPr>
              <p:spPr>
                <a:xfrm>
                  <a:off x="2229871" y="785485"/>
                  <a:ext cx="31049" cy="31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650" extrusionOk="0">
                      <a:moveTo>
                        <a:pt x="325" y="0"/>
                      </a:moveTo>
                      <a:cubicBezTo>
                        <a:pt x="143" y="0"/>
                        <a:pt x="1" y="142"/>
                        <a:pt x="1" y="325"/>
                      </a:cubicBezTo>
                      <a:cubicBezTo>
                        <a:pt x="1" y="507"/>
                        <a:pt x="143" y="649"/>
                        <a:pt x="325" y="649"/>
                      </a:cubicBezTo>
                      <a:cubicBezTo>
                        <a:pt x="508" y="649"/>
                        <a:pt x="650" y="507"/>
                        <a:pt x="650" y="325"/>
                      </a:cubicBezTo>
                      <a:cubicBezTo>
                        <a:pt x="650" y="142"/>
                        <a:pt x="508" y="0"/>
                        <a:pt x="3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19" name="Google Shape;55219;p66"/>
                <p:cNvSpPr/>
                <p:nvPr/>
              </p:nvSpPr>
              <p:spPr>
                <a:xfrm>
                  <a:off x="2239076" y="794643"/>
                  <a:ext cx="12591" cy="1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" h="265" extrusionOk="0">
                      <a:moveTo>
                        <a:pt x="132" y="0"/>
                      </a:moveTo>
                      <a:cubicBezTo>
                        <a:pt x="61" y="0"/>
                        <a:pt x="0" y="61"/>
                        <a:pt x="0" y="133"/>
                      </a:cubicBezTo>
                      <a:cubicBezTo>
                        <a:pt x="0" y="203"/>
                        <a:pt x="61" y="264"/>
                        <a:pt x="132" y="264"/>
                      </a:cubicBezTo>
                      <a:cubicBezTo>
                        <a:pt x="203" y="264"/>
                        <a:pt x="264" y="203"/>
                        <a:pt x="264" y="133"/>
                      </a:cubicBezTo>
                      <a:cubicBezTo>
                        <a:pt x="264" y="61"/>
                        <a:pt x="203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220" name="Google Shape;55220;p66"/>
              <p:cNvGrpSpPr/>
              <p:nvPr/>
            </p:nvGrpSpPr>
            <p:grpSpPr>
              <a:xfrm>
                <a:off x="-1388543" y="361943"/>
                <a:ext cx="305094" cy="322064"/>
                <a:chOff x="2193097" y="745802"/>
                <a:chExt cx="104549" cy="110368"/>
              </a:xfrm>
            </p:grpSpPr>
            <p:sp>
              <p:nvSpPr>
                <p:cNvPr id="55221" name="Google Shape;55221;p66"/>
                <p:cNvSpPr/>
                <p:nvPr/>
              </p:nvSpPr>
              <p:spPr>
                <a:xfrm>
                  <a:off x="2222144" y="745802"/>
                  <a:ext cx="46503" cy="42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3" extrusionOk="0">
                      <a:moveTo>
                        <a:pt x="467" y="0"/>
                      </a:moveTo>
                      <a:cubicBezTo>
                        <a:pt x="244" y="30"/>
                        <a:pt x="1" y="224"/>
                        <a:pt x="82" y="436"/>
                      </a:cubicBezTo>
                      <a:cubicBezTo>
                        <a:pt x="173" y="659"/>
                        <a:pt x="315" y="842"/>
                        <a:pt x="467" y="873"/>
                      </a:cubicBezTo>
                      <a:cubicBezTo>
                        <a:pt x="477" y="873"/>
                        <a:pt x="477" y="882"/>
                        <a:pt x="487" y="882"/>
                      </a:cubicBezTo>
                      <a:cubicBezTo>
                        <a:pt x="487" y="882"/>
                        <a:pt x="497" y="873"/>
                        <a:pt x="508" y="873"/>
                      </a:cubicBezTo>
                      <a:cubicBezTo>
                        <a:pt x="659" y="842"/>
                        <a:pt x="801" y="659"/>
                        <a:pt x="893" y="436"/>
                      </a:cubicBezTo>
                      <a:cubicBezTo>
                        <a:pt x="974" y="224"/>
                        <a:pt x="731" y="30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2" name="Google Shape;55222;p66"/>
                <p:cNvSpPr/>
                <p:nvPr/>
              </p:nvSpPr>
              <p:spPr>
                <a:xfrm>
                  <a:off x="2236644" y="771415"/>
                  <a:ext cx="17504" cy="14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5" extrusionOk="0">
                      <a:moveTo>
                        <a:pt x="173" y="1"/>
                      </a:moveTo>
                      <a:cubicBezTo>
                        <a:pt x="92" y="11"/>
                        <a:pt x="1" y="92"/>
                        <a:pt x="31" y="173"/>
                      </a:cubicBezTo>
                      <a:cubicBezTo>
                        <a:pt x="51" y="224"/>
                        <a:pt x="82" y="275"/>
                        <a:pt x="112" y="305"/>
                      </a:cubicBezTo>
                      <a:cubicBezTo>
                        <a:pt x="132" y="295"/>
                        <a:pt x="163" y="295"/>
                        <a:pt x="183" y="295"/>
                      </a:cubicBezTo>
                      <a:cubicBezTo>
                        <a:pt x="204" y="295"/>
                        <a:pt x="234" y="295"/>
                        <a:pt x="254" y="305"/>
                      </a:cubicBezTo>
                      <a:cubicBezTo>
                        <a:pt x="285" y="275"/>
                        <a:pt x="315" y="224"/>
                        <a:pt x="335" y="173"/>
                      </a:cubicBezTo>
                      <a:cubicBezTo>
                        <a:pt x="366" y="92"/>
                        <a:pt x="274" y="11"/>
                        <a:pt x="1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3" name="Google Shape;55223;p66"/>
                <p:cNvSpPr/>
                <p:nvPr/>
              </p:nvSpPr>
              <p:spPr>
                <a:xfrm>
                  <a:off x="2193097" y="762830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79" y="1"/>
                      </a:moveTo>
                      <a:cubicBezTo>
                        <a:pt x="346" y="1"/>
                        <a:pt x="193" y="84"/>
                        <a:pt x="102" y="201"/>
                      </a:cubicBezTo>
                      <a:cubicBezTo>
                        <a:pt x="102" y="211"/>
                        <a:pt x="92" y="211"/>
                        <a:pt x="92" y="221"/>
                      </a:cubicBezTo>
                      <a:cubicBezTo>
                        <a:pt x="92" y="221"/>
                        <a:pt x="92" y="232"/>
                        <a:pt x="82" y="232"/>
                      </a:cubicBezTo>
                      <a:cubicBezTo>
                        <a:pt x="1" y="444"/>
                        <a:pt x="51" y="759"/>
                        <a:pt x="274" y="789"/>
                      </a:cubicBezTo>
                      <a:cubicBezTo>
                        <a:pt x="332" y="797"/>
                        <a:pt x="389" y="800"/>
                        <a:pt x="443" y="800"/>
                      </a:cubicBezTo>
                      <a:cubicBezTo>
                        <a:pt x="617" y="800"/>
                        <a:pt x="765" y="760"/>
                        <a:pt x="842" y="667"/>
                      </a:cubicBezTo>
                      <a:cubicBezTo>
                        <a:pt x="853" y="667"/>
                        <a:pt x="853" y="667"/>
                        <a:pt x="853" y="658"/>
                      </a:cubicBezTo>
                      <a:cubicBezTo>
                        <a:pt x="863" y="658"/>
                        <a:pt x="863" y="647"/>
                        <a:pt x="863" y="647"/>
                      </a:cubicBezTo>
                      <a:cubicBezTo>
                        <a:pt x="914" y="495"/>
                        <a:pt x="822" y="282"/>
                        <a:pt x="670" y="90"/>
                      </a:cubicBezTo>
                      <a:cubicBezTo>
                        <a:pt x="623" y="27"/>
                        <a:pt x="554" y="1"/>
                        <a:pt x="4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4" name="Google Shape;55224;p66"/>
                <p:cNvSpPr/>
                <p:nvPr/>
              </p:nvSpPr>
              <p:spPr>
                <a:xfrm>
                  <a:off x="2218281" y="782051"/>
                  <a:ext cx="15978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6" extrusionOk="0">
                      <a:moveTo>
                        <a:pt x="183" y="1"/>
                      </a:moveTo>
                      <a:cubicBezTo>
                        <a:pt x="132" y="1"/>
                        <a:pt x="71" y="41"/>
                        <a:pt x="41" y="82"/>
                      </a:cubicBezTo>
                      <a:cubicBezTo>
                        <a:pt x="41" y="82"/>
                        <a:pt x="30" y="82"/>
                        <a:pt x="30" y="92"/>
                      </a:cubicBezTo>
                      <a:cubicBezTo>
                        <a:pt x="0" y="174"/>
                        <a:pt x="21" y="295"/>
                        <a:pt x="102" y="305"/>
                      </a:cubicBezTo>
                      <a:cubicBezTo>
                        <a:pt x="132" y="305"/>
                        <a:pt x="152" y="316"/>
                        <a:pt x="172" y="316"/>
                      </a:cubicBezTo>
                      <a:cubicBezTo>
                        <a:pt x="203" y="316"/>
                        <a:pt x="233" y="305"/>
                        <a:pt x="254" y="305"/>
                      </a:cubicBezTo>
                      <a:cubicBezTo>
                        <a:pt x="274" y="255"/>
                        <a:pt x="294" y="214"/>
                        <a:pt x="335" y="174"/>
                      </a:cubicBezTo>
                      <a:cubicBezTo>
                        <a:pt x="325" y="133"/>
                        <a:pt x="294" y="82"/>
                        <a:pt x="254" y="41"/>
                      </a:cubicBezTo>
                      <a:cubicBezTo>
                        <a:pt x="244" y="1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5" name="Google Shape;55225;p66"/>
                <p:cNvSpPr/>
                <p:nvPr/>
              </p:nvSpPr>
              <p:spPr>
                <a:xfrm>
                  <a:off x="2193097" y="800843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61" y="0"/>
                      </a:moveTo>
                      <a:cubicBezTo>
                        <a:pt x="401" y="0"/>
                        <a:pt x="338" y="5"/>
                        <a:pt x="274" y="12"/>
                      </a:cubicBezTo>
                      <a:cubicBezTo>
                        <a:pt x="51" y="43"/>
                        <a:pt x="1" y="357"/>
                        <a:pt x="82" y="571"/>
                      </a:cubicBezTo>
                      <a:cubicBezTo>
                        <a:pt x="92" y="571"/>
                        <a:pt x="92" y="581"/>
                        <a:pt x="92" y="581"/>
                      </a:cubicBezTo>
                      <a:cubicBezTo>
                        <a:pt x="92" y="591"/>
                        <a:pt x="102" y="591"/>
                        <a:pt x="102" y="591"/>
                      </a:cubicBezTo>
                      <a:cubicBezTo>
                        <a:pt x="194" y="715"/>
                        <a:pt x="348" y="801"/>
                        <a:pt x="481" y="801"/>
                      </a:cubicBezTo>
                      <a:cubicBezTo>
                        <a:pt x="555" y="801"/>
                        <a:pt x="623" y="774"/>
                        <a:pt x="670" y="713"/>
                      </a:cubicBezTo>
                      <a:cubicBezTo>
                        <a:pt x="822" y="520"/>
                        <a:pt x="914" y="307"/>
                        <a:pt x="863" y="155"/>
                      </a:cubicBezTo>
                      <a:cubicBezTo>
                        <a:pt x="863" y="155"/>
                        <a:pt x="863" y="145"/>
                        <a:pt x="853" y="145"/>
                      </a:cubicBezTo>
                      <a:cubicBezTo>
                        <a:pt x="853" y="134"/>
                        <a:pt x="853" y="134"/>
                        <a:pt x="842" y="124"/>
                      </a:cubicBezTo>
                      <a:cubicBezTo>
                        <a:pt x="768" y="35"/>
                        <a:pt x="627" y="0"/>
                        <a:pt x="4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6" name="Google Shape;55226;p66"/>
                <p:cNvSpPr/>
                <p:nvPr/>
              </p:nvSpPr>
              <p:spPr>
                <a:xfrm>
                  <a:off x="2218281" y="804802"/>
                  <a:ext cx="15978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5" extrusionOk="0">
                      <a:moveTo>
                        <a:pt x="172" y="1"/>
                      </a:moveTo>
                      <a:cubicBezTo>
                        <a:pt x="152" y="1"/>
                        <a:pt x="132" y="1"/>
                        <a:pt x="102" y="11"/>
                      </a:cubicBezTo>
                      <a:cubicBezTo>
                        <a:pt x="21" y="21"/>
                        <a:pt x="0" y="143"/>
                        <a:pt x="30" y="224"/>
                      </a:cubicBezTo>
                      <a:lnTo>
                        <a:pt x="41" y="234"/>
                      </a:lnTo>
                      <a:cubicBezTo>
                        <a:pt x="71" y="274"/>
                        <a:pt x="132" y="315"/>
                        <a:pt x="183" y="315"/>
                      </a:cubicBezTo>
                      <a:cubicBezTo>
                        <a:pt x="213" y="315"/>
                        <a:pt x="244" y="305"/>
                        <a:pt x="254" y="274"/>
                      </a:cubicBezTo>
                      <a:cubicBezTo>
                        <a:pt x="294" y="234"/>
                        <a:pt x="325" y="183"/>
                        <a:pt x="335" y="143"/>
                      </a:cubicBezTo>
                      <a:cubicBezTo>
                        <a:pt x="294" y="102"/>
                        <a:pt x="274" y="62"/>
                        <a:pt x="254" y="11"/>
                      </a:cubicBezTo>
                      <a:cubicBezTo>
                        <a:pt x="233" y="11"/>
                        <a:pt x="203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7" name="Google Shape;55227;p66"/>
                <p:cNvSpPr/>
                <p:nvPr/>
              </p:nvSpPr>
              <p:spPr>
                <a:xfrm>
                  <a:off x="2222144" y="814007"/>
                  <a:ext cx="46503" cy="42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4" extrusionOk="0">
                      <a:moveTo>
                        <a:pt x="467" y="0"/>
                      </a:moveTo>
                      <a:cubicBezTo>
                        <a:pt x="315" y="41"/>
                        <a:pt x="173" y="214"/>
                        <a:pt x="82" y="447"/>
                      </a:cubicBezTo>
                      <a:cubicBezTo>
                        <a:pt x="1" y="649"/>
                        <a:pt x="244" y="852"/>
                        <a:pt x="467" y="883"/>
                      </a:cubicBezTo>
                      <a:lnTo>
                        <a:pt x="508" y="883"/>
                      </a:lnTo>
                      <a:cubicBezTo>
                        <a:pt x="731" y="852"/>
                        <a:pt x="974" y="649"/>
                        <a:pt x="893" y="447"/>
                      </a:cubicBezTo>
                      <a:cubicBezTo>
                        <a:pt x="801" y="214"/>
                        <a:pt x="659" y="41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8" name="Google Shape;55228;p66"/>
                <p:cNvSpPr/>
                <p:nvPr/>
              </p:nvSpPr>
              <p:spPr>
                <a:xfrm>
                  <a:off x="2236644" y="815915"/>
                  <a:ext cx="17504" cy="14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6" extrusionOk="0">
                      <a:moveTo>
                        <a:pt x="112" y="1"/>
                      </a:moveTo>
                      <a:cubicBezTo>
                        <a:pt x="82" y="32"/>
                        <a:pt x="51" y="82"/>
                        <a:pt x="31" y="133"/>
                      </a:cubicBezTo>
                      <a:cubicBezTo>
                        <a:pt x="1" y="214"/>
                        <a:pt x="92" y="295"/>
                        <a:pt x="173" y="305"/>
                      </a:cubicBezTo>
                      <a:lnTo>
                        <a:pt x="193" y="305"/>
                      </a:lnTo>
                      <a:cubicBezTo>
                        <a:pt x="274" y="295"/>
                        <a:pt x="366" y="214"/>
                        <a:pt x="335" y="133"/>
                      </a:cubicBezTo>
                      <a:cubicBezTo>
                        <a:pt x="315" y="82"/>
                        <a:pt x="285" y="32"/>
                        <a:pt x="254" y="1"/>
                      </a:cubicBezTo>
                      <a:cubicBezTo>
                        <a:pt x="234" y="11"/>
                        <a:pt x="204" y="11"/>
                        <a:pt x="183" y="11"/>
                      </a:cubicBezTo>
                      <a:cubicBezTo>
                        <a:pt x="163" y="11"/>
                        <a:pt x="132" y="11"/>
                        <a:pt x="11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29" name="Google Shape;55229;p66"/>
                <p:cNvSpPr/>
                <p:nvPr/>
              </p:nvSpPr>
              <p:spPr>
                <a:xfrm>
                  <a:off x="2254100" y="800843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53" y="0"/>
                      </a:moveTo>
                      <a:cubicBezTo>
                        <a:pt x="286" y="0"/>
                        <a:pt x="145" y="35"/>
                        <a:pt x="71" y="124"/>
                      </a:cubicBezTo>
                      <a:cubicBezTo>
                        <a:pt x="61" y="134"/>
                        <a:pt x="61" y="134"/>
                        <a:pt x="61" y="145"/>
                      </a:cubicBezTo>
                      <a:cubicBezTo>
                        <a:pt x="50" y="145"/>
                        <a:pt x="50" y="155"/>
                        <a:pt x="50" y="155"/>
                      </a:cubicBezTo>
                      <a:cubicBezTo>
                        <a:pt x="0" y="307"/>
                        <a:pt x="91" y="520"/>
                        <a:pt x="233" y="713"/>
                      </a:cubicBezTo>
                      <a:cubicBezTo>
                        <a:pt x="284" y="774"/>
                        <a:pt x="354" y="801"/>
                        <a:pt x="430" y="801"/>
                      </a:cubicBezTo>
                      <a:cubicBezTo>
                        <a:pt x="566" y="801"/>
                        <a:pt x="720" y="715"/>
                        <a:pt x="811" y="591"/>
                      </a:cubicBezTo>
                      <a:cubicBezTo>
                        <a:pt x="811" y="591"/>
                        <a:pt x="821" y="591"/>
                        <a:pt x="821" y="581"/>
                      </a:cubicBezTo>
                      <a:cubicBezTo>
                        <a:pt x="821" y="581"/>
                        <a:pt x="821" y="571"/>
                        <a:pt x="832" y="571"/>
                      </a:cubicBezTo>
                      <a:cubicBezTo>
                        <a:pt x="913" y="357"/>
                        <a:pt x="862" y="43"/>
                        <a:pt x="639" y="12"/>
                      </a:cubicBezTo>
                      <a:cubicBezTo>
                        <a:pt x="575" y="5"/>
                        <a:pt x="512" y="0"/>
                        <a:pt x="4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0" name="Google Shape;55230;p66"/>
                <p:cNvSpPr/>
                <p:nvPr/>
              </p:nvSpPr>
              <p:spPr>
                <a:xfrm>
                  <a:off x="2256485" y="804802"/>
                  <a:ext cx="16026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5" extrusionOk="0">
                      <a:moveTo>
                        <a:pt x="163" y="1"/>
                      </a:moveTo>
                      <a:cubicBezTo>
                        <a:pt x="133" y="1"/>
                        <a:pt x="102" y="11"/>
                        <a:pt x="72" y="11"/>
                      </a:cubicBezTo>
                      <a:cubicBezTo>
                        <a:pt x="61" y="62"/>
                        <a:pt x="41" y="102"/>
                        <a:pt x="0" y="143"/>
                      </a:cubicBezTo>
                      <a:cubicBezTo>
                        <a:pt x="11" y="183"/>
                        <a:pt x="41" y="234"/>
                        <a:pt x="72" y="274"/>
                      </a:cubicBezTo>
                      <a:cubicBezTo>
                        <a:pt x="92" y="305"/>
                        <a:pt x="122" y="315"/>
                        <a:pt x="153" y="315"/>
                      </a:cubicBezTo>
                      <a:cubicBezTo>
                        <a:pt x="203" y="315"/>
                        <a:pt x="264" y="274"/>
                        <a:pt x="295" y="234"/>
                      </a:cubicBezTo>
                      <a:lnTo>
                        <a:pt x="305" y="224"/>
                      </a:lnTo>
                      <a:cubicBezTo>
                        <a:pt x="335" y="143"/>
                        <a:pt x="315" y="21"/>
                        <a:pt x="234" y="11"/>
                      </a:cubicBezTo>
                      <a:cubicBezTo>
                        <a:pt x="203" y="1"/>
                        <a:pt x="183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1" name="Google Shape;55231;p66"/>
                <p:cNvSpPr/>
                <p:nvPr/>
              </p:nvSpPr>
              <p:spPr>
                <a:xfrm>
                  <a:off x="2254100" y="762830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32" y="1"/>
                      </a:moveTo>
                      <a:cubicBezTo>
                        <a:pt x="355" y="1"/>
                        <a:pt x="284" y="27"/>
                        <a:pt x="233" y="90"/>
                      </a:cubicBezTo>
                      <a:cubicBezTo>
                        <a:pt x="91" y="282"/>
                        <a:pt x="0" y="495"/>
                        <a:pt x="50" y="647"/>
                      </a:cubicBezTo>
                      <a:cubicBezTo>
                        <a:pt x="50" y="647"/>
                        <a:pt x="50" y="658"/>
                        <a:pt x="61" y="658"/>
                      </a:cubicBezTo>
                      <a:cubicBezTo>
                        <a:pt x="61" y="667"/>
                        <a:pt x="61" y="667"/>
                        <a:pt x="71" y="667"/>
                      </a:cubicBezTo>
                      <a:cubicBezTo>
                        <a:pt x="148" y="760"/>
                        <a:pt x="296" y="800"/>
                        <a:pt x="471" y="800"/>
                      </a:cubicBezTo>
                      <a:cubicBezTo>
                        <a:pt x="525" y="800"/>
                        <a:pt x="581" y="797"/>
                        <a:pt x="639" y="789"/>
                      </a:cubicBezTo>
                      <a:cubicBezTo>
                        <a:pt x="862" y="759"/>
                        <a:pt x="913" y="444"/>
                        <a:pt x="832" y="232"/>
                      </a:cubicBezTo>
                      <a:cubicBezTo>
                        <a:pt x="821" y="232"/>
                        <a:pt x="821" y="221"/>
                        <a:pt x="821" y="221"/>
                      </a:cubicBezTo>
                      <a:cubicBezTo>
                        <a:pt x="821" y="211"/>
                        <a:pt x="811" y="211"/>
                        <a:pt x="811" y="201"/>
                      </a:cubicBezTo>
                      <a:cubicBezTo>
                        <a:pt x="721" y="84"/>
                        <a:pt x="568" y="1"/>
                        <a:pt x="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2" name="Google Shape;55232;p66"/>
                <p:cNvSpPr/>
                <p:nvPr/>
              </p:nvSpPr>
              <p:spPr>
                <a:xfrm>
                  <a:off x="2256485" y="782051"/>
                  <a:ext cx="16026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" extrusionOk="0">
                      <a:moveTo>
                        <a:pt x="153" y="1"/>
                      </a:moveTo>
                      <a:cubicBezTo>
                        <a:pt x="122" y="1"/>
                        <a:pt x="92" y="11"/>
                        <a:pt x="72" y="41"/>
                      </a:cubicBezTo>
                      <a:cubicBezTo>
                        <a:pt x="41" y="82"/>
                        <a:pt x="11" y="133"/>
                        <a:pt x="0" y="174"/>
                      </a:cubicBezTo>
                      <a:cubicBezTo>
                        <a:pt x="41" y="214"/>
                        <a:pt x="61" y="255"/>
                        <a:pt x="72" y="305"/>
                      </a:cubicBezTo>
                      <a:cubicBezTo>
                        <a:pt x="102" y="305"/>
                        <a:pt x="133" y="316"/>
                        <a:pt x="163" y="316"/>
                      </a:cubicBezTo>
                      <a:cubicBezTo>
                        <a:pt x="183" y="316"/>
                        <a:pt x="203" y="305"/>
                        <a:pt x="234" y="305"/>
                      </a:cubicBezTo>
                      <a:cubicBezTo>
                        <a:pt x="315" y="295"/>
                        <a:pt x="335" y="174"/>
                        <a:pt x="305" y="92"/>
                      </a:cubicBezTo>
                      <a:cubicBezTo>
                        <a:pt x="305" y="82"/>
                        <a:pt x="295" y="82"/>
                        <a:pt x="295" y="82"/>
                      </a:cubicBezTo>
                      <a:cubicBezTo>
                        <a:pt x="264" y="41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3" name="Google Shape;55233;p66"/>
                <p:cNvSpPr/>
                <p:nvPr/>
              </p:nvSpPr>
              <p:spPr>
                <a:xfrm>
                  <a:off x="2229871" y="785485"/>
                  <a:ext cx="31049" cy="31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650" extrusionOk="0">
                      <a:moveTo>
                        <a:pt x="325" y="0"/>
                      </a:moveTo>
                      <a:cubicBezTo>
                        <a:pt x="143" y="0"/>
                        <a:pt x="1" y="142"/>
                        <a:pt x="1" y="325"/>
                      </a:cubicBezTo>
                      <a:cubicBezTo>
                        <a:pt x="1" y="507"/>
                        <a:pt x="143" y="649"/>
                        <a:pt x="325" y="649"/>
                      </a:cubicBezTo>
                      <a:cubicBezTo>
                        <a:pt x="508" y="649"/>
                        <a:pt x="650" y="507"/>
                        <a:pt x="650" y="325"/>
                      </a:cubicBezTo>
                      <a:cubicBezTo>
                        <a:pt x="650" y="142"/>
                        <a:pt x="508" y="0"/>
                        <a:pt x="3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4" name="Google Shape;55234;p66"/>
                <p:cNvSpPr/>
                <p:nvPr/>
              </p:nvSpPr>
              <p:spPr>
                <a:xfrm>
                  <a:off x="2239076" y="794643"/>
                  <a:ext cx="12591" cy="1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" h="265" extrusionOk="0">
                      <a:moveTo>
                        <a:pt x="132" y="0"/>
                      </a:moveTo>
                      <a:cubicBezTo>
                        <a:pt x="61" y="0"/>
                        <a:pt x="0" y="61"/>
                        <a:pt x="0" y="133"/>
                      </a:cubicBezTo>
                      <a:cubicBezTo>
                        <a:pt x="0" y="203"/>
                        <a:pt x="61" y="264"/>
                        <a:pt x="132" y="264"/>
                      </a:cubicBezTo>
                      <a:cubicBezTo>
                        <a:pt x="203" y="264"/>
                        <a:pt x="264" y="203"/>
                        <a:pt x="264" y="133"/>
                      </a:cubicBezTo>
                      <a:cubicBezTo>
                        <a:pt x="264" y="61"/>
                        <a:pt x="203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235" name="Google Shape;55235;p66"/>
              <p:cNvGrpSpPr/>
              <p:nvPr/>
            </p:nvGrpSpPr>
            <p:grpSpPr>
              <a:xfrm>
                <a:off x="-1821093" y="720796"/>
                <a:ext cx="305094" cy="322064"/>
                <a:chOff x="2193097" y="745802"/>
                <a:chExt cx="104549" cy="110368"/>
              </a:xfrm>
            </p:grpSpPr>
            <p:sp>
              <p:nvSpPr>
                <p:cNvPr id="55236" name="Google Shape;55236;p66"/>
                <p:cNvSpPr/>
                <p:nvPr/>
              </p:nvSpPr>
              <p:spPr>
                <a:xfrm>
                  <a:off x="2222144" y="745802"/>
                  <a:ext cx="46503" cy="42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3" extrusionOk="0">
                      <a:moveTo>
                        <a:pt x="467" y="0"/>
                      </a:moveTo>
                      <a:cubicBezTo>
                        <a:pt x="244" y="30"/>
                        <a:pt x="1" y="224"/>
                        <a:pt x="82" y="436"/>
                      </a:cubicBezTo>
                      <a:cubicBezTo>
                        <a:pt x="173" y="659"/>
                        <a:pt x="315" y="842"/>
                        <a:pt x="467" y="873"/>
                      </a:cubicBezTo>
                      <a:cubicBezTo>
                        <a:pt x="477" y="873"/>
                        <a:pt x="477" y="882"/>
                        <a:pt x="487" y="882"/>
                      </a:cubicBezTo>
                      <a:cubicBezTo>
                        <a:pt x="487" y="882"/>
                        <a:pt x="497" y="873"/>
                        <a:pt x="508" y="873"/>
                      </a:cubicBezTo>
                      <a:cubicBezTo>
                        <a:pt x="659" y="842"/>
                        <a:pt x="801" y="659"/>
                        <a:pt x="893" y="436"/>
                      </a:cubicBezTo>
                      <a:cubicBezTo>
                        <a:pt x="974" y="224"/>
                        <a:pt x="731" y="30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7" name="Google Shape;55237;p66"/>
                <p:cNvSpPr/>
                <p:nvPr/>
              </p:nvSpPr>
              <p:spPr>
                <a:xfrm>
                  <a:off x="2236644" y="771415"/>
                  <a:ext cx="17504" cy="14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5" extrusionOk="0">
                      <a:moveTo>
                        <a:pt x="173" y="1"/>
                      </a:moveTo>
                      <a:cubicBezTo>
                        <a:pt x="92" y="11"/>
                        <a:pt x="1" y="92"/>
                        <a:pt x="31" y="173"/>
                      </a:cubicBezTo>
                      <a:cubicBezTo>
                        <a:pt x="51" y="224"/>
                        <a:pt x="82" y="275"/>
                        <a:pt x="112" y="305"/>
                      </a:cubicBezTo>
                      <a:cubicBezTo>
                        <a:pt x="132" y="295"/>
                        <a:pt x="163" y="295"/>
                        <a:pt x="183" y="295"/>
                      </a:cubicBezTo>
                      <a:cubicBezTo>
                        <a:pt x="204" y="295"/>
                        <a:pt x="234" y="295"/>
                        <a:pt x="254" y="305"/>
                      </a:cubicBezTo>
                      <a:cubicBezTo>
                        <a:pt x="285" y="275"/>
                        <a:pt x="315" y="224"/>
                        <a:pt x="335" y="173"/>
                      </a:cubicBezTo>
                      <a:cubicBezTo>
                        <a:pt x="366" y="92"/>
                        <a:pt x="274" y="11"/>
                        <a:pt x="1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8" name="Google Shape;55238;p66"/>
                <p:cNvSpPr/>
                <p:nvPr/>
              </p:nvSpPr>
              <p:spPr>
                <a:xfrm>
                  <a:off x="2193097" y="762830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79" y="1"/>
                      </a:moveTo>
                      <a:cubicBezTo>
                        <a:pt x="346" y="1"/>
                        <a:pt x="193" y="84"/>
                        <a:pt x="102" y="201"/>
                      </a:cubicBezTo>
                      <a:cubicBezTo>
                        <a:pt x="102" y="211"/>
                        <a:pt x="92" y="211"/>
                        <a:pt x="92" y="221"/>
                      </a:cubicBezTo>
                      <a:cubicBezTo>
                        <a:pt x="92" y="221"/>
                        <a:pt x="92" y="232"/>
                        <a:pt x="82" y="232"/>
                      </a:cubicBezTo>
                      <a:cubicBezTo>
                        <a:pt x="1" y="444"/>
                        <a:pt x="51" y="759"/>
                        <a:pt x="274" y="789"/>
                      </a:cubicBezTo>
                      <a:cubicBezTo>
                        <a:pt x="332" y="797"/>
                        <a:pt x="389" y="800"/>
                        <a:pt x="443" y="800"/>
                      </a:cubicBezTo>
                      <a:cubicBezTo>
                        <a:pt x="617" y="800"/>
                        <a:pt x="765" y="760"/>
                        <a:pt x="842" y="667"/>
                      </a:cubicBezTo>
                      <a:cubicBezTo>
                        <a:pt x="853" y="667"/>
                        <a:pt x="853" y="667"/>
                        <a:pt x="853" y="658"/>
                      </a:cubicBezTo>
                      <a:cubicBezTo>
                        <a:pt x="863" y="658"/>
                        <a:pt x="863" y="647"/>
                        <a:pt x="863" y="647"/>
                      </a:cubicBezTo>
                      <a:cubicBezTo>
                        <a:pt x="914" y="495"/>
                        <a:pt x="822" y="282"/>
                        <a:pt x="670" y="90"/>
                      </a:cubicBezTo>
                      <a:cubicBezTo>
                        <a:pt x="623" y="27"/>
                        <a:pt x="554" y="1"/>
                        <a:pt x="4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39" name="Google Shape;55239;p66"/>
                <p:cNvSpPr/>
                <p:nvPr/>
              </p:nvSpPr>
              <p:spPr>
                <a:xfrm>
                  <a:off x="2218281" y="782051"/>
                  <a:ext cx="15978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6" extrusionOk="0">
                      <a:moveTo>
                        <a:pt x="183" y="1"/>
                      </a:moveTo>
                      <a:cubicBezTo>
                        <a:pt x="132" y="1"/>
                        <a:pt x="71" y="41"/>
                        <a:pt x="41" y="82"/>
                      </a:cubicBezTo>
                      <a:cubicBezTo>
                        <a:pt x="41" y="82"/>
                        <a:pt x="30" y="82"/>
                        <a:pt x="30" y="92"/>
                      </a:cubicBezTo>
                      <a:cubicBezTo>
                        <a:pt x="0" y="174"/>
                        <a:pt x="21" y="295"/>
                        <a:pt x="102" y="305"/>
                      </a:cubicBezTo>
                      <a:cubicBezTo>
                        <a:pt x="132" y="305"/>
                        <a:pt x="152" y="316"/>
                        <a:pt x="172" y="316"/>
                      </a:cubicBezTo>
                      <a:cubicBezTo>
                        <a:pt x="203" y="316"/>
                        <a:pt x="233" y="305"/>
                        <a:pt x="254" y="305"/>
                      </a:cubicBezTo>
                      <a:cubicBezTo>
                        <a:pt x="274" y="255"/>
                        <a:pt x="294" y="214"/>
                        <a:pt x="335" y="174"/>
                      </a:cubicBezTo>
                      <a:cubicBezTo>
                        <a:pt x="325" y="133"/>
                        <a:pt x="294" y="82"/>
                        <a:pt x="254" y="41"/>
                      </a:cubicBezTo>
                      <a:cubicBezTo>
                        <a:pt x="244" y="1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0" name="Google Shape;55240;p66"/>
                <p:cNvSpPr/>
                <p:nvPr/>
              </p:nvSpPr>
              <p:spPr>
                <a:xfrm>
                  <a:off x="2193097" y="800843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61" y="0"/>
                      </a:moveTo>
                      <a:cubicBezTo>
                        <a:pt x="401" y="0"/>
                        <a:pt x="338" y="5"/>
                        <a:pt x="274" y="12"/>
                      </a:cubicBezTo>
                      <a:cubicBezTo>
                        <a:pt x="51" y="43"/>
                        <a:pt x="1" y="357"/>
                        <a:pt x="82" y="571"/>
                      </a:cubicBezTo>
                      <a:cubicBezTo>
                        <a:pt x="92" y="571"/>
                        <a:pt x="92" y="581"/>
                        <a:pt x="92" y="581"/>
                      </a:cubicBezTo>
                      <a:cubicBezTo>
                        <a:pt x="92" y="591"/>
                        <a:pt x="102" y="591"/>
                        <a:pt x="102" y="591"/>
                      </a:cubicBezTo>
                      <a:cubicBezTo>
                        <a:pt x="194" y="715"/>
                        <a:pt x="348" y="801"/>
                        <a:pt x="481" y="801"/>
                      </a:cubicBezTo>
                      <a:cubicBezTo>
                        <a:pt x="555" y="801"/>
                        <a:pt x="623" y="774"/>
                        <a:pt x="670" y="713"/>
                      </a:cubicBezTo>
                      <a:cubicBezTo>
                        <a:pt x="822" y="520"/>
                        <a:pt x="914" y="307"/>
                        <a:pt x="863" y="155"/>
                      </a:cubicBezTo>
                      <a:cubicBezTo>
                        <a:pt x="863" y="155"/>
                        <a:pt x="863" y="145"/>
                        <a:pt x="853" y="145"/>
                      </a:cubicBezTo>
                      <a:cubicBezTo>
                        <a:pt x="853" y="134"/>
                        <a:pt x="853" y="134"/>
                        <a:pt x="842" y="124"/>
                      </a:cubicBezTo>
                      <a:cubicBezTo>
                        <a:pt x="768" y="35"/>
                        <a:pt x="627" y="0"/>
                        <a:pt x="4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1" name="Google Shape;55241;p66"/>
                <p:cNvSpPr/>
                <p:nvPr/>
              </p:nvSpPr>
              <p:spPr>
                <a:xfrm>
                  <a:off x="2218281" y="804802"/>
                  <a:ext cx="15978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5" extrusionOk="0">
                      <a:moveTo>
                        <a:pt x="172" y="1"/>
                      </a:moveTo>
                      <a:cubicBezTo>
                        <a:pt x="152" y="1"/>
                        <a:pt x="132" y="1"/>
                        <a:pt x="102" y="11"/>
                      </a:cubicBezTo>
                      <a:cubicBezTo>
                        <a:pt x="21" y="21"/>
                        <a:pt x="0" y="143"/>
                        <a:pt x="30" y="224"/>
                      </a:cubicBezTo>
                      <a:lnTo>
                        <a:pt x="41" y="234"/>
                      </a:lnTo>
                      <a:cubicBezTo>
                        <a:pt x="71" y="274"/>
                        <a:pt x="132" y="315"/>
                        <a:pt x="183" y="315"/>
                      </a:cubicBezTo>
                      <a:cubicBezTo>
                        <a:pt x="213" y="315"/>
                        <a:pt x="244" y="305"/>
                        <a:pt x="254" y="274"/>
                      </a:cubicBezTo>
                      <a:cubicBezTo>
                        <a:pt x="294" y="234"/>
                        <a:pt x="325" y="183"/>
                        <a:pt x="335" y="143"/>
                      </a:cubicBezTo>
                      <a:cubicBezTo>
                        <a:pt x="294" y="102"/>
                        <a:pt x="274" y="62"/>
                        <a:pt x="254" y="11"/>
                      </a:cubicBezTo>
                      <a:cubicBezTo>
                        <a:pt x="233" y="11"/>
                        <a:pt x="203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2" name="Google Shape;55242;p66"/>
                <p:cNvSpPr/>
                <p:nvPr/>
              </p:nvSpPr>
              <p:spPr>
                <a:xfrm>
                  <a:off x="2222144" y="814007"/>
                  <a:ext cx="46503" cy="42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4" extrusionOk="0">
                      <a:moveTo>
                        <a:pt x="467" y="0"/>
                      </a:moveTo>
                      <a:cubicBezTo>
                        <a:pt x="315" y="41"/>
                        <a:pt x="173" y="214"/>
                        <a:pt x="82" y="447"/>
                      </a:cubicBezTo>
                      <a:cubicBezTo>
                        <a:pt x="1" y="649"/>
                        <a:pt x="244" y="852"/>
                        <a:pt x="467" y="883"/>
                      </a:cubicBezTo>
                      <a:lnTo>
                        <a:pt x="508" y="883"/>
                      </a:lnTo>
                      <a:cubicBezTo>
                        <a:pt x="731" y="852"/>
                        <a:pt x="974" y="649"/>
                        <a:pt x="893" y="447"/>
                      </a:cubicBezTo>
                      <a:cubicBezTo>
                        <a:pt x="801" y="214"/>
                        <a:pt x="659" y="41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3" name="Google Shape;55243;p66"/>
                <p:cNvSpPr/>
                <p:nvPr/>
              </p:nvSpPr>
              <p:spPr>
                <a:xfrm>
                  <a:off x="2236644" y="815915"/>
                  <a:ext cx="17504" cy="14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6" extrusionOk="0">
                      <a:moveTo>
                        <a:pt x="112" y="1"/>
                      </a:moveTo>
                      <a:cubicBezTo>
                        <a:pt x="82" y="32"/>
                        <a:pt x="51" y="82"/>
                        <a:pt x="31" y="133"/>
                      </a:cubicBezTo>
                      <a:cubicBezTo>
                        <a:pt x="1" y="214"/>
                        <a:pt x="92" y="295"/>
                        <a:pt x="173" y="305"/>
                      </a:cubicBezTo>
                      <a:lnTo>
                        <a:pt x="193" y="305"/>
                      </a:lnTo>
                      <a:cubicBezTo>
                        <a:pt x="274" y="295"/>
                        <a:pt x="366" y="214"/>
                        <a:pt x="335" y="133"/>
                      </a:cubicBezTo>
                      <a:cubicBezTo>
                        <a:pt x="315" y="82"/>
                        <a:pt x="285" y="32"/>
                        <a:pt x="254" y="1"/>
                      </a:cubicBezTo>
                      <a:cubicBezTo>
                        <a:pt x="234" y="11"/>
                        <a:pt x="204" y="11"/>
                        <a:pt x="183" y="11"/>
                      </a:cubicBezTo>
                      <a:cubicBezTo>
                        <a:pt x="163" y="11"/>
                        <a:pt x="132" y="11"/>
                        <a:pt x="11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4" name="Google Shape;55244;p66"/>
                <p:cNvSpPr/>
                <p:nvPr/>
              </p:nvSpPr>
              <p:spPr>
                <a:xfrm>
                  <a:off x="2254100" y="800843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53" y="0"/>
                      </a:moveTo>
                      <a:cubicBezTo>
                        <a:pt x="286" y="0"/>
                        <a:pt x="145" y="35"/>
                        <a:pt x="71" y="124"/>
                      </a:cubicBezTo>
                      <a:cubicBezTo>
                        <a:pt x="61" y="134"/>
                        <a:pt x="61" y="134"/>
                        <a:pt x="61" y="145"/>
                      </a:cubicBezTo>
                      <a:cubicBezTo>
                        <a:pt x="50" y="145"/>
                        <a:pt x="50" y="155"/>
                        <a:pt x="50" y="155"/>
                      </a:cubicBezTo>
                      <a:cubicBezTo>
                        <a:pt x="0" y="307"/>
                        <a:pt x="91" y="520"/>
                        <a:pt x="233" y="713"/>
                      </a:cubicBezTo>
                      <a:cubicBezTo>
                        <a:pt x="284" y="774"/>
                        <a:pt x="354" y="801"/>
                        <a:pt x="430" y="801"/>
                      </a:cubicBezTo>
                      <a:cubicBezTo>
                        <a:pt x="566" y="801"/>
                        <a:pt x="720" y="715"/>
                        <a:pt x="811" y="591"/>
                      </a:cubicBezTo>
                      <a:cubicBezTo>
                        <a:pt x="811" y="591"/>
                        <a:pt x="821" y="591"/>
                        <a:pt x="821" y="581"/>
                      </a:cubicBezTo>
                      <a:cubicBezTo>
                        <a:pt x="821" y="581"/>
                        <a:pt x="821" y="571"/>
                        <a:pt x="832" y="571"/>
                      </a:cubicBezTo>
                      <a:cubicBezTo>
                        <a:pt x="913" y="357"/>
                        <a:pt x="862" y="43"/>
                        <a:pt x="639" y="12"/>
                      </a:cubicBezTo>
                      <a:cubicBezTo>
                        <a:pt x="575" y="5"/>
                        <a:pt x="512" y="0"/>
                        <a:pt x="4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5" name="Google Shape;55245;p66"/>
                <p:cNvSpPr/>
                <p:nvPr/>
              </p:nvSpPr>
              <p:spPr>
                <a:xfrm>
                  <a:off x="2256485" y="804802"/>
                  <a:ext cx="16026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5" extrusionOk="0">
                      <a:moveTo>
                        <a:pt x="163" y="1"/>
                      </a:moveTo>
                      <a:cubicBezTo>
                        <a:pt x="133" y="1"/>
                        <a:pt x="102" y="11"/>
                        <a:pt x="72" y="11"/>
                      </a:cubicBezTo>
                      <a:cubicBezTo>
                        <a:pt x="61" y="62"/>
                        <a:pt x="41" y="102"/>
                        <a:pt x="0" y="143"/>
                      </a:cubicBezTo>
                      <a:cubicBezTo>
                        <a:pt x="11" y="183"/>
                        <a:pt x="41" y="234"/>
                        <a:pt x="72" y="274"/>
                      </a:cubicBezTo>
                      <a:cubicBezTo>
                        <a:pt x="92" y="305"/>
                        <a:pt x="122" y="315"/>
                        <a:pt x="153" y="315"/>
                      </a:cubicBezTo>
                      <a:cubicBezTo>
                        <a:pt x="203" y="315"/>
                        <a:pt x="264" y="274"/>
                        <a:pt x="295" y="234"/>
                      </a:cubicBezTo>
                      <a:lnTo>
                        <a:pt x="305" y="224"/>
                      </a:lnTo>
                      <a:cubicBezTo>
                        <a:pt x="335" y="143"/>
                        <a:pt x="315" y="21"/>
                        <a:pt x="234" y="11"/>
                      </a:cubicBezTo>
                      <a:cubicBezTo>
                        <a:pt x="203" y="1"/>
                        <a:pt x="183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6" name="Google Shape;55246;p66"/>
                <p:cNvSpPr/>
                <p:nvPr/>
              </p:nvSpPr>
              <p:spPr>
                <a:xfrm>
                  <a:off x="2254100" y="762830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32" y="1"/>
                      </a:moveTo>
                      <a:cubicBezTo>
                        <a:pt x="355" y="1"/>
                        <a:pt x="284" y="27"/>
                        <a:pt x="233" y="90"/>
                      </a:cubicBezTo>
                      <a:cubicBezTo>
                        <a:pt x="91" y="282"/>
                        <a:pt x="0" y="495"/>
                        <a:pt x="50" y="647"/>
                      </a:cubicBezTo>
                      <a:cubicBezTo>
                        <a:pt x="50" y="647"/>
                        <a:pt x="50" y="658"/>
                        <a:pt x="61" y="658"/>
                      </a:cubicBezTo>
                      <a:cubicBezTo>
                        <a:pt x="61" y="667"/>
                        <a:pt x="61" y="667"/>
                        <a:pt x="71" y="667"/>
                      </a:cubicBezTo>
                      <a:cubicBezTo>
                        <a:pt x="148" y="760"/>
                        <a:pt x="296" y="800"/>
                        <a:pt x="471" y="800"/>
                      </a:cubicBezTo>
                      <a:cubicBezTo>
                        <a:pt x="525" y="800"/>
                        <a:pt x="581" y="797"/>
                        <a:pt x="639" y="789"/>
                      </a:cubicBezTo>
                      <a:cubicBezTo>
                        <a:pt x="862" y="759"/>
                        <a:pt x="913" y="444"/>
                        <a:pt x="832" y="232"/>
                      </a:cubicBezTo>
                      <a:cubicBezTo>
                        <a:pt x="821" y="232"/>
                        <a:pt x="821" y="221"/>
                        <a:pt x="821" y="221"/>
                      </a:cubicBezTo>
                      <a:cubicBezTo>
                        <a:pt x="821" y="211"/>
                        <a:pt x="811" y="211"/>
                        <a:pt x="811" y="201"/>
                      </a:cubicBezTo>
                      <a:cubicBezTo>
                        <a:pt x="721" y="84"/>
                        <a:pt x="568" y="1"/>
                        <a:pt x="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7" name="Google Shape;55247;p66"/>
                <p:cNvSpPr/>
                <p:nvPr/>
              </p:nvSpPr>
              <p:spPr>
                <a:xfrm>
                  <a:off x="2256485" y="782051"/>
                  <a:ext cx="16026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" extrusionOk="0">
                      <a:moveTo>
                        <a:pt x="153" y="1"/>
                      </a:moveTo>
                      <a:cubicBezTo>
                        <a:pt x="122" y="1"/>
                        <a:pt x="92" y="11"/>
                        <a:pt x="72" y="41"/>
                      </a:cubicBezTo>
                      <a:cubicBezTo>
                        <a:pt x="41" y="82"/>
                        <a:pt x="11" y="133"/>
                        <a:pt x="0" y="174"/>
                      </a:cubicBezTo>
                      <a:cubicBezTo>
                        <a:pt x="41" y="214"/>
                        <a:pt x="61" y="255"/>
                        <a:pt x="72" y="305"/>
                      </a:cubicBezTo>
                      <a:cubicBezTo>
                        <a:pt x="102" y="305"/>
                        <a:pt x="133" y="316"/>
                        <a:pt x="163" y="316"/>
                      </a:cubicBezTo>
                      <a:cubicBezTo>
                        <a:pt x="183" y="316"/>
                        <a:pt x="203" y="305"/>
                        <a:pt x="234" y="305"/>
                      </a:cubicBezTo>
                      <a:cubicBezTo>
                        <a:pt x="315" y="295"/>
                        <a:pt x="335" y="174"/>
                        <a:pt x="305" y="92"/>
                      </a:cubicBezTo>
                      <a:cubicBezTo>
                        <a:pt x="305" y="82"/>
                        <a:pt x="295" y="82"/>
                        <a:pt x="295" y="82"/>
                      </a:cubicBezTo>
                      <a:cubicBezTo>
                        <a:pt x="264" y="41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8" name="Google Shape;55248;p66"/>
                <p:cNvSpPr/>
                <p:nvPr/>
              </p:nvSpPr>
              <p:spPr>
                <a:xfrm>
                  <a:off x="2229871" y="785485"/>
                  <a:ext cx="31049" cy="31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650" extrusionOk="0">
                      <a:moveTo>
                        <a:pt x="325" y="0"/>
                      </a:moveTo>
                      <a:cubicBezTo>
                        <a:pt x="143" y="0"/>
                        <a:pt x="1" y="142"/>
                        <a:pt x="1" y="325"/>
                      </a:cubicBezTo>
                      <a:cubicBezTo>
                        <a:pt x="1" y="507"/>
                        <a:pt x="143" y="649"/>
                        <a:pt x="325" y="649"/>
                      </a:cubicBezTo>
                      <a:cubicBezTo>
                        <a:pt x="508" y="649"/>
                        <a:pt x="650" y="507"/>
                        <a:pt x="650" y="325"/>
                      </a:cubicBezTo>
                      <a:cubicBezTo>
                        <a:pt x="650" y="142"/>
                        <a:pt x="508" y="0"/>
                        <a:pt x="3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49" name="Google Shape;55249;p66"/>
                <p:cNvSpPr/>
                <p:nvPr/>
              </p:nvSpPr>
              <p:spPr>
                <a:xfrm>
                  <a:off x="2239076" y="794643"/>
                  <a:ext cx="12591" cy="1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" h="265" extrusionOk="0">
                      <a:moveTo>
                        <a:pt x="132" y="0"/>
                      </a:moveTo>
                      <a:cubicBezTo>
                        <a:pt x="61" y="0"/>
                        <a:pt x="0" y="61"/>
                        <a:pt x="0" y="133"/>
                      </a:cubicBezTo>
                      <a:cubicBezTo>
                        <a:pt x="0" y="203"/>
                        <a:pt x="61" y="264"/>
                        <a:pt x="132" y="264"/>
                      </a:cubicBezTo>
                      <a:cubicBezTo>
                        <a:pt x="203" y="264"/>
                        <a:pt x="264" y="203"/>
                        <a:pt x="264" y="133"/>
                      </a:cubicBezTo>
                      <a:cubicBezTo>
                        <a:pt x="264" y="61"/>
                        <a:pt x="203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250" name="Google Shape;55250;p66"/>
              <p:cNvGrpSpPr/>
              <p:nvPr/>
            </p:nvGrpSpPr>
            <p:grpSpPr>
              <a:xfrm>
                <a:off x="-3079238" y="1174670"/>
                <a:ext cx="305094" cy="322064"/>
                <a:chOff x="2193097" y="745802"/>
                <a:chExt cx="104549" cy="110368"/>
              </a:xfrm>
            </p:grpSpPr>
            <p:sp>
              <p:nvSpPr>
                <p:cNvPr id="55251" name="Google Shape;55251;p66"/>
                <p:cNvSpPr/>
                <p:nvPr/>
              </p:nvSpPr>
              <p:spPr>
                <a:xfrm>
                  <a:off x="2222144" y="745802"/>
                  <a:ext cx="46503" cy="42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3" extrusionOk="0">
                      <a:moveTo>
                        <a:pt x="467" y="0"/>
                      </a:moveTo>
                      <a:cubicBezTo>
                        <a:pt x="244" y="30"/>
                        <a:pt x="1" y="224"/>
                        <a:pt x="82" y="436"/>
                      </a:cubicBezTo>
                      <a:cubicBezTo>
                        <a:pt x="173" y="659"/>
                        <a:pt x="315" y="842"/>
                        <a:pt x="467" y="873"/>
                      </a:cubicBezTo>
                      <a:cubicBezTo>
                        <a:pt x="477" y="873"/>
                        <a:pt x="477" y="882"/>
                        <a:pt x="487" y="882"/>
                      </a:cubicBezTo>
                      <a:cubicBezTo>
                        <a:pt x="487" y="882"/>
                        <a:pt x="497" y="873"/>
                        <a:pt x="508" y="873"/>
                      </a:cubicBezTo>
                      <a:cubicBezTo>
                        <a:pt x="659" y="842"/>
                        <a:pt x="801" y="659"/>
                        <a:pt x="893" y="436"/>
                      </a:cubicBezTo>
                      <a:cubicBezTo>
                        <a:pt x="974" y="224"/>
                        <a:pt x="731" y="30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2" name="Google Shape;55252;p66"/>
                <p:cNvSpPr/>
                <p:nvPr/>
              </p:nvSpPr>
              <p:spPr>
                <a:xfrm>
                  <a:off x="2236644" y="771415"/>
                  <a:ext cx="17504" cy="14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5" extrusionOk="0">
                      <a:moveTo>
                        <a:pt x="173" y="1"/>
                      </a:moveTo>
                      <a:cubicBezTo>
                        <a:pt x="92" y="11"/>
                        <a:pt x="1" y="92"/>
                        <a:pt x="31" y="173"/>
                      </a:cubicBezTo>
                      <a:cubicBezTo>
                        <a:pt x="51" y="224"/>
                        <a:pt x="82" y="275"/>
                        <a:pt x="112" y="305"/>
                      </a:cubicBezTo>
                      <a:cubicBezTo>
                        <a:pt x="132" y="295"/>
                        <a:pt x="163" y="295"/>
                        <a:pt x="183" y="295"/>
                      </a:cubicBezTo>
                      <a:cubicBezTo>
                        <a:pt x="204" y="295"/>
                        <a:pt x="234" y="295"/>
                        <a:pt x="254" y="305"/>
                      </a:cubicBezTo>
                      <a:cubicBezTo>
                        <a:pt x="285" y="275"/>
                        <a:pt x="315" y="224"/>
                        <a:pt x="335" y="173"/>
                      </a:cubicBezTo>
                      <a:cubicBezTo>
                        <a:pt x="366" y="92"/>
                        <a:pt x="274" y="11"/>
                        <a:pt x="1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3" name="Google Shape;55253;p66"/>
                <p:cNvSpPr/>
                <p:nvPr/>
              </p:nvSpPr>
              <p:spPr>
                <a:xfrm>
                  <a:off x="2193097" y="762830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79" y="1"/>
                      </a:moveTo>
                      <a:cubicBezTo>
                        <a:pt x="346" y="1"/>
                        <a:pt x="193" y="84"/>
                        <a:pt x="102" y="201"/>
                      </a:cubicBezTo>
                      <a:cubicBezTo>
                        <a:pt x="102" y="211"/>
                        <a:pt x="92" y="211"/>
                        <a:pt x="92" y="221"/>
                      </a:cubicBezTo>
                      <a:cubicBezTo>
                        <a:pt x="92" y="221"/>
                        <a:pt x="92" y="232"/>
                        <a:pt x="82" y="232"/>
                      </a:cubicBezTo>
                      <a:cubicBezTo>
                        <a:pt x="1" y="444"/>
                        <a:pt x="51" y="759"/>
                        <a:pt x="274" y="789"/>
                      </a:cubicBezTo>
                      <a:cubicBezTo>
                        <a:pt x="332" y="797"/>
                        <a:pt x="389" y="800"/>
                        <a:pt x="443" y="800"/>
                      </a:cubicBezTo>
                      <a:cubicBezTo>
                        <a:pt x="617" y="800"/>
                        <a:pt x="765" y="760"/>
                        <a:pt x="842" y="667"/>
                      </a:cubicBezTo>
                      <a:cubicBezTo>
                        <a:pt x="853" y="667"/>
                        <a:pt x="853" y="667"/>
                        <a:pt x="853" y="658"/>
                      </a:cubicBezTo>
                      <a:cubicBezTo>
                        <a:pt x="863" y="658"/>
                        <a:pt x="863" y="647"/>
                        <a:pt x="863" y="647"/>
                      </a:cubicBezTo>
                      <a:cubicBezTo>
                        <a:pt x="914" y="495"/>
                        <a:pt x="822" y="282"/>
                        <a:pt x="670" y="90"/>
                      </a:cubicBezTo>
                      <a:cubicBezTo>
                        <a:pt x="623" y="27"/>
                        <a:pt x="554" y="1"/>
                        <a:pt x="4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4" name="Google Shape;55254;p66"/>
                <p:cNvSpPr/>
                <p:nvPr/>
              </p:nvSpPr>
              <p:spPr>
                <a:xfrm>
                  <a:off x="2218281" y="782051"/>
                  <a:ext cx="15978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6" extrusionOk="0">
                      <a:moveTo>
                        <a:pt x="183" y="1"/>
                      </a:moveTo>
                      <a:cubicBezTo>
                        <a:pt x="132" y="1"/>
                        <a:pt x="71" y="41"/>
                        <a:pt x="41" y="82"/>
                      </a:cubicBezTo>
                      <a:cubicBezTo>
                        <a:pt x="41" y="82"/>
                        <a:pt x="30" y="82"/>
                        <a:pt x="30" y="92"/>
                      </a:cubicBezTo>
                      <a:cubicBezTo>
                        <a:pt x="0" y="174"/>
                        <a:pt x="21" y="295"/>
                        <a:pt x="102" y="305"/>
                      </a:cubicBezTo>
                      <a:cubicBezTo>
                        <a:pt x="132" y="305"/>
                        <a:pt x="152" y="316"/>
                        <a:pt x="172" y="316"/>
                      </a:cubicBezTo>
                      <a:cubicBezTo>
                        <a:pt x="203" y="316"/>
                        <a:pt x="233" y="305"/>
                        <a:pt x="254" y="305"/>
                      </a:cubicBezTo>
                      <a:cubicBezTo>
                        <a:pt x="274" y="255"/>
                        <a:pt x="294" y="214"/>
                        <a:pt x="335" y="174"/>
                      </a:cubicBezTo>
                      <a:cubicBezTo>
                        <a:pt x="325" y="133"/>
                        <a:pt x="294" y="82"/>
                        <a:pt x="254" y="41"/>
                      </a:cubicBezTo>
                      <a:cubicBezTo>
                        <a:pt x="244" y="1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5" name="Google Shape;55255;p66"/>
                <p:cNvSpPr/>
                <p:nvPr/>
              </p:nvSpPr>
              <p:spPr>
                <a:xfrm>
                  <a:off x="2193097" y="800843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61" y="0"/>
                      </a:moveTo>
                      <a:cubicBezTo>
                        <a:pt x="401" y="0"/>
                        <a:pt x="338" y="5"/>
                        <a:pt x="274" y="12"/>
                      </a:cubicBezTo>
                      <a:cubicBezTo>
                        <a:pt x="51" y="43"/>
                        <a:pt x="1" y="357"/>
                        <a:pt x="82" y="571"/>
                      </a:cubicBezTo>
                      <a:cubicBezTo>
                        <a:pt x="92" y="571"/>
                        <a:pt x="92" y="581"/>
                        <a:pt x="92" y="581"/>
                      </a:cubicBezTo>
                      <a:cubicBezTo>
                        <a:pt x="92" y="591"/>
                        <a:pt x="102" y="591"/>
                        <a:pt x="102" y="591"/>
                      </a:cubicBezTo>
                      <a:cubicBezTo>
                        <a:pt x="194" y="715"/>
                        <a:pt x="348" y="801"/>
                        <a:pt x="481" y="801"/>
                      </a:cubicBezTo>
                      <a:cubicBezTo>
                        <a:pt x="555" y="801"/>
                        <a:pt x="623" y="774"/>
                        <a:pt x="670" y="713"/>
                      </a:cubicBezTo>
                      <a:cubicBezTo>
                        <a:pt x="822" y="520"/>
                        <a:pt x="914" y="307"/>
                        <a:pt x="863" y="155"/>
                      </a:cubicBezTo>
                      <a:cubicBezTo>
                        <a:pt x="863" y="155"/>
                        <a:pt x="863" y="145"/>
                        <a:pt x="853" y="145"/>
                      </a:cubicBezTo>
                      <a:cubicBezTo>
                        <a:pt x="853" y="134"/>
                        <a:pt x="853" y="134"/>
                        <a:pt x="842" y="124"/>
                      </a:cubicBezTo>
                      <a:cubicBezTo>
                        <a:pt x="768" y="35"/>
                        <a:pt x="627" y="0"/>
                        <a:pt x="4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6" name="Google Shape;55256;p66"/>
                <p:cNvSpPr/>
                <p:nvPr/>
              </p:nvSpPr>
              <p:spPr>
                <a:xfrm>
                  <a:off x="2218281" y="804802"/>
                  <a:ext cx="15978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5" extrusionOk="0">
                      <a:moveTo>
                        <a:pt x="172" y="1"/>
                      </a:moveTo>
                      <a:cubicBezTo>
                        <a:pt x="152" y="1"/>
                        <a:pt x="132" y="1"/>
                        <a:pt x="102" y="11"/>
                      </a:cubicBezTo>
                      <a:cubicBezTo>
                        <a:pt x="21" y="21"/>
                        <a:pt x="0" y="143"/>
                        <a:pt x="30" y="224"/>
                      </a:cubicBezTo>
                      <a:lnTo>
                        <a:pt x="41" y="234"/>
                      </a:lnTo>
                      <a:cubicBezTo>
                        <a:pt x="71" y="274"/>
                        <a:pt x="132" y="315"/>
                        <a:pt x="183" y="315"/>
                      </a:cubicBezTo>
                      <a:cubicBezTo>
                        <a:pt x="213" y="315"/>
                        <a:pt x="244" y="305"/>
                        <a:pt x="254" y="274"/>
                      </a:cubicBezTo>
                      <a:cubicBezTo>
                        <a:pt x="294" y="234"/>
                        <a:pt x="325" y="183"/>
                        <a:pt x="335" y="143"/>
                      </a:cubicBezTo>
                      <a:cubicBezTo>
                        <a:pt x="294" y="102"/>
                        <a:pt x="274" y="62"/>
                        <a:pt x="254" y="11"/>
                      </a:cubicBezTo>
                      <a:cubicBezTo>
                        <a:pt x="233" y="11"/>
                        <a:pt x="203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7" name="Google Shape;55257;p66"/>
                <p:cNvSpPr/>
                <p:nvPr/>
              </p:nvSpPr>
              <p:spPr>
                <a:xfrm>
                  <a:off x="2222144" y="814007"/>
                  <a:ext cx="46503" cy="42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4" extrusionOk="0">
                      <a:moveTo>
                        <a:pt x="467" y="0"/>
                      </a:moveTo>
                      <a:cubicBezTo>
                        <a:pt x="315" y="41"/>
                        <a:pt x="173" y="214"/>
                        <a:pt x="82" y="447"/>
                      </a:cubicBezTo>
                      <a:cubicBezTo>
                        <a:pt x="1" y="649"/>
                        <a:pt x="244" y="852"/>
                        <a:pt x="467" y="883"/>
                      </a:cubicBezTo>
                      <a:lnTo>
                        <a:pt x="508" y="883"/>
                      </a:lnTo>
                      <a:cubicBezTo>
                        <a:pt x="731" y="852"/>
                        <a:pt x="974" y="649"/>
                        <a:pt x="893" y="447"/>
                      </a:cubicBezTo>
                      <a:cubicBezTo>
                        <a:pt x="801" y="214"/>
                        <a:pt x="659" y="41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8" name="Google Shape;55258;p66"/>
                <p:cNvSpPr/>
                <p:nvPr/>
              </p:nvSpPr>
              <p:spPr>
                <a:xfrm>
                  <a:off x="2236644" y="815915"/>
                  <a:ext cx="17504" cy="14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6" extrusionOk="0">
                      <a:moveTo>
                        <a:pt x="112" y="1"/>
                      </a:moveTo>
                      <a:cubicBezTo>
                        <a:pt x="82" y="32"/>
                        <a:pt x="51" y="82"/>
                        <a:pt x="31" y="133"/>
                      </a:cubicBezTo>
                      <a:cubicBezTo>
                        <a:pt x="1" y="214"/>
                        <a:pt x="92" y="295"/>
                        <a:pt x="173" y="305"/>
                      </a:cubicBezTo>
                      <a:lnTo>
                        <a:pt x="193" y="305"/>
                      </a:lnTo>
                      <a:cubicBezTo>
                        <a:pt x="274" y="295"/>
                        <a:pt x="366" y="214"/>
                        <a:pt x="335" y="133"/>
                      </a:cubicBezTo>
                      <a:cubicBezTo>
                        <a:pt x="315" y="82"/>
                        <a:pt x="285" y="32"/>
                        <a:pt x="254" y="1"/>
                      </a:cubicBezTo>
                      <a:cubicBezTo>
                        <a:pt x="234" y="11"/>
                        <a:pt x="204" y="11"/>
                        <a:pt x="183" y="11"/>
                      </a:cubicBezTo>
                      <a:cubicBezTo>
                        <a:pt x="163" y="11"/>
                        <a:pt x="132" y="11"/>
                        <a:pt x="11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59" name="Google Shape;55259;p66"/>
                <p:cNvSpPr/>
                <p:nvPr/>
              </p:nvSpPr>
              <p:spPr>
                <a:xfrm>
                  <a:off x="2254100" y="800843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53" y="0"/>
                      </a:moveTo>
                      <a:cubicBezTo>
                        <a:pt x="286" y="0"/>
                        <a:pt x="145" y="35"/>
                        <a:pt x="71" y="124"/>
                      </a:cubicBezTo>
                      <a:cubicBezTo>
                        <a:pt x="61" y="134"/>
                        <a:pt x="61" y="134"/>
                        <a:pt x="61" y="145"/>
                      </a:cubicBezTo>
                      <a:cubicBezTo>
                        <a:pt x="50" y="145"/>
                        <a:pt x="50" y="155"/>
                        <a:pt x="50" y="155"/>
                      </a:cubicBezTo>
                      <a:cubicBezTo>
                        <a:pt x="0" y="307"/>
                        <a:pt x="91" y="520"/>
                        <a:pt x="233" y="713"/>
                      </a:cubicBezTo>
                      <a:cubicBezTo>
                        <a:pt x="284" y="774"/>
                        <a:pt x="354" y="801"/>
                        <a:pt x="430" y="801"/>
                      </a:cubicBezTo>
                      <a:cubicBezTo>
                        <a:pt x="566" y="801"/>
                        <a:pt x="720" y="715"/>
                        <a:pt x="811" y="591"/>
                      </a:cubicBezTo>
                      <a:cubicBezTo>
                        <a:pt x="811" y="591"/>
                        <a:pt x="821" y="591"/>
                        <a:pt x="821" y="581"/>
                      </a:cubicBezTo>
                      <a:cubicBezTo>
                        <a:pt x="821" y="581"/>
                        <a:pt x="821" y="571"/>
                        <a:pt x="832" y="571"/>
                      </a:cubicBezTo>
                      <a:cubicBezTo>
                        <a:pt x="913" y="357"/>
                        <a:pt x="862" y="43"/>
                        <a:pt x="639" y="12"/>
                      </a:cubicBezTo>
                      <a:cubicBezTo>
                        <a:pt x="575" y="5"/>
                        <a:pt x="512" y="0"/>
                        <a:pt x="4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0" name="Google Shape;55260;p66"/>
                <p:cNvSpPr/>
                <p:nvPr/>
              </p:nvSpPr>
              <p:spPr>
                <a:xfrm>
                  <a:off x="2256485" y="804802"/>
                  <a:ext cx="16026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5" extrusionOk="0">
                      <a:moveTo>
                        <a:pt x="163" y="1"/>
                      </a:moveTo>
                      <a:cubicBezTo>
                        <a:pt x="133" y="1"/>
                        <a:pt x="102" y="11"/>
                        <a:pt x="72" y="11"/>
                      </a:cubicBezTo>
                      <a:cubicBezTo>
                        <a:pt x="61" y="62"/>
                        <a:pt x="41" y="102"/>
                        <a:pt x="0" y="143"/>
                      </a:cubicBezTo>
                      <a:cubicBezTo>
                        <a:pt x="11" y="183"/>
                        <a:pt x="41" y="234"/>
                        <a:pt x="72" y="274"/>
                      </a:cubicBezTo>
                      <a:cubicBezTo>
                        <a:pt x="92" y="305"/>
                        <a:pt x="122" y="315"/>
                        <a:pt x="153" y="315"/>
                      </a:cubicBezTo>
                      <a:cubicBezTo>
                        <a:pt x="203" y="315"/>
                        <a:pt x="264" y="274"/>
                        <a:pt x="295" y="234"/>
                      </a:cubicBezTo>
                      <a:lnTo>
                        <a:pt x="305" y="224"/>
                      </a:lnTo>
                      <a:cubicBezTo>
                        <a:pt x="335" y="143"/>
                        <a:pt x="315" y="21"/>
                        <a:pt x="234" y="11"/>
                      </a:cubicBezTo>
                      <a:cubicBezTo>
                        <a:pt x="203" y="1"/>
                        <a:pt x="183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1" name="Google Shape;55261;p66"/>
                <p:cNvSpPr/>
                <p:nvPr/>
              </p:nvSpPr>
              <p:spPr>
                <a:xfrm>
                  <a:off x="2254100" y="762830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32" y="1"/>
                      </a:moveTo>
                      <a:cubicBezTo>
                        <a:pt x="355" y="1"/>
                        <a:pt x="284" y="27"/>
                        <a:pt x="233" y="90"/>
                      </a:cubicBezTo>
                      <a:cubicBezTo>
                        <a:pt x="91" y="282"/>
                        <a:pt x="0" y="495"/>
                        <a:pt x="50" y="647"/>
                      </a:cubicBezTo>
                      <a:cubicBezTo>
                        <a:pt x="50" y="647"/>
                        <a:pt x="50" y="658"/>
                        <a:pt x="61" y="658"/>
                      </a:cubicBezTo>
                      <a:cubicBezTo>
                        <a:pt x="61" y="667"/>
                        <a:pt x="61" y="667"/>
                        <a:pt x="71" y="667"/>
                      </a:cubicBezTo>
                      <a:cubicBezTo>
                        <a:pt x="148" y="760"/>
                        <a:pt x="296" y="800"/>
                        <a:pt x="471" y="800"/>
                      </a:cubicBezTo>
                      <a:cubicBezTo>
                        <a:pt x="525" y="800"/>
                        <a:pt x="581" y="797"/>
                        <a:pt x="639" y="789"/>
                      </a:cubicBezTo>
                      <a:cubicBezTo>
                        <a:pt x="862" y="759"/>
                        <a:pt x="913" y="444"/>
                        <a:pt x="832" y="232"/>
                      </a:cubicBezTo>
                      <a:cubicBezTo>
                        <a:pt x="821" y="232"/>
                        <a:pt x="821" y="221"/>
                        <a:pt x="821" y="221"/>
                      </a:cubicBezTo>
                      <a:cubicBezTo>
                        <a:pt x="821" y="211"/>
                        <a:pt x="811" y="211"/>
                        <a:pt x="811" y="201"/>
                      </a:cubicBezTo>
                      <a:cubicBezTo>
                        <a:pt x="721" y="84"/>
                        <a:pt x="568" y="1"/>
                        <a:pt x="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2" name="Google Shape;55262;p66"/>
                <p:cNvSpPr/>
                <p:nvPr/>
              </p:nvSpPr>
              <p:spPr>
                <a:xfrm>
                  <a:off x="2256485" y="782051"/>
                  <a:ext cx="16026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" extrusionOk="0">
                      <a:moveTo>
                        <a:pt x="153" y="1"/>
                      </a:moveTo>
                      <a:cubicBezTo>
                        <a:pt x="122" y="1"/>
                        <a:pt x="92" y="11"/>
                        <a:pt x="72" y="41"/>
                      </a:cubicBezTo>
                      <a:cubicBezTo>
                        <a:pt x="41" y="82"/>
                        <a:pt x="11" y="133"/>
                        <a:pt x="0" y="174"/>
                      </a:cubicBezTo>
                      <a:cubicBezTo>
                        <a:pt x="41" y="214"/>
                        <a:pt x="61" y="255"/>
                        <a:pt x="72" y="305"/>
                      </a:cubicBezTo>
                      <a:cubicBezTo>
                        <a:pt x="102" y="305"/>
                        <a:pt x="133" y="316"/>
                        <a:pt x="163" y="316"/>
                      </a:cubicBezTo>
                      <a:cubicBezTo>
                        <a:pt x="183" y="316"/>
                        <a:pt x="203" y="305"/>
                        <a:pt x="234" y="305"/>
                      </a:cubicBezTo>
                      <a:cubicBezTo>
                        <a:pt x="315" y="295"/>
                        <a:pt x="335" y="174"/>
                        <a:pt x="305" y="92"/>
                      </a:cubicBezTo>
                      <a:cubicBezTo>
                        <a:pt x="305" y="82"/>
                        <a:pt x="295" y="82"/>
                        <a:pt x="295" y="82"/>
                      </a:cubicBezTo>
                      <a:cubicBezTo>
                        <a:pt x="264" y="41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3" name="Google Shape;55263;p66"/>
                <p:cNvSpPr/>
                <p:nvPr/>
              </p:nvSpPr>
              <p:spPr>
                <a:xfrm>
                  <a:off x="2229871" y="785485"/>
                  <a:ext cx="31049" cy="31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650" extrusionOk="0">
                      <a:moveTo>
                        <a:pt x="325" y="0"/>
                      </a:moveTo>
                      <a:cubicBezTo>
                        <a:pt x="143" y="0"/>
                        <a:pt x="1" y="142"/>
                        <a:pt x="1" y="325"/>
                      </a:cubicBezTo>
                      <a:cubicBezTo>
                        <a:pt x="1" y="507"/>
                        <a:pt x="143" y="649"/>
                        <a:pt x="325" y="649"/>
                      </a:cubicBezTo>
                      <a:cubicBezTo>
                        <a:pt x="508" y="649"/>
                        <a:pt x="650" y="507"/>
                        <a:pt x="650" y="325"/>
                      </a:cubicBezTo>
                      <a:cubicBezTo>
                        <a:pt x="650" y="142"/>
                        <a:pt x="508" y="0"/>
                        <a:pt x="3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4" name="Google Shape;55264;p66"/>
                <p:cNvSpPr/>
                <p:nvPr/>
              </p:nvSpPr>
              <p:spPr>
                <a:xfrm>
                  <a:off x="2239076" y="794643"/>
                  <a:ext cx="12591" cy="1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" h="265" extrusionOk="0">
                      <a:moveTo>
                        <a:pt x="132" y="0"/>
                      </a:moveTo>
                      <a:cubicBezTo>
                        <a:pt x="61" y="0"/>
                        <a:pt x="0" y="61"/>
                        <a:pt x="0" y="133"/>
                      </a:cubicBezTo>
                      <a:cubicBezTo>
                        <a:pt x="0" y="203"/>
                        <a:pt x="61" y="264"/>
                        <a:pt x="132" y="264"/>
                      </a:cubicBezTo>
                      <a:cubicBezTo>
                        <a:pt x="203" y="264"/>
                        <a:pt x="264" y="203"/>
                        <a:pt x="264" y="133"/>
                      </a:cubicBezTo>
                      <a:cubicBezTo>
                        <a:pt x="264" y="61"/>
                        <a:pt x="203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265" name="Google Shape;55265;p66"/>
              <p:cNvGrpSpPr/>
              <p:nvPr/>
            </p:nvGrpSpPr>
            <p:grpSpPr>
              <a:xfrm>
                <a:off x="-3792437" y="2231558"/>
                <a:ext cx="242061" cy="255557"/>
                <a:chOff x="2193097" y="745802"/>
                <a:chExt cx="104549" cy="110368"/>
              </a:xfrm>
            </p:grpSpPr>
            <p:sp>
              <p:nvSpPr>
                <p:cNvPr id="55266" name="Google Shape;55266;p66"/>
                <p:cNvSpPr/>
                <p:nvPr/>
              </p:nvSpPr>
              <p:spPr>
                <a:xfrm>
                  <a:off x="2222144" y="745802"/>
                  <a:ext cx="46503" cy="42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3" extrusionOk="0">
                      <a:moveTo>
                        <a:pt x="467" y="0"/>
                      </a:moveTo>
                      <a:cubicBezTo>
                        <a:pt x="244" y="30"/>
                        <a:pt x="1" y="224"/>
                        <a:pt x="82" y="436"/>
                      </a:cubicBezTo>
                      <a:cubicBezTo>
                        <a:pt x="173" y="659"/>
                        <a:pt x="315" y="842"/>
                        <a:pt x="467" y="873"/>
                      </a:cubicBezTo>
                      <a:cubicBezTo>
                        <a:pt x="477" y="873"/>
                        <a:pt x="477" y="882"/>
                        <a:pt x="487" y="882"/>
                      </a:cubicBezTo>
                      <a:cubicBezTo>
                        <a:pt x="487" y="882"/>
                        <a:pt x="497" y="873"/>
                        <a:pt x="508" y="873"/>
                      </a:cubicBezTo>
                      <a:cubicBezTo>
                        <a:pt x="659" y="842"/>
                        <a:pt x="801" y="659"/>
                        <a:pt x="893" y="436"/>
                      </a:cubicBezTo>
                      <a:cubicBezTo>
                        <a:pt x="974" y="224"/>
                        <a:pt x="731" y="30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7" name="Google Shape;55267;p66"/>
                <p:cNvSpPr/>
                <p:nvPr/>
              </p:nvSpPr>
              <p:spPr>
                <a:xfrm>
                  <a:off x="2236644" y="771415"/>
                  <a:ext cx="17504" cy="14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5" extrusionOk="0">
                      <a:moveTo>
                        <a:pt x="173" y="1"/>
                      </a:moveTo>
                      <a:cubicBezTo>
                        <a:pt x="92" y="11"/>
                        <a:pt x="1" y="92"/>
                        <a:pt x="31" y="173"/>
                      </a:cubicBezTo>
                      <a:cubicBezTo>
                        <a:pt x="51" y="224"/>
                        <a:pt x="82" y="275"/>
                        <a:pt x="112" y="305"/>
                      </a:cubicBezTo>
                      <a:cubicBezTo>
                        <a:pt x="132" y="295"/>
                        <a:pt x="163" y="295"/>
                        <a:pt x="183" y="295"/>
                      </a:cubicBezTo>
                      <a:cubicBezTo>
                        <a:pt x="204" y="295"/>
                        <a:pt x="234" y="295"/>
                        <a:pt x="254" y="305"/>
                      </a:cubicBezTo>
                      <a:cubicBezTo>
                        <a:pt x="285" y="275"/>
                        <a:pt x="315" y="224"/>
                        <a:pt x="335" y="173"/>
                      </a:cubicBezTo>
                      <a:cubicBezTo>
                        <a:pt x="366" y="92"/>
                        <a:pt x="274" y="11"/>
                        <a:pt x="1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8" name="Google Shape;55268;p66"/>
                <p:cNvSpPr/>
                <p:nvPr/>
              </p:nvSpPr>
              <p:spPr>
                <a:xfrm>
                  <a:off x="2193097" y="762830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79" y="1"/>
                      </a:moveTo>
                      <a:cubicBezTo>
                        <a:pt x="346" y="1"/>
                        <a:pt x="193" y="84"/>
                        <a:pt x="102" y="201"/>
                      </a:cubicBezTo>
                      <a:cubicBezTo>
                        <a:pt x="102" y="211"/>
                        <a:pt x="92" y="211"/>
                        <a:pt x="92" y="221"/>
                      </a:cubicBezTo>
                      <a:cubicBezTo>
                        <a:pt x="92" y="221"/>
                        <a:pt x="92" y="232"/>
                        <a:pt x="82" y="232"/>
                      </a:cubicBezTo>
                      <a:cubicBezTo>
                        <a:pt x="1" y="444"/>
                        <a:pt x="51" y="759"/>
                        <a:pt x="274" y="789"/>
                      </a:cubicBezTo>
                      <a:cubicBezTo>
                        <a:pt x="332" y="797"/>
                        <a:pt x="389" y="800"/>
                        <a:pt x="443" y="800"/>
                      </a:cubicBezTo>
                      <a:cubicBezTo>
                        <a:pt x="617" y="800"/>
                        <a:pt x="765" y="760"/>
                        <a:pt x="842" y="667"/>
                      </a:cubicBezTo>
                      <a:cubicBezTo>
                        <a:pt x="853" y="667"/>
                        <a:pt x="853" y="667"/>
                        <a:pt x="853" y="658"/>
                      </a:cubicBezTo>
                      <a:cubicBezTo>
                        <a:pt x="863" y="658"/>
                        <a:pt x="863" y="647"/>
                        <a:pt x="863" y="647"/>
                      </a:cubicBezTo>
                      <a:cubicBezTo>
                        <a:pt x="914" y="495"/>
                        <a:pt x="822" y="282"/>
                        <a:pt x="670" y="90"/>
                      </a:cubicBezTo>
                      <a:cubicBezTo>
                        <a:pt x="623" y="27"/>
                        <a:pt x="554" y="1"/>
                        <a:pt x="4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69" name="Google Shape;55269;p66"/>
                <p:cNvSpPr/>
                <p:nvPr/>
              </p:nvSpPr>
              <p:spPr>
                <a:xfrm>
                  <a:off x="2218281" y="782051"/>
                  <a:ext cx="15978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6" extrusionOk="0">
                      <a:moveTo>
                        <a:pt x="183" y="1"/>
                      </a:moveTo>
                      <a:cubicBezTo>
                        <a:pt x="132" y="1"/>
                        <a:pt x="71" y="41"/>
                        <a:pt x="41" y="82"/>
                      </a:cubicBezTo>
                      <a:cubicBezTo>
                        <a:pt x="41" y="82"/>
                        <a:pt x="30" y="82"/>
                        <a:pt x="30" y="92"/>
                      </a:cubicBezTo>
                      <a:cubicBezTo>
                        <a:pt x="0" y="174"/>
                        <a:pt x="21" y="295"/>
                        <a:pt x="102" y="305"/>
                      </a:cubicBezTo>
                      <a:cubicBezTo>
                        <a:pt x="132" y="305"/>
                        <a:pt x="152" y="316"/>
                        <a:pt x="172" y="316"/>
                      </a:cubicBezTo>
                      <a:cubicBezTo>
                        <a:pt x="203" y="316"/>
                        <a:pt x="233" y="305"/>
                        <a:pt x="254" y="305"/>
                      </a:cubicBezTo>
                      <a:cubicBezTo>
                        <a:pt x="274" y="255"/>
                        <a:pt x="294" y="214"/>
                        <a:pt x="335" y="174"/>
                      </a:cubicBezTo>
                      <a:cubicBezTo>
                        <a:pt x="325" y="133"/>
                        <a:pt x="294" y="82"/>
                        <a:pt x="254" y="41"/>
                      </a:cubicBezTo>
                      <a:cubicBezTo>
                        <a:pt x="244" y="1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0" name="Google Shape;55270;p66"/>
                <p:cNvSpPr/>
                <p:nvPr/>
              </p:nvSpPr>
              <p:spPr>
                <a:xfrm>
                  <a:off x="2193097" y="800843"/>
                  <a:ext cx="43593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4" h="801" extrusionOk="0">
                      <a:moveTo>
                        <a:pt x="461" y="0"/>
                      </a:moveTo>
                      <a:cubicBezTo>
                        <a:pt x="401" y="0"/>
                        <a:pt x="338" y="5"/>
                        <a:pt x="274" y="12"/>
                      </a:cubicBezTo>
                      <a:cubicBezTo>
                        <a:pt x="51" y="43"/>
                        <a:pt x="1" y="357"/>
                        <a:pt x="82" y="571"/>
                      </a:cubicBezTo>
                      <a:cubicBezTo>
                        <a:pt x="92" y="571"/>
                        <a:pt x="92" y="581"/>
                        <a:pt x="92" y="581"/>
                      </a:cubicBezTo>
                      <a:cubicBezTo>
                        <a:pt x="92" y="591"/>
                        <a:pt x="102" y="591"/>
                        <a:pt x="102" y="591"/>
                      </a:cubicBezTo>
                      <a:cubicBezTo>
                        <a:pt x="194" y="715"/>
                        <a:pt x="348" y="801"/>
                        <a:pt x="481" y="801"/>
                      </a:cubicBezTo>
                      <a:cubicBezTo>
                        <a:pt x="555" y="801"/>
                        <a:pt x="623" y="774"/>
                        <a:pt x="670" y="713"/>
                      </a:cubicBezTo>
                      <a:cubicBezTo>
                        <a:pt x="822" y="520"/>
                        <a:pt x="914" y="307"/>
                        <a:pt x="863" y="155"/>
                      </a:cubicBezTo>
                      <a:cubicBezTo>
                        <a:pt x="863" y="155"/>
                        <a:pt x="863" y="145"/>
                        <a:pt x="853" y="145"/>
                      </a:cubicBezTo>
                      <a:cubicBezTo>
                        <a:pt x="853" y="134"/>
                        <a:pt x="853" y="134"/>
                        <a:pt x="842" y="124"/>
                      </a:cubicBezTo>
                      <a:cubicBezTo>
                        <a:pt x="768" y="35"/>
                        <a:pt x="627" y="0"/>
                        <a:pt x="4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1" name="Google Shape;55271;p66"/>
                <p:cNvSpPr/>
                <p:nvPr/>
              </p:nvSpPr>
              <p:spPr>
                <a:xfrm>
                  <a:off x="2218281" y="804802"/>
                  <a:ext cx="15978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15" extrusionOk="0">
                      <a:moveTo>
                        <a:pt x="172" y="1"/>
                      </a:moveTo>
                      <a:cubicBezTo>
                        <a:pt x="152" y="1"/>
                        <a:pt x="132" y="1"/>
                        <a:pt x="102" y="11"/>
                      </a:cubicBezTo>
                      <a:cubicBezTo>
                        <a:pt x="21" y="21"/>
                        <a:pt x="0" y="143"/>
                        <a:pt x="30" y="224"/>
                      </a:cubicBezTo>
                      <a:lnTo>
                        <a:pt x="41" y="234"/>
                      </a:lnTo>
                      <a:cubicBezTo>
                        <a:pt x="71" y="274"/>
                        <a:pt x="132" y="315"/>
                        <a:pt x="183" y="315"/>
                      </a:cubicBezTo>
                      <a:cubicBezTo>
                        <a:pt x="213" y="315"/>
                        <a:pt x="244" y="305"/>
                        <a:pt x="254" y="274"/>
                      </a:cubicBezTo>
                      <a:cubicBezTo>
                        <a:pt x="294" y="234"/>
                        <a:pt x="325" y="183"/>
                        <a:pt x="335" y="143"/>
                      </a:cubicBezTo>
                      <a:cubicBezTo>
                        <a:pt x="294" y="102"/>
                        <a:pt x="274" y="62"/>
                        <a:pt x="254" y="11"/>
                      </a:cubicBezTo>
                      <a:cubicBezTo>
                        <a:pt x="233" y="11"/>
                        <a:pt x="203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2" name="Google Shape;55272;p66"/>
                <p:cNvSpPr/>
                <p:nvPr/>
              </p:nvSpPr>
              <p:spPr>
                <a:xfrm>
                  <a:off x="2222144" y="814007"/>
                  <a:ext cx="46503" cy="42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5" h="884" extrusionOk="0">
                      <a:moveTo>
                        <a:pt x="467" y="0"/>
                      </a:moveTo>
                      <a:cubicBezTo>
                        <a:pt x="315" y="41"/>
                        <a:pt x="173" y="214"/>
                        <a:pt x="82" y="447"/>
                      </a:cubicBezTo>
                      <a:cubicBezTo>
                        <a:pt x="1" y="649"/>
                        <a:pt x="244" y="852"/>
                        <a:pt x="467" y="883"/>
                      </a:cubicBezTo>
                      <a:lnTo>
                        <a:pt x="508" y="883"/>
                      </a:lnTo>
                      <a:cubicBezTo>
                        <a:pt x="731" y="852"/>
                        <a:pt x="974" y="649"/>
                        <a:pt x="893" y="447"/>
                      </a:cubicBezTo>
                      <a:cubicBezTo>
                        <a:pt x="801" y="214"/>
                        <a:pt x="659" y="41"/>
                        <a:pt x="50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3" name="Google Shape;55273;p66"/>
                <p:cNvSpPr/>
                <p:nvPr/>
              </p:nvSpPr>
              <p:spPr>
                <a:xfrm>
                  <a:off x="2236644" y="815915"/>
                  <a:ext cx="17504" cy="14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6" extrusionOk="0">
                      <a:moveTo>
                        <a:pt x="112" y="1"/>
                      </a:moveTo>
                      <a:cubicBezTo>
                        <a:pt x="82" y="32"/>
                        <a:pt x="51" y="82"/>
                        <a:pt x="31" y="133"/>
                      </a:cubicBezTo>
                      <a:cubicBezTo>
                        <a:pt x="1" y="214"/>
                        <a:pt x="92" y="295"/>
                        <a:pt x="173" y="305"/>
                      </a:cubicBezTo>
                      <a:lnTo>
                        <a:pt x="193" y="305"/>
                      </a:lnTo>
                      <a:cubicBezTo>
                        <a:pt x="274" y="295"/>
                        <a:pt x="366" y="214"/>
                        <a:pt x="335" y="133"/>
                      </a:cubicBezTo>
                      <a:cubicBezTo>
                        <a:pt x="315" y="82"/>
                        <a:pt x="285" y="32"/>
                        <a:pt x="254" y="1"/>
                      </a:cubicBezTo>
                      <a:cubicBezTo>
                        <a:pt x="234" y="11"/>
                        <a:pt x="204" y="11"/>
                        <a:pt x="183" y="11"/>
                      </a:cubicBezTo>
                      <a:cubicBezTo>
                        <a:pt x="163" y="11"/>
                        <a:pt x="132" y="11"/>
                        <a:pt x="11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4" name="Google Shape;55274;p66"/>
                <p:cNvSpPr/>
                <p:nvPr/>
              </p:nvSpPr>
              <p:spPr>
                <a:xfrm>
                  <a:off x="2254100" y="800843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53" y="0"/>
                      </a:moveTo>
                      <a:cubicBezTo>
                        <a:pt x="286" y="0"/>
                        <a:pt x="145" y="35"/>
                        <a:pt x="71" y="124"/>
                      </a:cubicBezTo>
                      <a:cubicBezTo>
                        <a:pt x="61" y="134"/>
                        <a:pt x="61" y="134"/>
                        <a:pt x="61" y="145"/>
                      </a:cubicBezTo>
                      <a:cubicBezTo>
                        <a:pt x="50" y="145"/>
                        <a:pt x="50" y="155"/>
                        <a:pt x="50" y="155"/>
                      </a:cubicBezTo>
                      <a:cubicBezTo>
                        <a:pt x="0" y="307"/>
                        <a:pt x="91" y="520"/>
                        <a:pt x="233" y="713"/>
                      </a:cubicBezTo>
                      <a:cubicBezTo>
                        <a:pt x="284" y="774"/>
                        <a:pt x="354" y="801"/>
                        <a:pt x="430" y="801"/>
                      </a:cubicBezTo>
                      <a:cubicBezTo>
                        <a:pt x="566" y="801"/>
                        <a:pt x="720" y="715"/>
                        <a:pt x="811" y="591"/>
                      </a:cubicBezTo>
                      <a:cubicBezTo>
                        <a:pt x="811" y="591"/>
                        <a:pt x="821" y="591"/>
                        <a:pt x="821" y="581"/>
                      </a:cubicBezTo>
                      <a:cubicBezTo>
                        <a:pt x="821" y="581"/>
                        <a:pt x="821" y="571"/>
                        <a:pt x="832" y="571"/>
                      </a:cubicBezTo>
                      <a:cubicBezTo>
                        <a:pt x="913" y="357"/>
                        <a:pt x="862" y="43"/>
                        <a:pt x="639" y="12"/>
                      </a:cubicBezTo>
                      <a:cubicBezTo>
                        <a:pt x="575" y="5"/>
                        <a:pt x="512" y="0"/>
                        <a:pt x="4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5" name="Google Shape;55275;p66"/>
                <p:cNvSpPr/>
                <p:nvPr/>
              </p:nvSpPr>
              <p:spPr>
                <a:xfrm>
                  <a:off x="2256485" y="804802"/>
                  <a:ext cx="16026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5" extrusionOk="0">
                      <a:moveTo>
                        <a:pt x="163" y="1"/>
                      </a:moveTo>
                      <a:cubicBezTo>
                        <a:pt x="133" y="1"/>
                        <a:pt x="102" y="11"/>
                        <a:pt x="72" y="11"/>
                      </a:cubicBezTo>
                      <a:cubicBezTo>
                        <a:pt x="61" y="62"/>
                        <a:pt x="41" y="102"/>
                        <a:pt x="0" y="143"/>
                      </a:cubicBezTo>
                      <a:cubicBezTo>
                        <a:pt x="11" y="183"/>
                        <a:pt x="41" y="234"/>
                        <a:pt x="72" y="274"/>
                      </a:cubicBezTo>
                      <a:cubicBezTo>
                        <a:pt x="92" y="305"/>
                        <a:pt x="122" y="315"/>
                        <a:pt x="153" y="315"/>
                      </a:cubicBezTo>
                      <a:cubicBezTo>
                        <a:pt x="203" y="315"/>
                        <a:pt x="264" y="274"/>
                        <a:pt x="295" y="234"/>
                      </a:cubicBezTo>
                      <a:lnTo>
                        <a:pt x="305" y="224"/>
                      </a:lnTo>
                      <a:cubicBezTo>
                        <a:pt x="335" y="143"/>
                        <a:pt x="315" y="21"/>
                        <a:pt x="234" y="11"/>
                      </a:cubicBezTo>
                      <a:cubicBezTo>
                        <a:pt x="203" y="1"/>
                        <a:pt x="183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6" name="Google Shape;55276;p66"/>
                <p:cNvSpPr/>
                <p:nvPr/>
              </p:nvSpPr>
              <p:spPr>
                <a:xfrm>
                  <a:off x="2254100" y="762830"/>
                  <a:ext cx="43546" cy="3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801" extrusionOk="0">
                      <a:moveTo>
                        <a:pt x="432" y="1"/>
                      </a:moveTo>
                      <a:cubicBezTo>
                        <a:pt x="355" y="1"/>
                        <a:pt x="284" y="27"/>
                        <a:pt x="233" y="90"/>
                      </a:cubicBezTo>
                      <a:cubicBezTo>
                        <a:pt x="91" y="282"/>
                        <a:pt x="0" y="495"/>
                        <a:pt x="50" y="647"/>
                      </a:cubicBezTo>
                      <a:cubicBezTo>
                        <a:pt x="50" y="647"/>
                        <a:pt x="50" y="658"/>
                        <a:pt x="61" y="658"/>
                      </a:cubicBezTo>
                      <a:cubicBezTo>
                        <a:pt x="61" y="667"/>
                        <a:pt x="61" y="667"/>
                        <a:pt x="71" y="667"/>
                      </a:cubicBezTo>
                      <a:cubicBezTo>
                        <a:pt x="148" y="760"/>
                        <a:pt x="296" y="800"/>
                        <a:pt x="471" y="800"/>
                      </a:cubicBezTo>
                      <a:cubicBezTo>
                        <a:pt x="525" y="800"/>
                        <a:pt x="581" y="797"/>
                        <a:pt x="639" y="789"/>
                      </a:cubicBezTo>
                      <a:cubicBezTo>
                        <a:pt x="862" y="759"/>
                        <a:pt x="913" y="444"/>
                        <a:pt x="832" y="232"/>
                      </a:cubicBezTo>
                      <a:cubicBezTo>
                        <a:pt x="821" y="232"/>
                        <a:pt x="821" y="221"/>
                        <a:pt x="821" y="221"/>
                      </a:cubicBezTo>
                      <a:cubicBezTo>
                        <a:pt x="821" y="211"/>
                        <a:pt x="811" y="211"/>
                        <a:pt x="811" y="201"/>
                      </a:cubicBezTo>
                      <a:cubicBezTo>
                        <a:pt x="721" y="84"/>
                        <a:pt x="568" y="1"/>
                        <a:pt x="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7" name="Google Shape;55277;p66"/>
                <p:cNvSpPr/>
                <p:nvPr/>
              </p:nvSpPr>
              <p:spPr>
                <a:xfrm>
                  <a:off x="2256485" y="782051"/>
                  <a:ext cx="16026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" extrusionOk="0">
                      <a:moveTo>
                        <a:pt x="153" y="1"/>
                      </a:moveTo>
                      <a:cubicBezTo>
                        <a:pt x="122" y="1"/>
                        <a:pt x="92" y="11"/>
                        <a:pt x="72" y="41"/>
                      </a:cubicBezTo>
                      <a:cubicBezTo>
                        <a:pt x="41" y="82"/>
                        <a:pt x="11" y="133"/>
                        <a:pt x="0" y="174"/>
                      </a:cubicBezTo>
                      <a:cubicBezTo>
                        <a:pt x="41" y="214"/>
                        <a:pt x="61" y="255"/>
                        <a:pt x="72" y="305"/>
                      </a:cubicBezTo>
                      <a:cubicBezTo>
                        <a:pt x="102" y="305"/>
                        <a:pt x="133" y="316"/>
                        <a:pt x="163" y="316"/>
                      </a:cubicBezTo>
                      <a:cubicBezTo>
                        <a:pt x="183" y="316"/>
                        <a:pt x="203" y="305"/>
                        <a:pt x="234" y="305"/>
                      </a:cubicBezTo>
                      <a:cubicBezTo>
                        <a:pt x="315" y="295"/>
                        <a:pt x="335" y="174"/>
                        <a:pt x="305" y="92"/>
                      </a:cubicBezTo>
                      <a:cubicBezTo>
                        <a:pt x="305" y="82"/>
                        <a:pt x="295" y="82"/>
                        <a:pt x="295" y="82"/>
                      </a:cubicBezTo>
                      <a:cubicBezTo>
                        <a:pt x="264" y="41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8" name="Google Shape;55278;p66"/>
                <p:cNvSpPr/>
                <p:nvPr/>
              </p:nvSpPr>
              <p:spPr>
                <a:xfrm>
                  <a:off x="2229871" y="785485"/>
                  <a:ext cx="31049" cy="31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650" extrusionOk="0">
                      <a:moveTo>
                        <a:pt x="325" y="0"/>
                      </a:moveTo>
                      <a:cubicBezTo>
                        <a:pt x="143" y="0"/>
                        <a:pt x="1" y="142"/>
                        <a:pt x="1" y="325"/>
                      </a:cubicBezTo>
                      <a:cubicBezTo>
                        <a:pt x="1" y="507"/>
                        <a:pt x="143" y="649"/>
                        <a:pt x="325" y="649"/>
                      </a:cubicBezTo>
                      <a:cubicBezTo>
                        <a:pt x="508" y="649"/>
                        <a:pt x="650" y="507"/>
                        <a:pt x="650" y="325"/>
                      </a:cubicBezTo>
                      <a:cubicBezTo>
                        <a:pt x="650" y="142"/>
                        <a:pt x="508" y="0"/>
                        <a:pt x="3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79" name="Google Shape;55279;p66"/>
                <p:cNvSpPr/>
                <p:nvPr/>
              </p:nvSpPr>
              <p:spPr>
                <a:xfrm>
                  <a:off x="2239076" y="794643"/>
                  <a:ext cx="12591" cy="12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" h="265" extrusionOk="0">
                      <a:moveTo>
                        <a:pt x="132" y="0"/>
                      </a:moveTo>
                      <a:cubicBezTo>
                        <a:pt x="61" y="0"/>
                        <a:pt x="0" y="61"/>
                        <a:pt x="0" y="133"/>
                      </a:cubicBezTo>
                      <a:cubicBezTo>
                        <a:pt x="0" y="203"/>
                        <a:pt x="61" y="264"/>
                        <a:pt x="132" y="264"/>
                      </a:cubicBezTo>
                      <a:cubicBezTo>
                        <a:pt x="203" y="264"/>
                        <a:pt x="264" y="203"/>
                        <a:pt x="264" y="133"/>
                      </a:cubicBezTo>
                      <a:cubicBezTo>
                        <a:pt x="264" y="61"/>
                        <a:pt x="203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5280" name="Google Shape;55280;p66"/>
              <p:cNvGrpSpPr/>
              <p:nvPr/>
            </p:nvGrpSpPr>
            <p:grpSpPr>
              <a:xfrm>
                <a:off x="-3445358" y="1952101"/>
                <a:ext cx="321796" cy="308424"/>
                <a:chOff x="1533749" y="726819"/>
                <a:chExt cx="110272" cy="105693"/>
              </a:xfrm>
            </p:grpSpPr>
            <p:sp>
              <p:nvSpPr>
                <p:cNvPr id="55281" name="Google Shape;55281;p66"/>
                <p:cNvSpPr/>
                <p:nvPr/>
              </p:nvSpPr>
              <p:spPr>
                <a:xfrm>
                  <a:off x="1571429" y="764261"/>
                  <a:ext cx="34865" cy="308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647" extrusionOk="0">
                      <a:moveTo>
                        <a:pt x="367" y="0"/>
                      </a:moveTo>
                      <a:cubicBezTo>
                        <a:pt x="232" y="0"/>
                        <a:pt x="109" y="84"/>
                        <a:pt x="61" y="211"/>
                      </a:cubicBezTo>
                      <a:cubicBezTo>
                        <a:pt x="0" y="384"/>
                        <a:pt x="92" y="567"/>
                        <a:pt x="254" y="628"/>
                      </a:cubicBezTo>
                      <a:cubicBezTo>
                        <a:pt x="291" y="641"/>
                        <a:pt x="328" y="647"/>
                        <a:pt x="364" y="647"/>
                      </a:cubicBezTo>
                      <a:cubicBezTo>
                        <a:pt x="498" y="647"/>
                        <a:pt x="622" y="563"/>
                        <a:pt x="670" y="435"/>
                      </a:cubicBezTo>
                      <a:cubicBezTo>
                        <a:pt x="731" y="263"/>
                        <a:pt x="640" y="80"/>
                        <a:pt x="477" y="19"/>
                      </a:cubicBezTo>
                      <a:cubicBezTo>
                        <a:pt x="441" y="6"/>
                        <a:pt x="404" y="0"/>
                        <a:pt x="3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2" name="Google Shape;55282;p66"/>
                <p:cNvSpPr/>
                <p:nvPr/>
              </p:nvSpPr>
              <p:spPr>
                <a:xfrm>
                  <a:off x="1582160" y="726819"/>
                  <a:ext cx="43498" cy="4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849" extrusionOk="0">
                      <a:moveTo>
                        <a:pt x="405" y="1"/>
                      </a:moveTo>
                      <a:cubicBezTo>
                        <a:pt x="206" y="1"/>
                        <a:pt x="0" y="110"/>
                        <a:pt x="9" y="297"/>
                      </a:cubicBezTo>
                      <a:cubicBezTo>
                        <a:pt x="9" y="540"/>
                        <a:pt x="80" y="753"/>
                        <a:pt x="222" y="834"/>
                      </a:cubicBezTo>
                      <a:cubicBezTo>
                        <a:pt x="222" y="845"/>
                        <a:pt x="232" y="845"/>
                        <a:pt x="232" y="845"/>
                      </a:cubicBezTo>
                      <a:lnTo>
                        <a:pt x="252" y="845"/>
                      </a:lnTo>
                      <a:cubicBezTo>
                        <a:pt x="268" y="848"/>
                        <a:pt x="284" y="849"/>
                        <a:pt x="300" y="849"/>
                      </a:cubicBezTo>
                      <a:cubicBezTo>
                        <a:pt x="450" y="849"/>
                        <a:pt x="613" y="726"/>
                        <a:pt x="760" y="561"/>
                      </a:cubicBezTo>
                      <a:cubicBezTo>
                        <a:pt x="911" y="398"/>
                        <a:pt x="749" y="124"/>
                        <a:pt x="546" y="23"/>
                      </a:cubicBezTo>
                      <a:cubicBezTo>
                        <a:pt x="536" y="23"/>
                        <a:pt x="536" y="13"/>
                        <a:pt x="536" y="13"/>
                      </a:cubicBezTo>
                      <a:lnTo>
                        <a:pt x="516" y="13"/>
                      </a:lnTo>
                      <a:cubicBezTo>
                        <a:pt x="480" y="5"/>
                        <a:pt x="443" y="1"/>
                        <a:pt x="40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3" name="Google Shape;55283;p66"/>
                <p:cNvSpPr/>
                <p:nvPr/>
              </p:nvSpPr>
              <p:spPr>
                <a:xfrm>
                  <a:off x="1588838" y="751621"/>
                  <a:ext cx="16979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315" extrusionOk="0">
                      <a:moveTo>
                        <a:pt x="163" y="0"/>
                      </a:moveTo>
                      <a:cubicBezTo>
                        <a:pt x="82" y="0"/>
                        <a:pt x="0" y="41"/>
                        <a:pt x="11" y="111"/>
                      </a:cubicBezTo>
                      <a:cubicBezTo>
                        <a:pt x="11" y="172"/>
                        <a:pt x="21" y="223"/>
                        <a:pt x="41" y="264"/>
                      </a:cubicBezTo>
                      <a:cubicBezTo>
                        <a:pt x="61" y="264"/>
                        <a:pt x="92" y="274"/>
                        <a:pt x="112" y="284"/>
                      </a:cubicBezTo>
                      <a:lnTo>
                        <a:pt x="173" y="314"/>
                      </a:lnTo>
                      <a:cubicBezTo>
                        <a:pt x="214" y="294"/>
                        <a:pt x="264" y="264"/>
                        <a:pt x="295" y="223"/>
                      </a:cubicBezTo>
                      <a:cubicBezTo>
                        <a:pt x="356" y="152"/>
                        <a:pt x="295" y="50"/>
                        <a:pt x="214" y="10"/>
                      </a:cubicBezTo>
                      <a:cubicBezTo>
                        <a:pt x="203" y="10"/>
                        <a:pt x="203" y="0"/>
                        <a:pt x="2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4" name="Google Shape;55284;p66"/>
                <p:cNvSpPr/>
                <p:nvPr/>
              </p:nvSpPr>
              <p:spPr>
                <a:xfrm>
                  <a:off x="1542382" y="732972"/>
                  <a:ext cx="43116" cy="38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" h="817" extrusionOk="0">
                      <a:moveTo>
                        <a:pt x="537" y="0"/>
                      </a:moveTo>
                      <a:cubicBezTo>
                        <a:pt x="436" y="0"/>
                        <a:pt x="325" y="32"/>
                        <a:pt x="234" y="87"/>
                      </a:cubicBezTo>
                      <a:lnTo>
                        <a:pt x="224" y="97"/>
                      </a:lnTo>
                      <a:lnTo>
                        <a:pt x="214" y="107"/>
                      </a:lnTo>
                      <a:cubicBezTo>
                        <a:pt x="62" y="279"/>
                        <a:pt x="1" y="583"/>
                        <a:pt x="204" y="695"/>
                      </a:cubicBezTo>
                      <a:cubicBezTo>
                        <a:pt x="345" y="769"/>
                        <a:pt x="490" y="816"/>
                        <a:pt x="614" y="816"/>
                      </a:cubicBezTo>
                      <a:cubicBezTo>
                        <a:pt x="677" y="816"/>
                        <a:pt x="734" y="804"/>
                        <a:pt x="782" y="777"/>
                      </a:cubicBezTo>
                      <a:cubicBezTo>
                        <a:pt x="792" y="777"/>
                        <a:pt x="792" y="766"/>
                        <a:pt x="802" y="766"/>
                      </a:cubicBezTo>
                      <a:cubicBezTo>
                        <a:pt x="802" y="766"/>
                        <a:pt x="802" y="756"/>
                        <a:pt x="812" y="756"/>
                      </a:cubicBezTo>
                      <a:cubicBezTo>
                        <a:pt x="904" y="624"/>
                        <a:pt x="893" y="401"/>
                        <a:pt x="812" y="168"/>
                      </a:cubicBezTo>
                      <a:cubicBezTo>
                        <a:pt x="773" y="50"/>
                        <a:pt x="662" y="0"/>
                        <a:pt x="53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5" name="Google Shape;55285;p66"/>
                <p:cNvSpPr/>
                <p:nvPr/>
              </p:nvSpPr>
              <p:spPr>
                <a:xfrm>
                  <a:off x="1565610" y="755485"/>
                  <a:ext cx="16502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315" extrusionOk="0">
                      <a:moveTo>
                        <a:pt x="203" y="0"/>
                      </a:moveTo>
                      <a:cubicBezTo>
                        <a:pt x="173" y="0"/>
                        <a:pt x="122" y="10"/>
                        <a:pt x="92" y="30"/>
                      </a:cubicBezTo>
                      <a:lnTo>
                        <a:pt x="92" y="41"/>
                      </a:lnTo>
                      <a:lnTo>
                        <a:pt x="82" y="41"/>
                      </a:lnTo>
                      <a:cubicBezTo>
                        <a:pt x="21" y="111"/>
                        <a:pt x="1" y="223"/>
                        <a:pt x="82" y="264"/>
                      </a:cubicBezTo>
                      <a:cubicBezTo>
                        <a:pt x="133" y="294"/>
                        <a:pt x="183" y="314"/>
                        <a:pt x="234" y="314"/>
                      </a:cubicBezTo>
                      <a:cubicBezTo>
                        <a:pt x="255" y="274"/>
                        <a:pt x="295" y="244"/>
                        <a:pt x="336" y="223"/>
                      </a:cubicBezTo>
                      <a:cubicBezTo>
                        <a:pt x="345" y="172"/>
                        <a:pt x="336" y="122"/>
                        <a:pt x="315" y="61"/>
                      </a:cubicBezTo>
                      <a:cubicBezTo>
                        <a:pt x="305" y="21"/>
                        <a:pt x="255" y="0"/>
                        <a:pt x="2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6" name="Google Shape;55286;p66"/>
                <p:cNvSpPr/>
                <p:nvPr/>
              </p:nvSpPr>
              <p:spPr>
                <a:xfrm>
                  <a:off x="1533749" y="766788"/>
                  <a:ext cx="42067" cy="396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2" h="831" extrusionOk="0">
                      <a:moveTo>
                        <a:pt x="323" y="1"/>
                      </a:moveTo>
                      <a:cubicBezTo>
                        <a:pt x="136" y="1"/>
                        <a:pt x="1" y="249"/>
                        <a:pt x="19" y="463"/>
                      </a:cubicBezTo>
                      <a:lnTo>
                        <a:pt x="19" y="483"/>
                      </a:lnTo>
                      <a:lnTo>
                        <a:pt x="19" y="494"/>
                      </a:lnTo>
                      <a:cubicBezTo>
                        <a:pt x="76" y="672"/>
                        <a:pt x="243" y="830"/>
                        <a:pt x="406" y="830"/>
                      </a:cubicBezTo>
                      <a:cubicBezTo>
                        <a:pt x="447" y="830"/>
                        <a:pt x="488" y="820"/>
                        <a:pt x="527" y="798"/>
                      </a:cubicBezTo>
                      <a:cubicBezTo>
                        <a:pt x="729" y="666"/>
                        <a:pt x="882" y="494"/>
                        <a:pt x="882" y="331"/>
                      </a:cubicBezTo>
                      <a:lnTo>
                        <a:pt x="882" y="321"/>
                      </a:lnTo>
                      <a:lnTo>
                        <a:pt x="882" y="300"/>
                      </a:lnTo>
                      <a:cubicBezTo>
                        <a:pt x="821" y="158"/>
                        <a:pt x="618" y="47"/>
                        <a:pt x="375" y="7"/>
                      </a:cubicBezTo>
                      <a:cubicBezTo>
                        <a:pt x="357" y="3"/>
                        <a:pt x="340" y="1"/>
                        <a:pt x="32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7" name="Google Shape;55287;p66"/>
                <p:cNvSpPr/>
                <p:nvPr/>
              </p:nvSpPr>
              <p:spPr>
                <a:xfrm>
                  <a:off x="1559791" y="776280"/>
                  <a:ext cx="15072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" h="315" extrusionOk="0">
                      <a:moveTo>
                        <a:pt x="123" y="0"/>
                      </a:moveTo>
                      <a:cubicBezTo>
                        <a:pt x="52" y="0"/>
                        <a:pt x="1" y="92"/>
                        <a:pt x="1" y="173"/>
                      </a:cubicBezTo>
                      <a:lnTo>
                        <a:pt x="1" y="183"/>
                      </a:lnTo>
                      <a:lnTo>
                        <a:pt x="11" y="183"/>
                      </a:lnTo>
                      <a:cubicBezTo>
                        <a:pt x="32" y="254"/>
                        <a:pt x="93" y="315"/>
                        <a:pt x="153" y="315"/>
                      </a:cubicBezTo>
                      <a:cubicBezTo>
                        <a:pt x="174" y="315"/>
                        <a:pt x="183" y="315"/>
                        <a:pt x="204" y="304"/>
                      </a:cubicBezTo>
                      <a:cubicBezTo>
                        <a:pt x="244" y="274"/>
                        <a:pt x="285" y="234"/>
                        <a:pt x="316" y="203"/>
                      </a:cubicBezTo>
                      <a:cubicBezTo>
                        <a:pt x="295" y="153"/>
                        <a:pt x="285" y="101"/>
                        <a:pt x="285" y="51"/>
                      </a:cubicBezTo>
                      <a:cubicBezTo>
                        <a:pt x="255" y="31"/>
                        <a:pt x="204" y="11"/>
                        <a:pt x="1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8" name="Google Shape;55288;p66"/>
                <p:cNvSpPr/>
                <p:nvPr/>
              </p:nvSpPr>
              <p:spPr>
                <a:xfrm>
                  <a:off x="1552064" y="791638"/>
                  <a:ext cx="44022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" h="857" extrusionOk="0">
                      <a:moveTo>
                        <a:pt x="634" y="0"/>
                      </a:moveTo>
                      <a:cubicBezTo>
                        <a:pt x="480" y="0"/>
                        <a:pt x="304" y="117"/>
                        <a:pt x="153" y="287"/>
                      </a:cubicBezTo>
                      <a:cubicBezTo>
                        <a:pt x="1" y="459"/>
                        <a:pt x="163" y="733"/>
                        <a:pt x="366" y="834"/>
                      </a:cubicBezTo>
                      <a:cubicBezTo>
                        <a:pt x="376" y="834"/>
                        <a:pt x="376" y="834"/>
                        <a:pt x="386" y="845"/>
                      </a:cubicBezTo>
                      <a:lnTo>
                        <a:pt x="397" y="845"/>
                      </a:lnTo>
                      <a:cubicBezTo>
                        <a:pt x="434" y="853"/>
                        <a:pt x="472" y="857"/>
                        <a:pt x="511" y="857"/>
                      </a:cubicBezTo>
                      <a:cubicBezTo>
                        <a:pt x="716" y="857"/>
                        <a:pt x="922" y="748"/>
                        <a:pt x="913" y="561"/>
                      </a:cubicBezTo>
                      <a:cubicBezTo>
                        <a:pt x="904" y="317"/>
                        <a:pt x="832" y="104"/>
                        <a:pt x="690" y="13"/>
                      </a:cubicBezTo>
                      <a:lnTo>
                        <a:pt x="681" y="13"/>
                      </a:lnTo>
                      <a:cubicBezTo>
                        <a:pt x="681" y="3"/>
                        <a:pt x="670" y="3"/>
                        <a:pt x="670" y="3"/>
                      </a:cubicBezTo>
                      <a:cubicBezTo>
                        <a:pt x="658" y="1"/>
                        <a:pt x="646" y="0"/>
                        <a:pt x="6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89" name="Google Shape;55289;p66"/>
                <p:cNvSpPr/>
                <p:nvPr/>
              </p:nvSpPr>
              <p:spPr>
                <a:xfrm>
                  <a:off x="1571906" y="792687"/>
                  <a:ext cx="16979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316" extrusionOk="0">
                      <a:moveTo>
                        <a:pt x="183" y="1"/>
                      </a:moveTo>
                      <a:cubicBezTo>
                        <a:pt x="143" y="21"/>
                        <a:pt x="102" y="52"/>
                        <a:pt x="62" y="93"/>
                      </a:cubicBezTo>
                      <a:cubicBezTo>
                        <a:pt x="1" y="163"/>
                        <a:pt x="62" y="265"/>
                        <a:pt x="143" y="305"/>
                      </a:cubicBezTo>
                      <a:lnTo>
                        <a:pt x="153" y="305"/>
                      </a:lnTo>
                      <a:cubicBezTo>
                        <a:pt x="173" y="316"/>
                        <a:pt x="183" y="316"/>
                        <a:pt x="204" y="316"/>
                      </a:cubicBezTo>
                      <a:cubicBezTo>
                        <a:pt x="274" y="316"/>
                        <a:pt x="355" y="275"/>
                        <a:pt x="355" y="194"/>
                      </a:cubicBezTo>
                      <a:cubicBezTo>
                        <a:pt x="355" y="143"/>
                        <a:pt x="346" y="93"/>
                        <a:pt x="325" y="52"/>
                      </a:cubicBezTo>
                      <a:cubicBezTo>
                        <a:pt x="295" y="41"/>
                        <a:pt x="274" y="41"/>
                        <a:pt x="244" y="32"/>
                      </a:cubicBezTo>
                      <a:lnTo>
                        <a:pt x="183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90" name="Google Shape;55290;p66"/>
                <p:cNvSpPr/>
                <p:nvPr/>
              </p:nvSpPr>
              <p:spPr>
                <a:xfrm>
                  <a:off x="1592224" y="787441"/>
                  <a:ext cx="43116" cy="389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" h="816" extrusionOk="0">
                      <a:moveTo>
                        <a:pt x="291" y="0"/>
                      </a:moveTo>
                      <a:cubicBezTo>
                        <a:pt x="228" y="0"/>
                        <a:pt x="171" y="13"/>
                        <a:pt x="123" y="40"/>
                      </a:cubicBezTo>
                      <a:cubicBezTo>
                        <a:pt x="123" y="40"/>
                        <a:pt x="112" y="40"/>
                        <a:pt x="112" y="50"/>
                      </a:cubicBezTo>
                      <a:cubicBezTo>
                        <a:pt x="112" y="50"/>
                        <a:pt x="102" y="50"/>
                        <a:pt x="102" y="61"/>
                      </a:cubicBezTo>
                      <a:cubicBezTo>
                        <a:pt x="1" y="182"/>
                        <a:pt x="11" y="415"/>
                        <a:pt x="92" y="638"/>
                      </a:cubicBezTo>
                      <a:cubicBezTo>
                        <a:pt x="132" y="763"/>
                        <a:pt x="248" y="815"/>
                        <a:pt x="377" y="815"/>
                      </a:cubicBezTo>
                      <a:cubicBezTo>
                        <a:pt x="477" y="815"/>
                        <a:pt x="585" y="784"/>
                        <a:pt x="670" y="730"/>
                      </a:cubicBezTo>
                      <a:lnTo>
                        <a:pt x="680" y="720"/>
                      </a:lnTo>
                      <a:cubicBezTo>
                        <a:pt x="691" y="720"/>
                        <a:pt x="691" y="710"/>
                        <a:pt x="691" y="710"/>
                      </a:cubicBezTo>
                      <a:cubicBezTo>
                        <a:pt x="853" y="537"/>
                        <a:pt x="903" y="233"/>
                        <a:pt x="700" y="121"/>
                      </a:cubicBezTo>
                      <a:cubicBezTo>
                        <a:pt x="560" y="47"/>
                        <a:pt x="415" y="0"/>
                        <a:pt x="2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91" name="Google Shape;55291;p66"/>
                <p:cNvSpPr/>
                <p:nvPr/>
              </p:nvSpPr>
              <p:spPr>
                <a:xfrm>
                  <a:off x="1595611" y="788824"/>
                  <a:ext cx="16502" cy="15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316" extrusionOk="0">
                      <a:moveTo>
                        <a:pt x="122" y="1"/>
                      </a:moveTo>
                      <a:cubicBezTo>
                        <a:pt x="92" y="41"/>
                        <a:pt x="52" y="72"/>
                        <a:pt x="11" y="92"/>
                      </a:cubicBezTo>
                      <a:cubicBezTo>
                        <a:pt x="0" y="143"/>
                        <a:pt x="11" y="194"/>
                        <a:pt x="31" y="244"/>
                      </a:cubicBezTo>
                      <a:cubicBezTo>
                        <a:pt x="52" y="295"/>
                        <a:pt x="92" y="316"/>
                        <a:pt x="142" y="316"/>
                      </a:cubicBezTo>
                      <a:cubicBezTo>
                        <a:pt x="183" y="316"/>
                        <a:pt x="224" y="305"/>
                        <a:pt x="254" y="285"/>
                      </a:cubicBezTo>
                      <a:cubicBezTo>
                        <a:pt x="254" y="275"/>
                        <a:pt x="254" y="275"/>
                        <a:pt x="264" y="275"/>
                      </a:cubicBezTo>
                      <a:cubicBezTo>
                        <a:pt x="325" y="204"/>
                        <a:pt x="345" y="92"/>
                        <a:pt x="264" y="52"/>
                      </a:cubicBezTo>
                      <a:cubicBezTo>
                        <a:pt x="214" y="21"/>
                        <a:pt x="163" y="1"/>
                        <a:pt x="12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92" name="Google Shape;55292;p66"/>
                <p:cNvSpPr/>
                <p:nvPr/>
              </p:nvSpPr>
              <p:spPr>
                <a:xfrm>
                  <a:off x="1601906" y="752766"/>
                  <a:ext cx="42115" cy="39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" h="833" extrusionOk="0">
                      <a:moveTo>
                        <a:pt x="489" y="0"/>
                      </a:moveTo>
                      <a:cubicBezTo>
                        <a:pt x="448" y="0"/>
                        <a:pt x="406" y="12"/>
                        <a:pt x="366" y="37"/>
                      </a:cubicBezTo>
                      <a:cubicBezTo>
                        <a:pt x="152" y="168"/>
                        <a:pt x="1" y="341"/>
                        <a:pt x="1" y="493"/>
                      </a:cubicBezTo>
                      <a:lnTo>
                        <a:pt x="1" y="513"/>
                      </a:lnTo>
                      <a:cubicBezTo>
                        <a:pt x="1" y="513"/>
                        <a:pt x="1" y="524"/>
                        <a:pt x="10" y="524"/>
                      </a:cubicBezTo>
                      <a:cubicBezTo>
                        <a:pt x="71" y="676"/>
                        <a:pt x="264" y="777"/>
                        <a:pt x="508" y="828"/>
                      </a:cubicBezTo>
                      <a:cubicBezTo>
                        <a:pt x="523" y="831"/>
                        <a:pt x="538" y="832"/>
                        <a:pt x="553" y="832"/>
                      </a:cubicBezTo>
                      <a:cubicBezTo>
                        <a:pt x="751" y="832"/>
                        <a:pt x="882" y="589"/>
                        <a:pt x="873" y="371"/>
                      </a:cubicBezTo>
                      <a:lnTo>
                        <a:pt x="873" y="351"/>
                      </a:lnTo>
                      <a:lnTo>
                        <a:pt x="863" y="341"/>
                      </a:lnTo>
                      <a:cubicBezTo>
                        <a:pt x="807" y="164"/>
                        <a:pt x="648" y="0"/>
                        <a:pt x="48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93" name="Google Shape;55293;p66"/>
                <p:cNvSpPr/>
                <p:nvPr/>
              </p:nvSpPr>
              <p:spPr>
                <a:xfrm>
                  <a:off x="1602908" y="768076"/>
                  <a:ext cx="15024" cy="1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15" extrusionOk="0">
                      <a:moveTo>
                        <a:pt x="162" y="0"/>
                      </a:moveTo>
                      <a:cubicBezTo>
                        <a:pt x="152" y="0"/>
                        <a:pt x="131" y="0"/>
                        <a:pt x="122" y="10"/>
                      </a:cubicBezTo>
                      <a:cubicBezTo>
                        <a:pt x="71" y="41"/>
                        <a:pt x="30" y="71"/>
                        <a:pt x="0" y="111"/>
                      </a:cubicBezTo>
                      <a:cubicBezTo>
                        <a:pt x="20" y="162"/>
                        <a:pt x="30" y="203"/>
                        <a:pt x="30" y="253"/>
                      </a:cubicBezTo>
                      <a:cubicBezTo>
                        <a:pt x="71" y="284"/>
                        <a:pt x="122" y="304"/>
                        <a:pt x="172" y="314"/>
                      </a:cubicBezTo>
                      <a:lnTo>
                        <a:pt x="192" y="314"/>
                      </a:lnTo>
                      <a:cubicBezTo>
                        <a:pt x="264" y="314"/>
                        <a:pt x="314" y="223"/>
                        <a:pt x="314" y="131"/>
                      </a:cubicBezTo>
                      <a:lnTo>
                        <a:pt x="314" y="122"/>
                      </a:lnTo>
                      <a:cubicBezTo>
                        <a:pt x="294" y="61"/>
                        <a:pt x="233" y="0"/>
                        <a:pt x="16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94" name="Google Shape;55294;p66"/>
                <p:cNvSpPr/>
                <p:nvPr/>
              </p:nvSpPr>
              <p:spPr>
                <a:xfrm>
                  <a:off x="1582065" y="773371"/>
                  <a:ext cx="14070" cy="12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" h="264" extrusionOk="0">
                      <a:moveTo>
                        <a:pt x="142" y="0"/>
                      </a:moveTo>
                      <a:cubicBezTo>
                        <a:pt x="92" y="0"/>
                        <a:pt x="41" y="31"/>
                        <a:pt x="21" y="92"/>
                      </a:cubicBezTo>
                      <a:cubicBezTo>
                        <a:pt x="0" y="153"/>
                        <a:pt x="31" y="234"/>
                        <a:pt x="102" y="254"/>
                      </a:cubicBezTo>
                      <a:cubicBezTo>
                        <a:pt x="112" y="254"/>
                        <a:pt x="133" y="264"/>
                        <a:pt x="142" y="264"/>
                      </a:cubicBezTo>
                      <a:cubicBezTo>
                        <a:pt x="194" y="264"/>
                        <a:pt x="244" y="223"/>
                        <a:pt x="264" y="173"/>
                      </a:cubicBezTo>
                      <a:cubicBezTo>
                        <a:pt x="295" y="112"/>
                        <a:pt x="254" y="31"/>
                        <a:pt x="183" y="11"/>
                      </a:cubicBezTo>
                      <a:cubicBezTo>
                        <a:pt x="173" y="0"/>
                        <a:pt x="163" y="0"/>
                        <a:pt x="14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4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54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Google Shape;55299;p67"/>
          <p:cNvSpPr txBox="1">
            <a:spLocks noGrp="1"/>
          </p:cNvSpPr>
          <p:nvPr>
            <p:ph type="title"/>
          </p:nvPr>
        </p:nvSpPr>
        <p:spPr>
          <a:xfrm>
            <a:off x="713225" y="1471200"/>
            <a:ext cx="4819500" cy="120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4000" dirty="0"/>
              <a:t>Les problèmes d’utilisateur</a:t>
            </a:r>
            <a:endParaRPr sz="4000" dirty="0"/>
          </a:p>
        </p:txBody>
      </p:sp>
      <p:sp>
        <p:nvSpPr>
          <p:cNvPr id="55300" name="Google Shape;55300;p67"/>
          <p:cNvSpPr txBox="1">
            <a:spLocks noGrp="1"/>
          </p:cNvSpPr>
          <p:nvPr>
            <p:ph type="subTitle" idx="1"/>
          </p:nvPr>
        </p:nvSpPr>
        <p:spPr>
          <a:xfrm>
            <a:off x="713317" y="2678100"/>
            <a:ext cx="4819500" cy="99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fr-FR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Notre objectif : être original, tout en gardant l’efficacité </a:t>
            </a:r>
            <a:endParaRPr dirty="0"/>
          </a:p>
        </p:txBody>
      </p:sp>
      <p:grpSp>
        <p:nvGrpSpPr>
          <p:cNvPr id="55301" name="Google Shape;55301;p67"/>
          <p:cNvGrpSpPr/>
          <p:nvPr/>
        </p:nvGrpSpPr>
        <p:grpSpPr>
          <a:xfrm>
            <a:off x="294336" y="183338"/>
            <a:ext cx="1479428" cy="1153423"/>
            <a:chOff x="294336" y="183338"/>
            <a:chExt cx="1479428" cy="1153423"/>
          </a:xfrm>
        </p:grpSpPr>
        <p:grpSp>
          <p:nvGrpSpPr>
            <p:cNvPr id="55302" name="Google Shape;55302;p67"/>
            <p:cNvGrpSpPr/>
            <p:nvPr/>
          </p:nvGrpSpPr>
          <p:grpSpPr>
            <a:xfrm rot="-2852408">
              <a:off x="1289128" y="261298"/>
              <a:ext cx="394996" cy="416980"/>
              <a:chOff x="2193097" y="745802"/>
              <a:chExt cx="104549" cy="110368"/>
            </a:xfrm>
          </p:grpSpPr>
          <p:sp>
            <p:nvSpPr>
              <p:cNvPr id="55303" name="Google Shape;55303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4" name="Google Shape;55304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5" name="Google Shape;55305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6" name="Google Shape;55306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7" name="Google Shape;55307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8" name="Google Shape;55308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9" name="Google Shape;55309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0" name="Google Shape;55310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1" name="Google Shape;55311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2" name="Google Shape;55312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3" name="Google Shape;55313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4" name="Google Shape;55314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5" name="Google Shape;55315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6" name="Google Shape;55316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17" name="Google Shape;55317;p67"/>
            <p:cNvGrpSpPr/>
            <p:nvPr/>
          </p:nvGrpSpPr>
          <p:grpSpPr>
            <a:xfrm rot="-2852382">
              <a:off x="875935" y="1001042"/>
              <a:ext cx="283466" cy="275994"/>
              <a:chOff x="2070280" y="1284575"/>
              <a:chExt cx="56090" cy="54611"/>
            </a:xfrm>
          </p:grpSpPr>
          <p:sp>
            <p:nvSpPr>
              <p:cNvPr id="55318" name="Google Shape;55318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9" name="Google Shape;55319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0" name="Google Shape;55320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1" name="Google Shape;55321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2" name="Google Shape;55322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3" name="Google Shape;55323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4" name="Google Shape;55324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5" name="Google Shape;55325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6" name="Google Shape;55326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7" name="Google Shape;55327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8" name="Google Shape;55328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9" name="Google Shape;55329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0" name="Google Shape;55330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1" name="Google Shape;55331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32" name="Google Shape;55332;p67"/>
            <p:cNvGrpSpPr/>
            <p:nvPr/>
          </p:nvGrpSpPr>
          <p:grpSpPr>
            <a:xfrm rot="-2852510">
              <a:off x="327050" y="526511"/>
              <a:ext cx="166520" cy="162030"/>
              <a:chOff x="2070280" y="1284575"/>
              <a:chExt cx="56090" cy="54611"/>
            </a:xfrm>
          </p:grpSpPr>
          <p:sp>
            <p:nvSpPr>
              <p:cNvPr id="55333" name="Google Shape;55333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4" name="Google Shape;55334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5" name="Google Shape;55335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6" name="Google Shape;55336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7" name="Google Shape;55337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8" name="Google Shape;55338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9" name="Google Shape;55339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0" name="Google Shape;55340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1" name="Google Shape;55341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2" name="Google Shape;55342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3" name="Google Shape;55343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4" name="Google Shape;55344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5" name="Google Shape;55345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6" name="Google Shape;55346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347" name="Google Shape;55347;p67"/>
          <p:cNvGrpSpPr/>
          <p:nvPr/>
        </p:nvGrpSpPr>
        <p:grpSpPr>
          <a:xfrm>
            <a:off x="4403050" y="267433"/>
            <a:ext cx="5045707" cy="4610121"/>
            <a:chOff x="4403050" y="419833"/>
            <a:chExt cx="5045707" cy="4610121"/>
          </a:xfrm>
        </p:grpSpPr>
        <p:sp>
          <p:nvSpPr>
            <p:cNvPr id="55348" name="Google Shape;55348;p67"/>
            <p:cNvSpPr/>
            <p:nvPr/>
          </p:nvSpPr>
          <p:spPr>
            <a:xfrm>
              <a:off x="6025185" y="1538658"/>
              <a:ext cx="3423572" cy="3401588"/>
            </a:xfrm>
            <a:custGeom>
              <a:avLst/>
              <a:gdLst/>
              <a:ahLst/>
              <a:cxnLst/>
              <a:rect l="l" t="t" r="r" b="b"/>
              <a:pathLst>
                <a:path w="18999" h="18877" extrusionOk="0">
                  <a:moveTo>
                    <a:pt x="10380" y="3814"/>
                  </a:moveTo>
                  <a:cubicBezTo>
                    <a:pt x="10381" y="3814"/>
                    <a:pt x="10384" y="3814"/>
                    <a:pt x="10387" y="3814"/>
                  </a:cubicBezTo>
                  <a:lnTo>
                    <a:pt x="10387" y="3824"/>
                  </a:lnTo>
                  <a:cubicBezTo>
                    <a:pt x="10387" y="3824"/>
                    <a:pt x="10383" y="3820"/>
                    <a:pt x="10380" y="3814"/>
                  </a:cubicBezTo>
                  <a:close/>
                  <a:moveTo>
                    <a:pt x="13938" y="9251"/>
                  </a:moveTo>
                  <a:lnTo>
                    <a:pt x="13938" y="9251"/>
                  </a:lnTo>
                  <a:cubicBezTo>
                    <a:pt x="13947" y="9261"/>
                    <a:pt x="13968" y="9272"/>
                    <a:pt x="13978" y="9292"/>
                  </a:cubicBezTo>
                  <a:lnTo>
                    <a:pt x="13958" y="9272"/>
                  </a:lnTo>
                  <a:lnTo>
                    <a:pt x="13938" y="9251"/>
                  </a:lnTo>
                  <a:close/>
                  <a:moveTo>
                    <a:pt x="10133" y="0"/>
                  </a:moveTo>
                  <a:lnTo>
                    <a:pt x="10133" y="0"/>
                  </a:lnTo>
                  <a:cubicBezTo>
                    <a:pt x="10032" y="335"/>
                    <a:pt x="9941" y="680"/>
                    <a:pt x="9910" y="1035"/>
                  </a:cubicBezTo>
                  <a:cubicBezTo>
                    <a:pt x="9901" y="1227"/>
                    <a:pt x="9961" y="1421"/>
                    <a:pt x="10012" y="1583"/>
                  </a:cubicBezTo>
                  <a:cubicBezTo>
                    <a:pt x="10063" y="1745"/>
                    <a:pt x="10083" y="1897"/>
                    <a:pt x="10073" y="2049"/>
                  </a:cubicBezTo>
                  <a:cubicBezTo>
                    <a:pt x="10043" y="2363"/>
                    <a:pt x="9901" y="2688"/>
                    <a:pt x="9840" y="3064"/>
                  </a:cubicBezTo>
                  <a:cubicBezTo>
                    <a:pt x="9819" y="3165"/>
                    <a:pt x="9819" y="3256"/>
                    <a:pt x="9819" y="3368"/>
                  </a:cubicBezTo>
                  <a:lnTo>
                    <a:pt x="9829" y="3642"/>
                  </a:lnTo>
                  <a:cubicBezTo>
                    <a:pt x="9840" y="3733"/>
                    <a:pt x="9849" y="3824"/>
                    <a:pt x="9870" y="3926"/>
                  </a:cubicBezTo>
                  <a:cubicBezTo>
                    <a:pt x="9870" y="3956"/>
                    <a:pt x="9880" y="3986"/>
                    <a:pt x="9890" y="4027"/>
                  </a:cubicBezTo>
                  <a:cubicBezTo>
                    <a:pt x="9901" y="4047"/>
                    <a:pt x="9910" y="4058"/>
                    <a:pt x="9921" y="4088"/>
                  </a:cubicBezTo>
                  <a:cubicBezTo>
                    <a:pt x="9931" y="4108"/>
                    <a:pt x="9941" y="4128"/>
                    <a:pt x="9951" y="4139"/>
                  </a:cubicBezTo>
                  <a:lnTo>
                    <a:pt x="9971" y="4159"/>
                  </a:lnTo>
                  <a:lnTo>
                    <a:pt x="10052" y="4270"/>
                  </a:lnTo>
                  <a:cubicBezTo>
                    <a:pt x="10174" y="4412"/>
                    <a:pt x="10286" y="4545"/>
                    <a:pt x="10387" y="4666"/>
                  </a:cubicBezTo>
                  <a:cubicBezTo>
                    <a:pt x="10438" y="4748"/>
                    <a:pt x="10417" y="4717"/>
                    <a:pt x="10438" y="4798"/>
                  </a:cubicBezTo>
                  <a:lnTo>
                    <a:pt x="10469" y="4910"/>
                  </a:lnTo>
                  <a:lnTo>
                    <a:pt x="10499" y="5032"/>
                  </a:lnTo>
                  <a:cubicBezTo>
                    <a:pt x="10519" y="5113"/>
                    <a:pt x="10529" y="5183"/>
                    <a:pt x="10550" y="5264"/>
                  </a:cubicBezTo>
                  <a:cubicBezTo>
                    <a:pt x="10559" y="5356"/>
                    <a:pt x="10580" y="5467"/>
                    <a:pt x="10620" y="5569"/>
                  </a:cubicBezTo>
                  <a:cubicBezTo>
                    <a:pt x="10681" y="5762"/>
                    <a:pt x="10762" y="5934"/>
                    <a:pt x="10823" y="6096"/>
                  </a:cubicBezTo>
                  <a:cubicBezTo>
                    <a:pt x="10762" y="6066"/>
                    <a:pt x="10692" y="6035"/>
                    <a:pt x="10620" y="6015"/>
                  </a:cubicBezTo>
                  <a:lnTo>
                    <a:pt x="10367" y="5944"/>
                  </a:lnTo>
                  <a:cubicBezTo>
                    <a:pt x="10286" y="5914"/>
                    <a:pt x="10205" y="5904"/>
                    <a:pt x="10113" y="5893"/>
                  </a:cubicBezTo>
                  <a:lnTo>
                    <a:pt x="9860" y="5853"/>
                  </a:lnTo>
                  <a:lnTo>
                    <a:pt x="9637" y="5843"/>
                  </a:lnTo>
                  <a:cubicBezTo>
                    <a:pt x="9434" y="5681"/>
                    <a:pt x="9231" y="5559"/>
                    <a:pt x="9028" y="5467"/>
                  </a:cubicBezTo>
                  <a:cubicBezTo>
                    <a:pt x="8815" y="5376"/>
                    <a:pt x="8612" y="5295"/>
                    <a:pt x="8409" y="5194"/>
                  </a:cubicBezTo>
                  <a:lnTo>
                    <a:pt x="8409" y="5194"/>
                  </a:lnTo>
                  <a:cubicBezTo>
                    <a:pt x="8450" y="5417"/>
                    <a:pt x="8521" y="5640"/>
                    <a:pt x="8562" y="5863"/>
                  </a:cubicBezTo>
                  <a:lnTo>
                    <a:pt x="8510" y="5863"/>
                  </a:lnTo>
                  <a:cubicBezTo>
                    <a:pt x="7973" y="5863"/>
                    <a:pt x="7456" y="5812"/>
                    <a:pt x="7040" y="5600"/>
                  </a:cubicBezTo>
                  <a:cubicBezTo>
                    <a:pt x="6928" y="5539"/>
                    <a:pt x="6837" y="5478"/>
                    <a:pt x="6746" y="5406"/>
                  </a:cubicBezTo>
                  <a:cubicBezTo>
                    <a:pt x="6695" y="5376"/>
                    <a:pt x="6655" y="5325"/>
                    <a:pt x="6603" y="5285"/>
                  </a:cubicBezTo>
                  <a:cubicBezTo>
                    <a:pt x="6563" y="5244"/>
                    <a:pt x="6502" y="5194"/>
                    <a:pt x="6452" y="5143"/>
                  </a:cubicBezTo>
                  <a:lnTo>
                    <a:pt x="5843" y="4534"/>
                  </a:lnTo>
                  <a:cubicBezTo>
                    <a:pt x="5427" y="4119"/>
                    <a:pt x="4991" y="3702"/>
                    <a:pt x="4484" y="3368"/>
                  </a:cubicBezTo>
                  <a:cubicBezTo>
                    <a:pt x="4230" y="3206"/>
                    <a:pt x="3956" y="3064"/>
                    <a:pt x="3672" y="2952"/>
                  </a:cubicBezTo>
                  <a:cubicBezTo>
                    <a:pt x="3388" y="2850"/>
                    <a:pt x="3084" y="2780"/>
                    <a:pt x="2790" y="2749"/>
                  </a:cubicBezTo>
                  <a:cubicBezTo>
                    <a:pt x="2485" y="2688"/>
                    <a:pt x="2181" y="2536"/>
                    <a:pt x="1908" y="2343"/>
                  </a:cubicBezTo>
                  <a:cubicBezTo>
                    <a:pt x="1633" y="2151"/>
                    <a:pt x="1390" y="1907"/>
                    <a:pt x="1157" y="1653"/>
                  </a:cubicBezTo>
                  <a:lnTo>
                    <a:pt x="1146" y="1653"/>
                  </a:lnTo>
                  <a:cubicBezTo>
                    <a:pt x="995" y="1542"/>
                    <a:pt x="822" y="1481"/>
                    <a:pt x="650" y="1430"/>
                  </a:cubicBezTo>
                  <a:cubicBezTo>
                    <a:pt x="477" y="1380"/>
                    <a:pt x="315" y="1339"/>
                    <a:pt x="143" y="1288"/>
                  </a:cubicBezTo>
                  <a:lnTo>
                    <a:pt x="143" y="1288"/>
                  </a:lnTo>
                  <a:cubicBezTo>
                    <a:pt x="305" y="1360"/>
                    <a:pt x="467" y="1410"/>
                    <a:pt x="629" y="1481"/>
                  </a:cubicBezTo>
                  <a:cubicBezTo>
                    <a:pt x="792" y="1542"/>
                    <a:pt x="954" y="1623"/>
                    <a:pt x="1076" y="1735"/>
                  </a:cubicBezTo>
                  <a:cubicBezTo>
                    <a:pt x="1279" y="2009"/>
                    <a:pt x="1512" y="2273"/>
                    <a:pt x="1775" y="2516"/>
                  </a:cubicBezTo>
                  <a:cubicBezTo>
                    <a:pt x="2050" y="2749"/>
                    <a:pt x="2354" y="2962"/>
                    <a:pt x="2719" y="3064"/>
                  </a:cubicBezTo>
                  <a:lnTo>
                    <a:pt x="2739" y="3064"/>
                  </a:lnTo>
                  <a:cubicBezTo>
                    <a:pt x="3003" y="3125"/>
                    <a:pt x="3267" y="3215"/>
                    <a:pt x="3510" y="3337"/>
                  </a:cubicBezTo>
                  <a:cubicBezTo>
                    <a:pt x="3754" y="3459"/>
                    <a:pt x="3977" y="3611"/>
                    <a:pt x="4189" y="3774"/>
                  </a:cubicBezTo>
                  <a:cubicBezTo>
                    <a:pt x="4615" y="4128"/>
                    <a:pt x="4981" y="4545"/>
                    <a:pt x="5336" y="4991"/>
                  </a:cubicBezTo>
                  <a:lnTo>
                    <a:pt x="5884" y="5660"/>
                  </a:lnTo>
                  <a:cubicBezTo>
                    <a:pt x="5934" y="5711"/>
                    <a:pt x="5975" y="5762"/>
                    <a:pt x="6026" y="5833"/>
                  </a:cubicBezTo>
                  <a:cubicBezTo>
                    <a:pt x="6087" y="5893"/>
                    <a:pt x="6137" y="5954"/>
                    <a:pt x="6198" y="6015"/>
                  </a:cubicBezTo>
                  <a:cubicBezTo>
                    <a:pt x="6208" y="6015"/>
                    <a:pt x="6218" y="6026"/>
                    <a:pt x="6218" y="6035"/>
                  </a:cubicBezTo>
                  <a:cubicBezTo>
                    <a:pt x="6147" y="6046"/>
                    <a:pt x="6066" y="6046"/>
                    <a:pt x="5985" y="6046"/>
                  </a:cubicBezTo>
                  <a:lnTo>
                    <a:pt x="5528" y="6046"/>
                  </a:lnTo>
                  <a:cubicBezTo>
                    <a:pt x="5366" y="6056"/>
                    <a:pt x="5204" y="6096"/>
                    <a:pt x="5052" y="6157"/>
                  </a:cubicBezTo>
                  <a:cubicBezTo>
                    <a:pt x="4748" y="6279"/>
                    <a:pt x="4534" y="6492"/>
                    <a:pt x="4291" y="6655"/>
                  </a:cubicBezTo>
                  <a:cubicBezTo>
                    <a:pt x="4083" y="6806"/>
                    <a:pt x="3832" y="6930"/>
                    <a:pt x="3560" y="6930"/>
                  </a:cubicBezTo>
                  <a:cubicBezTo>
                    <a:pt x="3540" y="6930"/>
                    <a:pt x="3520" y="6929"/>
                    <a:pt x="3500" y="6928"/>
                  </a:cubicBezTo>
                  <a:lnTo>
                    <a:pt x="3500" y="6928"/>
                  </a:lnTo>
                  <a:cubicBezTo>
                    <a:pt x="3571" y="6943"/>
                    <a:pt x="3644" y="6951"/>
                    <a:pt x="3718" y="6951"/>
                  </a:cubicBezTo>
                  <a:cubicBezTo>
                    <a:pt x="3792" y="6951"/>
                    <a:pt x="3865" y="6943"/>
                    <a:pt x="3936" y="6928"/>
                  </a:cubicBezTo>
                  <a:cubicBezTo>
                    <a:pt x="4088" y="6898"/>
                    <a:pt x="4230" y="6837"/>
                    <a:pt x="4362" y="6766"/>
                  </a:cubicBezTo>
                  <a:cubicBezTo>
                    <a:pt x="4636" y="6634"/>
                    <a:pt x="4879" y="6472"/>
                    <a:pt x="5143" y="6411"/>
                  </a:cubicBezTo>
                  <a:cubicBezTo>
                    <a:pt x="5226" y="6391"/>
                    <a:pt x="5309" y="6383"/>
                    <a:pt x="5393" y="6383"/>
                  </a:cubicBezTo>
                  <a:cubicBezTo>
                    <a:pt x="5568" y="6383"/>
                    <a:pt x="5749" y="6417"/>
                    <a:pt x="5954" y="6452"/>
                  </a:cubicBezTo>
                  <a:cubicBezTo>
                    <a:pt x="6050" y="6464"/>
                    <a:pt x="6150" y="6477"/>
                    <a:pt x="6257" y="6477"/>
                  </a:cubicBezTo>
                  <a:cubicBezTo>
                    <a:pt x="6319" y="6477"/>
                    <a:pt x="6384" y="6473"/>
                    <a:pt x="6452" y="6461"/>
                  </a:cubicBezTo>
                  <a:cubicBezTo>
                    <a:pt x="6543" y="6452"/>
                    <a:pt x="6624" y="6431"/>
                    <a:pt x="6715" y="6401"/>
                  </a:cubicBezTo>
                  <a:cubicBezTo>
                    <a:pt x="6969" y="6553"/>
                    <a:pt x="7243" y="6655"/>
                    <a:pt x="7516" y="6736"/>
                  </a:cubicBezTo>
                  <a:cubicBezTo>
                    <a:pt x="7831" y="6817"/>
                    <a:pt x="8145" y="6867"/>
                    <a:pt x="8450" y="6898"/>
                  </a:cubicBezTo>
                  <a:cubicBezTo>
                    <a:pt x="8602" y="6918"/>
                    <a:pt x="8754" y="6928"/>
                    <a:pt x="8906" y="6939"/>
                  </a:cubicBezTo>
                  <a:lnTo>
                    <a:pt x="9342" y="6959"/>
                  </a:lnTo>
                  <a:lnTo>
                    <a:pt x="9393" y="6959"/>
                  </a:lnTo>
                  <a:lnTo>
                    <a:pt x="9434" y="6969"/>
                  </a:lnTo>
                  <a:lnTo>
                    <a:pt x="9515" y="6979"/>
                  </a:lnTo>
                  <a:lnTo>
                    <a:pt x="9687" y="7009"/>
                  </a:lnTo>
                  <a:lnTo>
                    <a:pt x="9860" y="7050"/>
                  </a:lnTo>
                  <a:cubicBezTo>
                    <a:pt x="9910" y="7070"/>
                    <a:pt x="9971" y="7081"/>
                    <a:pt x="10022" y="7111"/>
                  </a:cubicBezTo>
                  <a:lnTo>
                    <a:pt x="10174" y="7171"/>
                  </a:lnTo>
                  <a:cubicBezTo>
                    <a:pt x="10225" y="7192"/>
                    <a:pt x="10275" y="7223"/>
                    <a:pt x="10327" y="7253"/>
                  </a:cubicBezTo>
                  <a:cubicBezTo>
                    <a:pt x="10428" y="7293"/>
                    <a:pt x="10519" y="7374"/>
                    <a:pt x="10611" y="7435"/>
                  </a:cubicBezTo>
                  <a:cubicBezTo>
                    <a:pt x="10793" y="7577"/>
                    <a:pt x="10965" y="7739"/>
                    <a:pt x="11127" y="7933"/>
                  </a:cubicBezTo>
                  <a:cubicBezTo>
                    <a:pt x="11442" y="8308"/>
                    <a:pt x="11726" y="8774"/>
                    <a:pt x="12010" y="9261"/>
                  </a:cubicBezTo>
                  <a:lnTo>
                    <a:pt x="12122" y="9454"/>
                  </a:lnTo>
                  <a:cubicBezTo>
                    <a:pt x="11919" y="9495"/>
                    <a:pt x="11716" y="9556"/>
                    <a:pt x="11523" y="9637"/>
                  </a:cubicBezTo>
                  <a:cubicBezTo>
                    <a:pt x="11452" y="9667"/>
                    <a:pt x="11371" y="9698"/>
                    <a:pt x="11321" y="9728"/>
                  </a:cubicBezTo>
                  <a:lnTo>
                    <a:pt x="11158" y="9819"/>
                  </a:lnTo>
                  <a:lnTo>
                    <a:pt x="10843" y="9982"/>
                  </a:lnTo>
                  <a:cubicBezTo>
                    <a:pt x="10631" y="10093"/>
                    <a:pt x="10448" y="10184"/>
                    <a:pt x="10255" y="10255"/>
                  </a:cubicBezTo>
                  <a:cubicBezTo>
                    <a:pt x="10225" y="10266"/>
                    <a:pt x="10194" y="10266"/>
                    <a:pt x="10164" y="10275"/>
                  </a:cubicBezTo>
                  <a:cubicBezTo>
                    <a:pt x="10144" y="10266"/>
                    <a:pt x="10113" y="10245"/>
                    <a:pt x="10083" y="10235"/>
                  </a:cubicBezTo>
                  <a:cubicBezTo>
                    <a:pt x="9910" y="10154"/>
                    <a:pt x="9738" y="10093"/>
                    <a:pt x="9565" y="10042"/>
                  </a:cubicBezTo>
                  <a:cubicBezTo>
                    <a:pt x="9484" y="10012"/>
                    <a:pt x="9393" y="9991"/>
                    <a:pt x="9312" y="9971"/>
                  </a:cubicBezTo>
                  <a:cubicBezTo>
                    <a:pt x="9211" y="9930"/>
                    <a:pt x="9109" y="9921"/>
                    <a:pt x="9018" y="9910"/>
                  </a:cubicBezTo>
                  <a:cubicBezTo>
                    <a:pt x="8965" y="9907"/>
                    <a:pt x="8916" y="9907"/>
                    <a:pt x="8867" y="9907"/>
                  </a:cubicBezTo>
                  <a:cubicBezTo>
                    <a:pt x="8852" y="9907"/>
                    <a:pt x="8837" y="9907"/>
                    <a:pt x="8822" y="9907"/>
                  </a:cubicBezTo>
                  <a:cubicBezTo>
                    <a:pt x="8718" y="9907"/>
                    <a:pt x="8618" y="9906"/>
                    <a:pt x="8510" y="9880"/>
                  </a:cubicBezTo>
                  <a:lnTo>
                    <a:pt x="8510" y="9880"/>
                  </a:lnTo>
                  <a:cubicBezTo>
                    <a:pt x="8622" y="10012"/>
                    <a:pt x="8794" y="10103"/>
                    <a:pt x="8916" y="10194"/>
                  </a:cubicBezTo>
                  <a:cubicBezTo>
                    <a:pt x="8988" y="10245"/>
                    <a:pt x="9028" y="10296"/>
                    <a:pt x="9069" y="10347"/>
                  </a:cubicBezTo>
                  <a:lnTo>
                    <a:pt x="9220" y="10529"/>
                  </a:lnTo>
                  <a:cubicBezTo>
                    <a:pt x="9089" y="10570"/>
                    <a:pt x="8967" y="10610"/>
                    <a:pt x="8846" y="10661"/>
                  </a:cubicBezTo>
                  <a:cubicBezTo>
                    <a:pt x="8592" y="10773"/>
                    <a:pt x="8348" y="10925"/>
                    <a:pt x="8136" y="11087"/>
                  </a:cubicBezTo>
                  <a:cubicBezTo>
                    <a:pt x="7973" y="11219"/>
                    <a:pt x="7780" y="11341"/>
                    <a:pt x="7577" y="11463"/>
                  </a:cubicBezTo>
                  <a:cubicBezTo>
                    <a:pt x="7466" y="11533"/>
                    <a:pt x="7344" y="11614"/>
                    <a:pt x="7232" y="11695"/>
                  </a:cubicBezTo>
                  <a:cubicBezTo>
                    <a:pt x="7020" y="11777"/>
                    <a:pt x="6776" y="11837"/>
                    <a:pt x="6513" y="11878"/>
                  </a:cubicBezTo>
                  <a:cubicBezTo>
                    <a:pt x="6208" y="11939"/>
                    <a:pt x="5863" y="11990"/>
                    <a:pt x="5539" y="12101"/>
                  </a:cubicBezTo>
                  <a:cubicBezTo>
                    <a:pt x="5357" y="12167"/>
                    <a:pt x="5166" y="12196"/>
                    <a:pt x="4964" y="12196"/>
                  </a:cubicBezTo>
                  <a:cubicBezTo>
                    <a:pt x="4883" y="12196"/>
                    <a:pt x="4801" y="12191"/>
                    <a:pt x="4717" y="12182"/>
                  </a:cubicBezTo>
                  <a:cubicBezTo>
                    <a:pt x="4423" y="12152"/>
                    <a:pt x="4108" y="12081"/>
                    <a:pt x="3794" y="12020"/>
                  </a:cubicBezTo>
                  <a:cubicBezTo>
                    <a:pt x="3186" y="11909"/>
                    <a:pt x="2557" y="11695"/>
                    <a:pt x="1897" y="11686"/>
                  </a:cubicBezTo>
                  <a:cubicBezTo>
                    <a:pt x="1872" y="11685"/>
                    <a:pt x="1847" y="11684"/>
                    <a:pt x="1822" y="11684"/>
                  </a:cubicBezTo>
                  <a:cubicBezTo>
                    <a:pt x="1523" y="11684"/>
                    <a:pt x="1224" y="11741"/>
                    <a:pt x="934" y="11797"/>
                  </a:cubicBezTo>
                  <a:cubicBezTo>
                    <a:pt x="745" y="11835"/>
                    <a:pt x="553" y="11861"/>
                    <a:pt x="359" y="11861"/>
                  </a:cubicBezTo>
                  <a:cubicBezTo>
                    <a:pt x="240" y="11861"/>
                    <a:pt x="120" y="11851"/>
                    <a:pt x="1" y="11828"/>
                  </a:cubicBezTo>
                  <a:lnTo>
                    <a:pt x="1" y="11828"/>
                  </a:lnTo>
                  <a:cubicBezTo>
                    <a:pt x="206" y="11889"/>
                    <a:pt x="422" y="11914"/>
                    <a:pt x="640" y="11914"/>
                  </a:cubicBezTo>
                  <a:cubicBezTo>
                    <a:pt x="744" y="11914"/>
                    <a:pt x="849" y="11908"/>
                    <a:pt x="954" y="11898"/>
                  </a:cubicBezTo>
                  <a:cubicBezTo>
                    <a:pt x="1142" y="11880"/>
                    <a:pt x="1331" y="11866"/>
                    <a:pt x="1517" y="11866"/>
                  </a:cubicBezTo>
                  <a:cubicBezTo>
                    <a:pt x="1642" y="11866"/>
                    <a:pt x="1765" y="11872"/>
                    <a:pt x="1887" y="11889"/>
                  </a:cubicBezTo>
                  <a:cubicBezTo>
                    <a:pt x="2496" y="11959"/>
                    <a:pt x="3074" y="12223"/>
                    <a:pt x="3693" y="12416"/>
                  </a:cubicBezTo>
                  <a:cubicBezTo>
                    <a:pt x="4007" y="12507"/>
                    <a:pt x="4301" y="12608"/>
                    <a:pt x="4636" y="12680"/>
                  </a:cubicBezTo>
                  <a:cubicBezTo>
                    <a:pt x="4820" y="12718"/>
                    <a:pt x="5015" y="12742"/>
                    <a:pt x="5213" y="12742"/>
                  </a:cubicBezTo>
                  <a:cubicBezTo>
                    <a:pt x="5376" y="12742"/>
                    <a:pt x="5541" y="12726"/>
                    <a:pt x="5701" y="12689"/>
                  </a:cubicBezTo>
                  <a:cubicBezTo>
                    <a:pt x="5945" y="12629"/>
                    <a:pt x="6188" y="12608"/>
                    <a:pt x="6461" y="12588"/>
                  </a:cubicBezTo>
                  <a:lnTo>
                    <a:pt x="6461" y="12588"/>
                  </a:lnTo>
                  <a:cubicBezTo>
                    <a:pt x="6452" y="12608"/>
                    <a:pt x="6441" y="12619"/>
                    <a:pt x="6441" y="12629"/>
                  </a:cubicBezTo>
                  <a:cubicBezTo>
                    <a:pt x="6319" y="12852"/>
                    <a:pt x="6218" y="13065"/>
                    <a:pt x="6117" y="13268"/>
                  </a:cubicBezTo>
                  <a:cubicBezTo>
                    <a:pt x="6005" y="13460"/>
                    <a:pt x="5893" y="13663"/>
                    <a:pt x="5762" y="13805"/>
                  </a:cubicBezTo>
                  <a:lnTo>
                    <a:pt x="5670" y="13897"/>
                  </a:lnTo>
                  <a:cubicBezTo>
                    <a:pt x="5661" y="13907"/>
                    <a:pt x="5650" y="13917"/>
                    <a:pt x="5630" y="13927"/>
                  </a:cubicBezTo>
                  <a:lnTo>
                    <a:pt x="5620" y="13938"/>
                  </a:lnTo>
                  <a:cubicBezTo>
                    <a:pt x="5620" y="13947"/>
                    <a:pt x="5579" y="13947"/>
                    <a:pt x="5528" y="13958"/>
                  </a:cubicBezTo>
                  <a:lnTo>
                    <a:pt x="5386" y="13958"/>
                  </a:lnTo>
                  <a:cubicBezTo>
                    <a:pt x="5275" y="13947"/>
                    <a:pt x="5153" y="13938"/>
                    <a:pt x="5032" y="13927"/>
                  </a:cubicBezTo>
                  <a:cubicBezTo>
                    <a:pt x="4971" y="13927"/>
                    <a:pt x="4899" y="13917"/>
                    <a:pt x="4829" y="13917"/>
                  </a:cubicBezTo>
                  <a:cubicBezTo>
                    <a:pt x="4798" y="13917"/>
                    <a:pt x="4748" y="13927"/>
                    <a:pt x="4717" y="13927"/>
                  </a:cubicBezTo>
                  <a:lnTo>
                    <a:pt x="4626" y="13938"/>
                  </a:lnTo>
                  <a:cubicBezTo>
                    <a:pt x="4372" y="13958"/>
                    <a:pt x="4129" y="13998"/>
                    <a:pt x="3875" y="14069"/>
                  </a:cubicBezTo>
                  <a:cubicBezTo>
                    <a:pt x="3632" y="14130"/>
                    <a:pt x="3398" y="14222"/>
                    <a:pt x="3175" y="14303"/>
                  </a:cubicBezTo>
                  <a:cubicBezTo>
                    <a:pt x="2719" y="14485"/>
                    <a:pt x="2273" y="14698"/>
                    <a:pt x="1856" y="14982"/>
                  </a:cubicBezTo>
                  <a:cubicBezTo>
                    <a:pt x="1654" y="15114"/>
                    <a:pt x="1461" y="15276"/>
                    <a:pt x="1279" y="15449"/>
                  </a:cubicBezTo>
                  <a:cubicBezTo>
                    <a:pt x="1197" y="15540"/>
                    <a:pt x="1106" y="15631"/>
                    <a:pt x="1025" y="15723"/>
                  </a:cubicBezTo>
                  <a:cubicBezTo>
                    <a:pt x="984" y="15773"/>
                    <a:pt x="954" y="15824"/>
                    <a:pt x="913" y="15875"/>
                  </a:cubicBezTo>
                  <a:cubicBezTo>
                    <a:pt x="873" y="15926"/>
                    <a:pt x="853" y="15987"/>
                    <a:pt x="812" y="16037"/>
                  </a:cubicBezTo>
                  <a:cubicBezTo>
                    <a:pt x="578" y="16483"/>
                    <a:pt x="477" y="16960"/>
                    <a:pt x="406" y="17437"/>
                  </a:cubicBezTo>
                  <a:cubicBezTo>
                    <a:pt x="335" y="17924"/>
                    <a:pt x="315" y="18401"/>
                    <a:pt x="335" y="18877"/>
                  </a:cubicBezTo>
                  <a:cubicBezTo>
                    <a:pt x="355" y="18401"/>
                    <a:pt x="416" y="17924"/>
                    <a:pt x="508" y="17457"/>
                  </a:cubicBezTo>
                  <a:cubicBezTo>
                    <a:pt x="609" y="17001"/>
                    <a:pt x="761" y="16534"/>
                    <a:pt x="1004" y="16149"/>
                  </a:cubicBezTo>
                  <a:cubicBezTo>
                    <a:pt x="1035" y="16108"/>
                    <a:pt x="1065" y="16057"/>
                    <a:pt x="1106" y="16017"/>
                  </a:cubicBezTo>
                  <a:cubicBezTo>
                    <a:pt x="1137" y="15966"/>
                    <a:pt x="1167" y="15926"/>
                    <a:pt x="1207" y="15885"/>
                  </a:cubicBezTo>
                  <a:cubicBezTo>
                    <a:pt x="1288" y="15804"/>
                    <a:pt x="1380" y="15723"/>
                    <a:pt x="1461" y="15651"/>
                  </a:cubicBezTo>
                  <a:cubicBezTo>
                    <a:pt x="1644" y="15500"/>
                    <a:pt x="1836" y="15367"/>
                    <a:pt x="2029" y="15256"/>
                  </a:cubicBezTo>
                  <a:cubicBezTo>
                    <a:pt x="2435" y="15022"/>
                    <a:pt x="2871" y="14850"/>
                    <a:pt x="3317" y="14718"/>
                  </a:cubicBezTo>
                  <a:cubicBezTo>
                    <a:pt x="3540" y="14648"/>
                    <a:pt x="3763" y="14587"/>
                    <a:pt x="3987" y="14546"/>
                  </a:cubicBezTo>
                  <a:cubicBezTo>
                    <a:pt x="4210" y="14506"/>
                    <a:pt x="4433" y="14485"/>
                    <a:pt x="4656" y="14475"/>
                  </a:cubicBezTo>
                  <a:lnTo>
                    <a:pt x="4748" y="14475"/>
                  </a:lnTo>
                  <a:cubicBezTo>
                    <a:pt x="4778" y="14475"/>
                    <a:pt x="4788" y="14475"/>
                    <a:pt x="4809" y="14485"/>
                  </a:cubicBezTo>
                  <a:cubicBezTo>
                    <a:pt x="4859" y="14485"/>
                    <a:pt x="4910" y="14495"/>
                    <a:pt x="4971" y="14495"/>
                  </a:cubicBezTo>
                  <a:cubicBezTo>
                    <a:pt x="5082" y="14515"/>
                    <a:pt x="5204" y="14536"/>
                    <a:pt x="5336" y="14556"/>
                  </a:cubicBezTo>
                  <a:cubicBezTo>
                    <a:pt x="5402" y="14561"/>
                    <a:pt x="5465" y="14569"/>
                    <a:pt x="5540" y="14569"/>
                  </a:cubicBezTo>
                  <a:cubicBezTo>
                    <a:pt x="5615" y="14569"/>
                    <a:pt x="5701" y="14561"/>
                    <a:pt x="5812" y="14536"/>
                  </a:cubicBezTo>
                  <a:cubicBezTo>
                    <a:pt x="5833" y="14526"/>
                    <a:pt x="5873" y="14515"/>
                    <a:pt x="5893" y="14506"/>
                  </a:cubicBezTo>
                  <a:lnTo>
                    <a:pt x="5954" y="14475"/>
                  </a:lnTo>
                  <a:cubicBezTo>
                    <a:pt x="5995" y="14454"/>
                    <a:pt x="6035" y="14434"/>
                    <a:pt x="6066" y="14404"/>
                  </a:cubicBezTo>
                  <a:cubicBezTo>
                    <a:pt x="6127" y="14353"/>
                    <a:pt x="6188" y="14303"/>
                    <a:pt x="6238" y="14252"/>
                  </a:cubicBezTo>
                  <a:cubicBezTo>
                    <a:pt x="6441" y="14049"/>
                    <a:pt x="6583" y="13836"/>
                    <a:pt x="6725" y="13623"/>
                  </a:cubicBezTo>
                  <a:cubicBezTo>
                    <a:pt x="6857" y="13420"/>
                    <a:pt x="6979" y="13207"/>
                    <a:pt x="7101" y="13004"/>
                  </a:cubicBezTo>
                  <a:cubicBezTo>
                    <a:pt x="7223" y="12811"/>
                    <a:pt x="7324" y="12680"/>
                    <a:pt x="7476" y="12558"/>
                  </a:cubicBezTo>
                  <a:cubicBezTo>
                    <a:pt x="7628" y="12436"/>
                    <a:pt x="7811" y="12335"/>
                    <a:pt x="8014" y="12223"/>
                  </a:cubicBezTo>
                  <a:cubicBezTo>
                    <a:pt x="8217" y="12112"/>
                    <a:pt x="8450" y="12000"/>
                    <a:pt x="8673" y="11848"/>
                  </a:cubicBezTo>
                  <a:cubicBezTo>
                    <a:pt x="8855" y="11726"/>
                    <a:pt x="9018" y="11645"/>
                    <a:pt x="9211" y="11574"/>
                  </a:cubicBezTo>
                  <a:cubicBezTo>
                    <a:pt x="9403" y="11513"/>
                    <a:pt x="9606" y="11472"/>
                    <a:pt x="9819" y="11432"/>
                  </a:cubicBezTo>
                  <a:lnTo>
                    <a:pt x="9982" y="11411"/>
                  </a:lnTo>
                  <a:cubicBezTo>
                    <a:pt x="10052" y="11402"/>
                    <a:pt x="10113" y="11391"/>
                    <a:pt x="10185" y="11381"/>
                  </a:cubicBezTo>
                  <a:cubicBezTo>
                    <a:pt x="10316" y="11361"/>
                    <a:pt x="10448" y="11330"/>
                    <a:pt x="10590" y="11290"/>
                  </a:cubicBezTo>
                  <a:cubicBezTo>
                    <a:pt x="10854" y="11219"/>
                    <a:pt x="11107" y="11118"/>
                    <a:pt x="11330" y="11016"/>
                  </a:cubicBezTo>
                  <a:lnTo>
                    <a:pt x="11665" y="10874"/>
                  </a:lnTo>
                  <a:lnTo>
                    <a:pt x="11828" y="10803"/>
                  </a:lnTo>
                  <a:cubicBezTo>
                    <a:pt x="11878" y="10783"/>
                    <a:pt x="11909" y="10773"/>
                    <a:pt x="11959" y="10752"/>
                  </a:cubicBezTo>
                  <a:cubicBezTo>
                    <a:pt x="12167" y="10683"/>
                    <a:pt x="12404" y="10652"/>
                    <a:pt x="12652" y="10652"/>
                  </a:cubicBezTo>
                  <a:cubicBezTo>
                    <a:pt x="12768" y="10652"/>
                    <a:pt x="12885" y="10658"/>
                    <a:pt x="13004" y="10671"/>
                  </a:cubicBezTo>
                  <a:cubicBezTo>
                    <a:pt x="13014" y="10671"/>
                    <a:pt x="13014" y="10681"/>
                    <a:pt x="13025" y="10681"/>
                  </a:cubicBezTo>
                  <a:lnTo>
                    <a:pt x="13014" y="10671"/>
                  </a:lnTo>
                  <a:cubicBezTo>
                    <a:pt x="13045" y="10671"/>
                    <a:pt x="13065" y="10671"/>
                    <a:pt x="13095" y="10681"/>
                  </a:cubicBezTo>
                  <a:cubicBezTo>
                    <a:pt x="13501" y="10732"/>
                    <a:pt x="13917" y="10843"/>
                    <a:pt x="14303" y="11006"/>
                  </a:cubicBezTo>
                  <a:cubicBezTo>
                    <a:pt x="14394" y="11046"/>
                    <a:pt x="14495" y="11087"/>
                    <a:pt x="14587" y="11138"/>
                  </a:cubicBezTo>
                  <a:lnTo>
                    <a:pt x="14657" y="11179"/>
                  </a:lnTo>
                  <a:lnTo>
                    <a:pt x="14688" y="11188"/>
                  </a:lnTo>
                  <a:lnTo>
                    <a:pt x="14708" y="11209"/>
                  </a:lnTo>
                  <a:cubicBezTo>
                    <a:pt x="14729" y="11209"/>
                    <a:pt x="14739" y="11219"/>
                    <a:pt x="14759" y="11239"/>
                  </a:cubicBezTo>
                  <a:lnTo>
                    <a:pt x="14820" y="11269"/>
                  </a:lnTo>
                  <a:cubicBezTo>
                    <a:pt x="14941" y="11361"/>
                    <a:pt x="15083" y="11463"/>
                    <a:pt x="15236" y="11584"/>
                  </a:cubicBezTo>
                  <a:cubicBezTo>
                    <a:pt x="15205" y="11605"/>
                    <a:pt x="15165" y="11635"/>
                    <a:pt x="15124" y="11665"/>
                  </a:cubicBezTo>
                  <a:cubicBezTo>
                    <a:pt x="15053" y="11726"/>
                    <a:pt x="14962" y="11797"/>
                    <a:pt x="14901" y="11878"/>
                  </a:cubicBezTo>
                  <a:cubicBezTo>
                    <a:pt x="14840" y="11949"/>
                    <a:pt x="14790" y="12031"/>
                    <a:pt x="14739" y="12112"/>
                  </a:cubicBezTo>
                  <a:cubicBezTo>
                    <a:pt x="14657" y="12263"/>
                    <a:pt x="14587" y="12405"/>
                    <a:pt x="14485" y="12547"/>
                  </a:cubicBezTo>
                  <a:cubicBezTo>
                    <a:pt x="14648" y="12487"/>
                    <a:pt x="14799" y="12396"/>
                    <a:pt x="14952" y="12324"/>
                  </a:cubicBezTo>
                  <a:cubicBezTo>
                    <a:pt x="15023" y="12294"/>
                    <a:pt x="15094" y="12263"/>
                    <a:pt x="15165" y="12243"/>
                  </a:cubicBezTo>
                  <a:cubicBezTo>
                    <a:pt x="15236" y="12233"/>
                    <a:pt x="15297" y="12223"/>
                    <a:pt x="15367" y="12223"/>
                  </a:cubicBezTo>
                  <a:cubicBezTo>
                    <a:pt x="15459" y="12213"/>
                    <a:pt x="15550" y="12213"/>
                    <a:pt x="15651" y="12213"/>
                  </a:cubicBezTo>
                  <a:lnTo>
                    <a:pt x="15845" y="12213"/>
                  </a:lnTo>
                  <a:cubicBezTo>
                    <a:pt x="15935" y="12213"/>
                    <a:pt x="16027" y="12213"/>
                    <a:pt x="16129" y="12203"/>
                  </a:cubicBezTo>
                  <a:cubicBezTo>
                    <a:pt x="16321" y="12315"/>
                    <a:pt x="16524" y="12426"/>
                    <a:pt x="16757" y="12517"/>
                  </a:cubicBezTo>
                  <a:cubicBezTo>
                    <a:pt x="17026" y="12619"/>
                    <a:pt x="17337" y="12712"/>
                    <a:pt x="17713" y="12712"/>
                  </a:cubicBezTo>
                  <a:cubicBezTo>
                    <a:pt x="17749" y="12712"/>
                    <a:pt x="17785" y="12712"/>
                    <a:pt x="17822" y="12710"/>
                  </a:cubicBezTo>
                  <a:cubicBezTo>
                    <a:pt x="18036" y="12689"/>
                    <a:pt x="18248" y="12639"/>
                    <a:pt x="18462" y="12547"/>
                  </a:cubicBezTo>
                  <a:cubicBezTo>
                    <a:pt x="18664" y="12457"/>
                    <a:pt x="18847" y="12324"/>
                    <a:pt x="18999" y="12182"/>
                  </a:cubicBezTo>
                  <a:lnTo>
                    <a:pt x="17761" y="10945"/>
                  </a:lnTo>
                  <a:cubicBezTo>
                    <a:pt x="17711" y="10996"/>
                    <a:pt x="17721" y="11006"/>
                    <a:pt x="17670" y="11026"/>
                  </a:cubicBezTo>
                  <a:cubicBezTo>
                    <a:pt x="17657" y="11028"/>
                    <a:pt x="17639" y="11030"/>
                    <a:pt x="17618" y="11030"/>
                  </a:cubicBezTo>
                  <a:cubicBezTo>
                    <a:pt x="17548" y="11030"/>
                    <a:pt x="17443" y="11015"/>
                    <a:pt x="17325" y="10976"/>
                  </a:cubicBezTo>
                  <a:cubicBezTo>
                    <a:pt x="17001" y="10884"/>
                    <a:pt x="16615" y="10661"/>
                    <a:pt x="16230" y="10408"/>
                  </a:cubicBezTo>
                  <a:cubicBezTo>
                    <a:pt x="16027" y="10286"/>
                    <a:pt x="15834" y="10154"/>
                    <a:pt x="15581" y="10012"/>
                  </a:cubicBezTo>
                  <a:cubicBezTo>
                    <a:pt x="15550" y="9991"/>
                    <a:pt x="15520" y="9971"/>
                    <a:pt x="15479" y="9961"/>
                  </a:cubicBezTo>
                  <a:cubicBezTo>
                    <a:pt x="15449" y="9941"/>
                    <a:pt x="15419" y="9921"/>
                    <a:pt x="15378" y="9900"/>
                  </a:cubicBezTo>
                  <a:lnTo>
                    <a:pt x="15317" y="9880"/>
                  </a:lnTo>
                  <a:lnTo>
                    <a:pt x="15266" y="9860"/>
                  </a:lnTo>
                  <a:lnTo>
                    <a:pt x="15175" y="9819"/>
                  </a:lnTo>
                  <a:cubicBezTo>
                    <a:pt x="15053" y="9768"/>
                    <a:pt x="14921" y="9718"/>
                    <a:pt x="14790" y="9677"/>
                  </a:cubicBezTo>
                  <a:cubicBezTo>
                    <a:pt x="14637" y="9626"/>
                    <a:pt x="14485" y="9586"/>
                    <a:pt x="14333" y="9545"/>
                  </a:cubicBezTo>
                  <a:cubicBezTo>
                    <a:pt x="14323" y="9525"/>
                    <a:pt x="14303" y="9504"/>
                    <a:pt x="14292" y="9495"/>
                  </a:cubicBezTo>
                  <a:cubicBezTo>
                    <a:pt x="14201" y="9403"/>
                    <a:pt x="14130" y="9362"/>
                    <a:pt x="14080" y="9322"/>
                  </a:cubicBezTo>
                  <a:cubicBezTo>
                    <a:pt x="13988" y="9261"/>
                    <a:pt x="13938" y="9231"/>
                    <a:pt x="13927" y="9231"/>
                  </a:cubicBezTo>
                  <a:lnTo>
                    <a:pt x="13826" y="9099"/>
                  </a:lnTo>
                  <a:lnTo>
                    <a:pt x="13318" y="8399"/>
                  </a:lnTo>
                  <a:cubicBezTo>
                    <a:pt x="13014" y="7973"/>
                    <a:pt x="12680" y="7527"/>
                    <a:pt x="12274" y="7111"/>
                  </a:cubicBezTo>
                  <a:cubicBezTo>
                    <a:pt x="12182" y="6959"/>
                    <a:pt x="12101" y="6817"/>
                    <a:pt x="12040" y="6705"/>
                  </a:cubicBezTo>
                  <a:lnTo>
                    <a:pt x="12010" y="6644"/>
                  </a:lnTo>
                  <a:cubicBezTo>
                    <a:pt x="12010" y="6634"/>
                    <a:pt x="12010" y="6634"/>
                    <a:pt x="12000" y="6634"/>
                  </a:cubicBezTo>
                  <a:lnTo>
                    <a:pt x="12000" y="6614"/>
                  </a:lnTo>
                  <a:lnTo>
                    <a:pt x="11990" y="6573"/>
                  </a:lnTo>
                  <a:cubicBezTo>
                    <a:pt x="11970" y="6441"/>
                    <a:pt x="11929" y="6330"/>
                    <a:pt x="11889" y="6218"/>
                  </a:cubicBezTo>
                  <a:cubicBezTo>
                    <a:pt x="11797" y="6005"/>
                    <a:pt x="11686" y="5843"/>
                    <a:pt x="11584" y="5691"/>
                  </a:cubicBezTo>
                  <a:cubicBezTo>
                    <a:pt x="11483" y="5548"/>
                    <a:pt x="11402" y="5427"/>
                    <a:pt x="11341" y="5295"/>
                  </a:cubicBezTo>
                  <a:cubicBezTo>
                    <a:pt x="11310" y="5234"/>
                    <a:pt x="11290" y="5174"/>
                    <a:pt x="11260" y="5092"/>
                  </a:cubicBezTo>
                  <a:cubicBezTo>
                    <a:pt x="11239" y="5011"/>
                    <a:pt x="11209" y="4920"/>
                    <a:pt x="11168" y="4829"/>
                  </a:cubicBezTo>
                  <a:lnTo>
                    <a:pt x="11118" y="4696"/>
                  </a:lnTo>
                  <a:lnTo>
                    <a:pt x="11067" y="4565"/>
                  </a:lnTo>
                  <a:cubicBezTo>
                    <a:pt x="11046" y="4524"/>
                    <a:pt x="11016" y="4464"/>
                    <a:pt x="10976" y="4392"/>
                  </a:cubicBezTo>
                  <a:cubicBezTo>
                    <a:pt x="10935" y="4322"/>
                    <a:pt x="10884" y="4281"/>
                    <a:pt x="10854" y="4250"/>
                  </a:cubicBezTo>
                  <a:cubicBezTo>
                    <a:pt x="10722" y="4119"/>
                    <a:pt x="10590" y="4007"/>
                    <a:pt x="10469" y="3885"/>
                  </a:cubicBezTo>
                  <a:lnTo>
                    <a:pt x="10377" y="3804"/>
                  </a:lnTo>
                  <a:lnTo>
                    <a:pt x="10367" y="3794"/>
                  </a:lnTo>
                  <a:cubicBezTo>
                    <a:pt x="10347" y="3733"/>
                    <a:pt x="10327" y="3652"/>
                    <a:pt x="10316" y="3571"/>
                  </a:cubicBezTo>
                  <a:lnTo>
                    <a:pt x="10266" y="3327"/>
                  </a:lnTo>
                  <a:cubicBezTo>
                    <a:pt x="10255" y="3256"/>
                    <a:pt x="10255" y="3185"/>
                    <a:pt x="10255" y="3104"/>
                  </a:cubicBezTo>
                  <a:cubicBezTo>
                    <a:pt x="10255" y="2789"/>
                    <a:pt x="10357" y="2445"/>
                    <a:pt x="10347" y="2049"/>
                  </a:cubicBezTo>
                  <a:cubicBezTo>
                    <a:pt x="10347" y="1856"/>
                    <a:pt x="10275" y="1664"/>
                    <a:pt x="10205" y="1502"/>
                  </a:cubicBezTo>
                  <a:cubicBezTo>
                    <a:pt x="10133" y="1339"/>
                    <a:pt x="10063" y="1197"/>
                    <a:pt x="10052" y="1035"/>
                  </a:cubicBezTo>
                  <a:cubicBezTo>
                    <a:pt x="10032" y="700"/>
                    <a:pt x="10073" y="345"/>
                    <a:pt x="10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349" name="Google Shape;55349;p67"/>
            <p:cNvGrpSpPr/>
            <p:nvPr/>
          </p:nvGrpSpPr>
          <p:grpSpPr>
            <a:xfrm>
              <a:off x="5938324" y="4612974"/>
              <a:ext cx="394995" cy="416980"/>
              <a:chOff x="2193097" y="745802"/>
              <a:chExt cx="104549" cy="110368"/>
            </a:xfrm>
          </p:grpSpPr>
          <p:sp>
            <p:nvSpPr>
              <p:cNvPr id="55350" name="Google Shape;55350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1" name="Google Shape;55351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2" name="Google Shape;55352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3" name="Google Shape;55353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4" name="Google Shape;55354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5" name="Google Shape;55355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6" name="Google Shape;55356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7" name="Google Shape;55357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8" name="Google Shape;55358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9" name="Google Shape;55359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0" name="Google Shape;55360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1" name="Google Shape;55361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2" name="Google Shape;55362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3" name="Google Shape;55363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64" name="Google Shape;55364;p67"/>
            <p:cNvGrpSpPr/>
            <p:nvPr/>
          </p:nvGrpSpPr>
          <p:grpSpPr>
            <a:xfrm>
              <a:off x="8540302" y="3583017"/>
              <a:ext cx="394995" cy="416980"/>
              <a:chOff x="2193097" y="745802"/>
              <a:chExt cx="104549" cy="110368"/>
            </a:xfrm>
          </p:grpSpPr>
          <p:sp>
            <p:nvSpPr>
              <p:cNvPr id="55365" name="Google Shape;55365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6" name="Google Shape;55366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7" name="Google Shape;55367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8" name="Google Shape;55368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9" name="Google Shape;55369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0" name="Google Shape;55370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1" name="Google Shape;55371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2" name="Google Shape;55372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3" name="Google Shape;55373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4" name="Google Shape;55374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5" name="Google Shape;55375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6" name="Google Shape;55376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7" name="Google Shape;55377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8" name="Google Shape;55378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79" name="Google Shape;55379;p67"/>
            <p:cNvGrpSpPr/>
            <p:nvPr/>
          </p:nvGrpSpPr>
          <p:grpSpPr>
            <a:xfrm>
              <a:off x="8218502" y="2828861"/>
              <a:ext cx="394995" cy="416980"/>
              <a:chOff x="2193097" y="745802"/>
              <a:chExt cx="104549" cy="110368"/>
            </a:xfrm>
          </p:grpSpPr>
          <p:sp>
            <p:nvSpPr>
              <p:cNvPr id="55380" name="Google Shape;55380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1" name="Google Shape;55381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2" name="Google Shape;55382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3" name="Google Shape;55383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4" name="Google Shape;55384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5" name="Google Shape;55385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6" name="Google Shape;55386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7" name="Google Shape;55387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8" name="Google Shape;55388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9" name="Google Shape;55389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0" name="Google Shape;55390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1" name="Google Shape;55391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2" name="Google Shape;55392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3" name="Google Shape;55393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94" name="Google Shape;55394;p67"/>
            <p:cNvGrpSpPr/>
            <p:nvPr/>
          </p:nvGrpSpPr>
          <p:grpSpPr>
            <a:xfrm>
              <a:off x="6505889" y="2581395"/>
              <a:ext cx="394995" cy="416980"/>
              <a:chOff x="2193097" y="745802"/>
              <a:chExt cx="104549" cy="110368"/>
            </a:xfrm>
          </p:grpSpPr>
          <p:sp>
            <p:nvSpPr>
              <p:cNvPr id="55395" name="Google Shape;55395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6" name="Google Shape;55396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7" name="Google Shape;55397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8" name="Google Shape;55398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9" name="Google Shape;55399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0" name="Google Shape;55400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1" name="Google Shape;55401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2" name="Google Shape;55402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3" name="Google Shape;55403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4" name="Google Shape;55404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5" name="Google Shape;55405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6" name="Google Shape;55406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7" name="Google Shape;55407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8" name="Google Shape;55408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09" name="Google Shape;55409;p67"/>
            <p:cNvGrpSpPr/>
            <p:nvPr/>
          </p:nvGrpSpPr>
          <p:grpSpPr>
            <a:xfrm>
              <a:off x="7056028" y="2258793"/>
              <a:ext cx="394995" cy="416980"/>
              <a:chOff x="2193097" y="745802"/>
              <a:chExt cx="104549" cy="110368"/>
            </a:xfrm>
          </p:grpSpPr>
          <p:sp>
            <p:nvSpPr>
              <p:cNvPr id="55410" name="Google Shape;55410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1" name="Google Shape;55411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2" name="Google Shape;55412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3" name="Google Shape;55413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4" name="Google Shape;55414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5" name="Google Shape;55415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6" name="Google Shape;55416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7" name="Google Shape;55417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8" name="Google Shape;55418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9" name="Google Shape;55419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0" name="Google Shape;55420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1" name="Google Shape;55421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2" name="Google Shape;55422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3" name="Google Shape;55423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24" name="Google Shape;55424;p67"/>
            <p:cNvGrpSpPr/>
            <p:nvPr/>
          </p:nvGrpSpPr>
          <p:grpSpPr>
            <a:xfrm>
              <a:off x="5993201" y="1618074"/>
              <a:ext cx="394995" cy="416980"/>
              <a:chOff x="2193097" y="745802"/>
              <a:chExt cx="104549" cy="110368"/>
            </a:xfrm>
          </p:grpSpPr>
          <p:sp>
            <p:nvSpPr>
              <p:cNvPr id="55425" name="Google Shape;55425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6" name="Google Shape;55426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7" name="Google Shape;55427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8" name="Google Shape;55428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9" name="Google Shape;55429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0" name="Google Shape;55430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1" name="Google Shape;55431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2" name="Google Shape;55432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3" name="Google Shape;55433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4" name="Google Shape;55434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5" name="Google Shape;55435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6" name="Google Shape;55436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7" name="Google Shape;55437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8" name="Google Shape;55438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39" name="Google Shape;55439;p67"/>
            <p:cNvGrpSpPr/>
            <p:nvPr/>
          </p:nvGrpSpPr>
          <p:grpSpPr>
            <a:xfrm>
              <a:off x="7663782" y="1471201"/>
              <a:ext cx="394995" cy="416980"/>
              <a:chOff x="2193097" y="745802"/>
              <a:chExt cx="104549" cy="110368"/>
            </a:xfrm>
          </p:grpSpPr>
          <p:sp>
            <p:nvSpPr>
              <p:cNvPr id="55440" name="Google Shape;55440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1" name="Google Shape;55441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2" name="Google Shape;55442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3" name="Google Shape;55443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4" name="Google Shape;55444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5" name="Google Shape;55445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6" name="Google Shape;55446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7" name="Google Shape;55447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8" name="Google Shape;55448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9" name="Google Shape;55449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0" name="Google Shape;55450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1" name="Google Shape;55451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2" name="Google Shape;55452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3" name="Google Shape;55453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54" name="Google Shape;55454;p67"/>
            <p:cNvGrpSpPr/>
            <p:nvPr/>
          </p:nvGrpSpPr>
          <p:grpSpPr>
            <a:xfrm>
              <a:off x="5954128" y="3572478"/>
              <a:ext cx="211914" cy="206327"/>
              <a:chOff x="2070280" y="1284575"/>
              <a:chExt cx="56090" cy="54611"/>
            </a:xfrm>
          </p:grpSpPr>
          <p:sp>
            <p:nvSpPr>
              <p:cNvPr id="55455" name="Google Shape;5545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6" name="Google Shape;5545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7" name="Google Shape;5545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8" name="Google Shape;5545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9" name="Google Shape;5545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0" name="Google Shape;5546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1" name="Google Shape;5546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2" name="Google Shape;5546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3" name="Google Shape;5546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4" name="Google Shape;5546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5" name="Google Shape;5546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6" name="Google Shape;5546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7" name="Google Shape;5546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8" name="Google Shape;5546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69" name="Google Shape;55469;p67"/>
            <p:cNvGrpSpPr/>
            <p:nvPr/>
          </p:nvGrpSpPr>
          <p:grpSpPr>
            <a:xfrm>
              <a:off x="6534350" y="3580129"/>
              <a:ext cx="211914" cy="206327"/>
              <a:chOff x="2070280" y="1284575"/>
              <a:chExt cx="56090" cy="54611"/>
            </a:xfrm>
          </p:grpSpPr>
          <p:sp>
            <p:nvSpPr>
              <p:cNvPr id="55470" name="Google Shape;5547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1" name="Google Shape;5547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2" name="Google Shape;5547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3" name="Google Shape;5547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4" name="Google Shape;5547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5" name="Google Shape;5547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6" name="Google Shape;5547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7" name="Google Shape;5547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8" name="Google Shape;5547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9" name="Google Shape;5547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0" name="Google Shape;5548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1" name="Google Shape;5548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2" name="Google Shape;5548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3" name="Google Shape;5548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84" name="Google Shape;55484;p67"/>
            <p:cNvGrpSpPr/>
            <p:nvPr/>
          </p:nvGrpSpPr>
          <p:grpSpPr>
            <a:xfrm>
              <a:off x="8074020" y="2455011"/>
              <a:ext cx="211914" cy="206327"/>
              <a:chOff x="2070280" y="1284575"/>
              <a:chExt cx="56090" cy="54611"/>
            </a:xfrm>
          </p:grpSpPr>
          <p:sp>
            <p:nvSpPr>
              <p:cNvPr id="55485" name="Google Shape;5548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6" name="Google Shape;5548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7" name="Google Shape;5548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8" name="Google Shape;5548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9" name="Google Shape;5548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0" name="Google Shape;5549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1" name="Google Shape;5549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2" name="Google Shape;5549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3" name="Google Shape;5549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4" name="Google Shape;5549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5" name="Google Shape;5549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6" name="Google Shape;5549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7" name="Google Shape;5549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8" name="Google Shape;5549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99" name="Google Shape;55499;p67"/>
            <p:cNvGrpSpPr/>
            <p:nvPr/>
          </p:nvGrpSpPr>
          <p:grpSpPr>
            <a:xfrm>
              <a:off x="7487470" y="2456522"/>
              <a:ext cx="211914" cy="206327"/>
              <a:chOff x="2070280" y="1284575"/>
              <a:chExt cx="56090" cy="54611"/>
            </a:xfrm>
          </p:grpSpPr>
          <p:sp>
            <p:nvSpPr>
              <p:cNvPr id="55500" name="Google Shape;5550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1" name="Google Shape;5550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2" name="Google Shape;5550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3" name="Google Shape;5550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4" name="Google Shape;5550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5" name="Google Shape;5550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6" name="Google Shape;5550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7" name="Google Shape;5550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8" name="Google Shape;5550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9" name="Google Shape;5550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0" name="Google Shape;5551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1" name="Google Shape;5551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2" name="Google Shape;5551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3" name="Google Shape;5551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14" name="Google Shape;55514;p67"/>
            <p:cNvGrpSpPr/>
            <p:nvPr/>
          </p:nvGrpSpPr>
          <p:grpSpPr>
            <a:xfrm>
              <a:off x="7489548" y="3231127"/>
              <a:ext cx="211914" cy="206327"/>
              <a:chOff x="2070280" y="1284575"/>
              <a:chExt cx="56090" cy="54611"/>
            </a:xfrm>
          </p:grpSpPr>
          <p:sp>
            <p:nvSpPr>
              <p:cNvPr id="55515" name="Google Shape;5551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6" name="Google Shape;5551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7" name="Google Shape;5551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8" name="Google Shape;5551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9" name="Google Shape;5551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0" name="Google Shape;5552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1" name="Google Shape;5552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2" name="Google Shape;5552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3" name="Google Shape;5552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4" name="Google Shape;5552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5" name="Google Shape;5552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6" name="Google Shape;5552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7" name="Google Shape;5552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8" name="Google Shape;5552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29" name="Google Shape;55529;p67"/>
            <p:cNvGrpSpPr/>
            <p:nvPr/>
          </p:nvGrpSpPr>
          <p:grpSpPr>
            <a:xfrm>
              <a:off x="8113643" y="3413420"/>
              <a:ext cx="211914" cy="206327"/>
              <a:chOff x="2070280" y="1284575"/>
              <a:chExt cx="56090" cy="54611"/>
            </a:xfrm>
          </p:grpSpPr>
          <p:sp>
            <p:nvSpPr>
              <p:cNvPr id="55530" name="Google Shape;5553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1" name="Google Shape;5553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2" name="Google Shape;5553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3" name="Google Shape;5553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4" name="Google Shape;5553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5" name="Google Shape;5553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6" name="Google Shape;5553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7" name="Google Shape;5553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8" name="Google Shape;5553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9" name="Google Shape;5553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0" name="Google Shape;5554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1" name="Google Shape;5554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2" name="Google Shape;5554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3" name="Google Shape;5554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44" name="Google Shape;55544;p67"/>
            <p:cNvGrpSpPr/>
            <p:nvPr/>
          </p:nvGrpSpPr>
          <p:grpSpPr>
            <a:xfrm>
              <a:off x="6535063" y="4058726"/>
              <a:ext cx="166522" cy="162029"/>
              <a:chOff x="2070280" y="1284575"/>
              <a:chExt cx="56090" cy="54611"/>
            </a:xfrm>
          </p:grpSpPr>
          <p:sp>
            <p:nvSpPr>
              <p:cNvPr id="55545" name="Google Shape;5554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6" name="Google Shape;5554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7" name="Google Shape;5554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8" name="Google Shape;5554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9" name="Google Shape;5554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0" name="Google Shape;5555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1" name="Google Shape;5555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2" name="Google Shape;5555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3" name="Google Shape;5555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4" name="Google Shape;5555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5" name="Google Shape;5555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6" name="Google Shape;5555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7" name="Google Shape;5555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8" name="Google Shape;5555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59" name="Google Shape;55559;p67"/>
            <p:cNvGrpSpPr/>
            <p:nvPr/>
          </p:nvGrpSpPr>
          <p:grpSpPr>
            <a:xfrm>
              <a:off x="6052552" y="4350585"/>
              <a:ext cx="166522" cy="162029"/>
              <a:chOff x="2070280" y="1284575"/>
              <a:chExt cx="56090" cy="54611"/>
            </a:xfrm>
          </p:grpSpPr>
          <p:sp>
            <p:nvSpPr>
              <p:cNvPr id="55560" name="Google Shape;5556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1" name="Google Shape;5556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2" name="Google Shape;5556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3" name="Google Shape;5556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4" name="Google Shape;5556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5" name="Google Shape;5556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6" name="Google Shape;5556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7" name="Google Shape;5556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8" name="Google Shape;5556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9" name="Google Shape;5556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0" name="Google Shape;5557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1" name="Google Shape;5557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2" name="Google Shape;5557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3" name="Google Shape;5557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74" name="Google Shape;55574;p67"/>
            <p:cNvGrpSpPr/>
            <p:nvPr/>
          </p:nvGrpSpPr>
          <p:grpSpPr>
            <a:xfrm>
              <a:off x="7103620" y="3710480"/>
              <a:ext cx="166522" cy="162029"/>
              <a:chOff x="2070280" y="1284575"/>
              <a:chExt cx="56090" cy="54611"/>
            </a:xfrm>
          </p:grpSpPr>
          <p:sp>
            <p:nvSpPr>
              <p:cNvPr id="55575" name="Google Shape;5557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6" name="Google Shape;5557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7" name="Google Shape;5557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8" name="Google Shape;5557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9" name="Google Shape;5557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0" name="Google Shape;5558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1" name="Google Shape;5558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2" name="Google Shape;5558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3" name="Google Shape;5558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4" name="Google Shape;5558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5" name="Google Shape;5558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6" name="Google Shape;5558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7" name="Google Shape;5558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8" name="Google Shape;5558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89" name="Google Shape;55589;p67"/>
            <p:cNvGrpSpPr/>
            <p:nvPr/>
          </p:nvGrpSpPr>
          <p:grpSpPr>
            <a:xfrm>
              <a:off x="7379468" y="3709583"/>
              <a:ext cx="166522" cy="162029"/>
              <a:chOff x="2070280" y="1284575"/>
              <a:chExt cx="56090" cy="54611"/>
            </a:xfrm>
          </p:grpSpPr>
          <p:sp>
            <p:nvSpPr>
              <p:cNvPr id="55590" name="Google Shape;5559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1" name="Google Shape;5559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2" name="Google Shape;5559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3" name="Google Shape;5559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4" name="Google Shape;5559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5" name="Google Shape;5559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6" name="Google Shape;5559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7" name="Google Shape;5559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8" name="Google Shape;5559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9" name="Google Shape;5559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0" name="Google Shape;5560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1" name="Google Shape;5560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2" name="Google Shape;5560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3" name="Google Shape;5560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04" name="Google Shape;55604;p67"/>
            <p:cNvGrpSpPr/>
            <p:nvPr/>
          </p:nvGrpSpPr>
          <p:grpSpPr>
            <a:xfrm>
              <a:off x="7742827" y="3454750"/>
              <a:ext cx="166522" cy="162029"/>
              <a:chOff x="2070280" y="1284575"/>
              <a:chExt cx="56090" cy="54611"/>
            </a:xfrm>
          </p:grpSpPr>
          <p:sp>
            <p:nvSpPr>
              <p:cNvPr id="55605" name="Google Shape;5560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6" name="Google Shape;5560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7" name="Google Shape;5560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8" name="Google Shape;5560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9" name="Google Shape;5560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0" name="Google Shape;5561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1" name="Google Shape;5561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2" name="Google Shape;5561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3" name="Google Shape;5561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4" name="Google Shape;5561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5" name="Google Shape;5561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6" name="Google Shape;5561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7" name="Google Shape;5561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8" name="Google Shape;5561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19" name="Google Shape;55619;p67"/>
            <p:cNvGrpSpPr/>
            <p:nvPr/>
          </p:nvGrpSpPr>
          <p:grpSpPr>
            <a:xfrm>
              <a:off x="8829125" y="3357747"/>
              <a:ext cx="166522" cy="162029"/>
              <a:chOff x="2070280" y="1284575"/>
              <a:chExt cx="56090" cy="54611"/>
            </a:xfrm>
          </p:grpSpPr>
          <p:sp>
            <p:nvSpPr>
              <p:cNvPr id="55620" name="Google Shape;5562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1" name="Google Shape;5562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2" name="Google Shape;5562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3" name="Google Shape;5562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4" name="Google Shape;5562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5" name="Google Shape;5562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6" name="Google Shape;5562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7" name="Google Shape;5562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8" name="Google Shape;5562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9" name="Google Shape;5562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0" name="Google Shape;5563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1" name="Google Shape;5563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2" name="Google Shape;5563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3" name="Google Shape;5563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34" name="Google Shape;55634;p67"/>
            <p:cNvGrpSpPr/>
            <p:nvPr/>
          </p:nvGrpSpPr>
          <p:grpSpPr>
            <a:xfrm>
              <a:off x="7894045" y="2819510"/>
              <a:ext cx="166522" cy="162029"/>
              <a:chOff x="2070280" y="1284575"/>
              <a:chExt cx="56090" cy="54611"/>
            </a:xfrm>
          </p:grpSpPr>
          <p:sp>
            <p:nvSpPr>
              <p:cNvPr id="55635" name="Google Shape;5563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6" name="Google Shape;5563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7" name="Google Shape;5563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8" name="Google Shape;5563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9" name="Google Shape;5563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0" name="Google Shape;5564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1" name="Google Shape;5564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2" name="Google Shape;5564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3" name="Google Shape;5564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4" name="Google Shape;5564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5" name="Google Shape;5564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6" name="Google Shape;5564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7" name="Google Shape;5564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8" name="Google Shape;5564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49" name="Google Shape;55649;p67"/>
            <p:cNvGrpSpPr/>
            <p:nvPr/>
          </p:nvGrpSpPr>
          <p:grpSpPr>
            <a:xfrm>
              <a:off x="6622904" y="1972365"/>
              <a:ext cx="166522" cy="162029"/>
              <a:chOff x="2070280" y="1284575"/>
              <a:chExt cx="56090" cy="54611"/>
            </a:xfrm>
          </p:grpSpPr>
          <p:sp>
            <p:nvSpPr>
              <p:cNvPr id="55650" name="Google Shape;5565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1" name="Google Shape;5565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2" name="Google Shape;5565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3" name="Google Shape;5565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4" name="Google Shape;5565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5" name="Google Shape;5565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6" name="Google Shape;5565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7" name="Google Shape;5565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8" name="Google Shape;5565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9" name="Google Shape;5565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0" name="Google Shape;5566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1" name="Google Shape;5566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2" name="Google Shape;5566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3" name="Google Shape;5566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64" name="Google Shape;55664;p67"/>
            <p:cNvGrpSpPr/>
            <p:nvPr/>
          </p:nvGrpSpPr>
          <p:grpSpPr>
            <a:xfrm>
              <a:off x="8267635" y="4468633"/>
              <a:ext cx="394995" cy="416980"/>
              <a:chOff x="2193097" y="745802"/>
              <a:chExt cx="104549" cy="110368"/>
            </a:xfrm>
          </p:grpSpPr>
          <p:sp>
            <p:nvSpPr>
              <p:cNvPr id="55665" name="Google Shape;55665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6" name="Google Shape;55666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7" name="Google Shape;55667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8" name="Google Shape;55668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9" name="Google Shape;55669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0" name="Google Shape;55670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1" name="Google Shape;55671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2" name="Google Shape;55672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3" name="Google Shape;55673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4" name="Google Shape;55674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5" name="Google Shape;55675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6" name="Google Shape;55676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7" name="Google Shape;55677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8" name="Google Shape;55678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79" name="Google Shape;55679;p67"/>
            <p:cNvGrpSpPr/>
            <p:nvPr/>
          </p:nvGrpSpPr>
          <p:grpSpPr>
            <a:xfrm>
              <a:off x="5246471" y="4000007"/>
              <a:ext cx="211914" cy="206327"/>
              <a:chOff x="2070280" y="1284575"/>
              <a:chExt cx="56090" cy="54611"/>
            </a:xfrm>
          </p:grpSpPr>
          <p:sp>
            <p:nvSpPr>
              <p:cNvPr id="55680" name="Google Shape;5568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1" name="Google Shape;5568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2" name="Google Shape;5568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3" name="Google Shape;5568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4" name="Google Shape;5568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5" name="Google Shape;5568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6" name="Google Shape;5568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7" name="Google Shape;5568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8" name="Google Shape;5568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9" name="Google Shape;5568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0" name="Google Shape;5569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1" name="Google Shape;5569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2" name="Google Shape;5569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3" name="Google Shape;5569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94" name="Google Shape;55694;p67"/>
            <p:cNvGrpSpPr/>
            <p:nvPr/>
          </p:nvGrpSpPr>
          <p:grpSpPr>
            <a:xfrm>
              <a:off x="7337514" y="4596107"/>
              <a:ext cx="166520" cy="162027"/>
              <a:chOff x="2070280" y="1284575"/>
              <a:chExt cx="56090" cy="54611"/>
            </a:xfrm>
          </p:grpSpPr>
          <p:sp>
            <p:nvSpPr>
              <p:cNvPr id="55695" name="Google Shape;55695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6" name="Google Shape;55696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7" name="Google Shape;55697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8" name="Google Shape;55698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9" name="Google Shape;55699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0" name="Google Shape;55700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1" name="Google Shape;55701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2" name="Google Shape;55702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3" name="Google Shape;55703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4" name="Google Shape;55704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5" name="Google Shape;55705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6" name="Google Shape;55706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7" name="Google Shape;55707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8" name="Google Shape;55708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09" name="Google Shape;55709;p67"/>
            <p:cNvGrpSpPr/>
            <p:nvPr/>
          </p:nvGrpSpPr>
          <p:grpSpPr>
            <a:xfrm>
              <a:off x="6980021" y="1099332"/>
              <a:ext cx="211914" cy="206327"/>
              <a:chOff x="2070280" y="1284575"/>
              <a:chExt cx="56090" cy="54611"/>
            </a:xfrm>
          </p:grpSpPr>
          <p:sp>
            <p:nvSpPr>
              <p:cNvPr id="55710" name="Google Shape;5571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1" name="Google Shape;5571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2" name="Google Shape;5571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3" name="Google Shape;5571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4" name="Google Shape;5571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5" name="Google Shape;5571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6" name="Google Shape;5571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7" name="Google Shape;5571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8" name="Google Shape;5571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9" name="Google Shape;5571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0" name="Google Shape;5572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1" name="Google Shape;5572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2" name="Google Shape;5572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3" name="Google Shape;5572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24" name="Google Shape;55724;p67"/>
            <p:cNvGrpSpPr/>
            <p:nvPr/>
          </p:nvGrpSpPr>
          <p:grpSpPr>
            <a:xfrm>
              <a:off x="5771060" y="419833"/>
              <a:ext cx="394995" cy="416980"/>
              <a:chOff x="2193097" y="745802"/>
              <a:chExt cx="104549" cy="110368"/>
            </a:xfrm>
          </p:grpSpPr>
          <p:sp>
            <p:nvSpPr>
              <p:cNvPr id="55725" name="Google Shape;55725;p67"/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6" name="Google Shape;55726;p67"/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7" name="Google Shape;55727;p67"/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8" name="Google Shape;55728;p67"/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9" name="Google Shape;55729;p67"/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0" name="Google Shape;55730;p67"/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1" name="Google Shape;55731;p67"/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2" name="Google Shape;55732;p67"/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3" name="Google Shape;55733;p67"/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4" name="Google Shape;55734;p67"/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5" name="Google Shape;55735;p67"/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6" name="Google Shape;55736;p67"/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7" name="Google Shape;55737;p67"/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8" name="Google Shape;55738;p67"/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39" name="Google Shape;55739;p67"/>
            <p:cNvGrpSpPr/>
            <p:nvPr/>
          </p:nvGrpSpPr>
          <p:grpSpPr>
            <a:xfrm>
              <a:off x="4403050" y="4512591"/>
              <a:ext cx="337864" cy="328974"/>
              <a:chOff x="2070280" y="1284575"/>
              <a:chExt cx="56090" cy="54611"/>
            </a:xfrm>
          </p:grpSpPr>
          <p:sp>
            <p:nvSpPr>
              <p:cNvPr id="55740" name="Google Shape;55740;p67"/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1" name="Google Shape;55741;p67"/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2" name="Google Shape;55742;p67"/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3" name="Google Shape;55743;p67"/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4" name="Google Shape;55744;p67"/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5" name="Google Shape;55745;p67"/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6" name="Google Shape;55746;p67"/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7" name="Google Shape;55747;p67"/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8" name="Google Shape;55748;p67"/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9" name="Google Shape;55749;p67"/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0" name="Google Shape;55750;p67"/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1" name="Google Shape;55751;p67"/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2" name="Google Shape;55752;p67"/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3" name="Google Shape;55753;p67"/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/>
                                        <p:tgtEl>
                                          <p:spTgt spid="55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/>
                                        <p:tgtEl>
                                          <p:spTgt spid="55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298">
          <a:extLst>
            <a:ext uri="{FF2B5EF4-FFF2-40B4-BE49-F238E27FC236}">
              <a16:creationId xmlns:a16="http://schemas.microsoft.com/office/drawing/2014/main" id="{B8F9CBD2-223C-9230-C0DE-E3F58496E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301" name="Google Shape;55301;p67">
            <a:extLst>
              <a:ext uri="{FF2B5EF4-FFF2-40B4-BE49-F238E27FC236}">
                <a16:creationId xmlns:a16="http://schemas.microsoft.com/office/drawing/2014/main" id="{D5AE0895-87E1-E50B-59E3-72A1CF055E40}"/>
              </a:ext>
            </a:extLst>
          </p:cNvPr>
          <p:cNvGrpSpPr/>
          <p:nvPr/>
        </p:nvGrpSpPr>
        <p:grpSpPr>
          <a:xfrm>
            <a:off x="294336" y="183338"/>
            <a:ext cx="1479428" cy="1153423"/>
            <a:chOff x="294336" y="183338"/>
            <a:chExt cx="1479428" cy="1153423"/>
          </a:xfrm>
        </p:grpSpPr>
        <p:grpSp>
          <p:nvGrpSpPr>
            <p:cNvPr id="55302" name="Google Shape;55302;p67">
              <a:extLst>
                <a:ext uri="{FF2B5EF4-FFF2-40B4-BE49-F238E27FC236}">
                  <a16:creationId xmlns:a16="http://schemas.microsoft.com/office/drawing/2014/main" id="{8D862BDE-A36D-7802-7126-C1729ABB4A27}"/>
                </a:ext>
              </a:extLst>
            </p:cNvPr>
            <p:cNvGrpSpPr/>
            <p:nvPr/>
          </p:nvGrpSpPr>
          <p:grpSpPr>
            <a:xfrm rot="-2852408">
              <a:off x="1289128" y="261298"/>
              <a:ext cx="394996" cy="416980"/>
              <a:chOff x="2193097" y="745802"/>
              <a:chExt cx="104549" cy="110368"/>
            </a:xfrm>
          </p:grpSpPr>
          <p:sp>
            <p:nvSpPr>
              <p:cNvPr id="55303" name="Google Shape;55303;p67">
                <a:extLst>
                  <a:ext uri="{FF2B5EF4-FFF2-40B4-BE49-F238E27FC236}">
                    <a16:creationId xmlns:a16="http://schemas.microsoft.com/office/drawing/2014/main" id="{1D860B4E-6015-C5B9-1952-F5D440342CC1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4" name="Google Shape;55304;p67">
                <a:extLst>
                  <a:ext uri="{FF2B5EF4-FFF2-40B4-BE49-F238E27FC236}">
                    <a16:creationId xmlns:a16="http://schemas.microsoft.com/office/drawing/2014/main" id="{ACBC6A80-24F3-1E6E-C112-0EB6D45680DB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5" name="Google Shape;55305;p67">
                <a:extLst>
                  <a:ext uri="{FF2B5EF4-FFF2-40B4-BE49-F238E27FC236}">
                    <a16:creationId xmlns:a16="http://schemas.microsoft.com/office/drawing/2014/main" id="{D6078525-9FE4-6FF7-F05A-B8AA30EDE7D8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6" name="Google Shape;55306;p67">
                <a:extLst>
                  <a:ext uri="{FF2B5EF4-FFF2-40B4-BE49-F238E27FC236}">
                    <a16:creationId xmlns:a16="http://schemas.microsoft.com/office/drawing/2014/main" id="{E329DE26-B098-83D4-9DB8-E96A874A3787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7" name="Google Shape;55307;p67">
                <a:extLst>
                  <a:ext uri="{FF2B5EF4-FFF2-40B4-BE49-F238E27FC236}">
                    <a16:creationId xmlns:a16="http://schemas.microsoft.com/office/drawing/2014/main" id="{DCC57F25-7795-6C21-A570-7BE3FD2FB99F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8" name="Google Shape;55308;p67">
                <a:extLst>
                  <a:ext uri="{FF2B5EF4-FFF2-40B4-BE49-F238E27FC236}">
                    <a16:creationId xmlns:a16="http://schemas.microsoft.com/office/drawing/2014/main" id="{22D2BEF2-282A-1B3C-1A0C-41C36F1260D3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9" name="Google Shape;55309;p67">
                <a:extLst>
                  <a:ext uri="{FF2B5EF4-FFF2-40B4-BE49-F238E27FC236}">
                    <a16:creationId xmlns:a16="http://schemas.microsoft.com/office/drawing/2014/main" id="{798F14A1-F253-83C6-99C8-AA4950678726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0" name="Google Shape;55310;p67">
                <a:extLst>
                  <a:ext uri="{FF2B5EF4-FFF2-40B4-BE49-F238E27FC236}">
                    <a16:creationId xmlns:a16="http://schemas.microsoft.com/office/drawing/2014/main" id="{FF6C85C6-1007-1040-3643-A6143B60A84A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1" name="Google Shape;55311;p67">
                <a:extLst>
                  <a:ext uri="{FF2B5EF4-FFF2-40B4-BE49-F238E27FC236}">
                    <a16:creationId xmlns:a16="http://schemas.microsoft.com/office/drawing/2014/main" id="{D549FFCC-F0AC-A9FE-CD2D-B4EB1E7A0019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2" name="Google Shape;55312;p67">
                <a:extLst>
                  <a:ext uri="{FF2B5EF4-FFF2-40B4-BE49-F238E27FC236}">
                    <a16:creationId xmlns:a16="http://schemas.microsoft.com/office/drawing/2014/main" id="{2B761D16-CCFC-4FBE-4B0C-049C033A7A4E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3" name="Google Shape;55313;p67">
                <a:extLst>
                  <a:ext uri="{FF2B5EF4-FFF2-40B4-BE49-F238E27FC236}">
                    <a16:creationId xmlns:a16="http://schemas.microsoft.com/office/drawing/2014/main" id="{AC017C56-C28B-4D4A-86DC-1E077240AA02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4" name="Google Shape;55314;p67">
                <a:extLst>
                  <a:ext uri="{FF2B5EF4-FFF2-40B4-BE49-F238E27FC236}">
                    <a16:creationId xmlns:a16="http://schemas.microsoft.com/office/drawing/2014/main" id="{5C576369-0436-3FE2-6475-E179FF5D0B5D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5" name="Google Shape;55315;p67">
                <a:extLst>
                  <a:ext uri="{FF2B5EF4-FFF2-40B4-BE49-F238E27FC236}">
                    <a16:creationId xmlns:a16="http://schemas.microsoft.com/office/drawing/2014/main" id="{18B40D2E-0B73-3049-A21D-F4D3BC65D472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6" name="Google Shape;55316;p67">
                <a:extLst>
                  <a:ext uri="{FF2B5EF4-FFF2-40B4-BE49-F238E27FC236}">
                    <a16:creationId xmlns:a16="http://schemas.microsoft.com/office/drawing/2014/main" id="{7E64E6E6-8256-C9CE-B28C-524C020C744C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17" name="Google Shape;55317;p67">
              <a:extLst>
                <a:ext uri="{FF2B5EF4-FFF2-40B4-BE49-F238E27FC236}">
                  <a16:creationId xmlns:a16="http://schemas.microsoft.com/office/drawing/2014/main" id="{2FD37BE8-E951-7917-E75A-51F15D1F4592}"/>
                </a:ext>
              </a:extLst>
            </p:cNvPr>
            <p:cNvGrpSpPr/>
            <p:nvPr/>
          </p:nvGrpSpPr>
          <p:grpSpPr>
            <a:xfrm rot="-2852382">
              <a:off x="875935" y="1001042"/>
              <a:ext cx="283466" cy="275994"/>
              <a:chOff x="2070280" y="1284575"/>
              <a:chExt cx="56090" cy="54611"/>
            </a:xfrm>
          </p:grpSpPr>
          <p:sp>
            <p:nvSpPr>
              <p:cNvPr id="55318" name="Google Shape;55318;p67">
                <a:extLst>
                  <a:ext uri="{FF2B5EF4-FFF2-40B4-BE49-F238E27FC236}">
                    <a16:creationId xmlns:a16="http://schemas.microsoft.com/office/drawing/2014/main" id="{56576C6D-C422-B40A-2BE7-B7AAD8D11749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9" name="Google Shape;55319;p67">
                <a:extLst>
                  <a:ext uri="{FF2B5EF4-FFF2-40B4-BE49-F238E27FC236}">
                    <a16:creationId xmlns:a16="http://schemas.microsoft.com/office/drawing/2014/main" id="{4497A945-047D-8B52-56ED-C87D1E017C39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0" name="Google Shape;55320;p67">
                <a:extLst>
                  <a:ext uri="{FF2B5EF4-FFF2-40B4-BE49-F238E27FC236}">
                    <a16:creationId xmlns:a16="http://schemas.microsoft.com/office/drawing/2014/main" id="{9A70877B-CAED-8B9A-893E-EBA471E10C29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1" name="Google Shape;55321;p67">
                <a:extLst>
                  <a:ext uri="{FF2B5EF4-FFF2-40B4-BE49-F238E27FC236}">
                    <a16:creationId xmlns:a16="http://schemas.microsoft.com/office/drawing/2014/main" id="{1DAB850C-9ADE-FF15-E1E2-BE1C90A4BDD9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2" name="Google Shape;55322;p67">
                <a:extLst>
                  <a:ext uri="{FF2B5EF4-FFF2-40B4-BE49-F238E27FC236}">
                    <a16:creationId xmlns:a16="http://schemas.microsoft.com/office/drawing/2014/main" id="{164AD3AA-2283-1212-EE60-A9748A9324B5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3" name="Google Shape;55323;p67">
                <a:extLst>
                  <a:ext uri="{FF2B5EF4-FFF2-40B4-BE49-F238E27FC236}">
                    <a16:creationId xmlns:a16="http://schemas.microsoft.com/office/drawing/2014/main" id="{8D89FCC6-5737-3DEF-E530-80220020F26A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4" name="Google Shape;55324;p67">
                <a:extLst>
                  <a:ext uri="{FF2B5EF4-FFF2-40B4-BE49-F238E27FC236}">
                    <a16:creationId xmlns:a16="http://schemas.microsoft.com/office/drawing/2014/main" id="{E8EF0AD8-6FC0-E18D-018F-9BC5A033A1A1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5" name="Google Shape;55325;p67">
                <a:extLst>
                  <a:ext uri="{FF2B5EF4-FFF2-40B4-BE49-F238E27FC236}">
                    <a16:creationId xmlns:a16="http://schemas.microsoft.com/office/drawing/2014/main" id="{46763C5D-CF05-7E2A-4F7F-EEA2B7017AAD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6" name="Google Shape;55326;p67">
                <a:extLst>
                  <a:ext uri="{FF2B5EF4-FFF2-40B4-BE49-F238E27FC236}">
                    <a16:creationId xmlns:a16="http://schemas.microsoft.com/office/drawing/2014/main" id="{D9BFE8A4-13AD-4C59-6C05-C0179A1CEB03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7" name="Google Shape;55327;p67">
                <a:extLst>
                  <a:ext uri="{FF2B5EF4-FFF2-40B4-BE49-F238E27FC236}">
                    <a16:creationId xmlns:a16="http://schemas.microsoft.com/office/drawing/2014/main" id="{1C0D4F86-F8B9-9F56-E490-4C8626C8C432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8" name="Google Shape;55328;p67">
                <a:extLst>
                  <a:ext uri="{FF2B5EF4-FFF2-40B4-BE49-F238E27FC236}">
                    <a16:creationId xmlns:a16="http://schemas.microsoft.com/office/drawing/2014/main" id="{88C2B060-524E-A0F1-037E-B91E820FB0CC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9" name="Google Shape;55329;p67">
                <a:extLst>
                  <a:ext uri="{FF2B5EF4-FFF2-40B4-BE49-F238E27FC236}">
                    <a16:creationId xmlns:a16="http://schemas.microsoft.com/office/drawing/2014/main" id="{FD4962FE-2D93-6660-522B-573F25161ABA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0" name="Google Shape;55330;p67">
                <a:extLst>
                  <a:ext uri="{FF2B5EF4-FFF2-40B4-BE49-F238E27FC236}">
                    <a16:creationId xmlns:a16="http://schemas.microsoft.com/office/drawing/2014/main" id="{9A87CF08-320A-9302-BD3D-40C6FBDDFE22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1" name="Google Shape;55331;p67">
                <a:extLst>
                  <a:ext uri="{FF2B5EF4-FFF2-40B4-BE49-F238E27FC236}">
                    <a16:creationId xmlns:a16="http://schemas.microsoft.com/office/drawing/2014/main" id="{B815572A-71CF-B042-A9BF-7754BD5D444B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32" name="Google Shape;55332;p67">
              <a:extLst>
                <a:ext uri="{FF2B5EF4-FFF2-40B4-BE49-F238E27FC236}">
                  <a16:creationId xmlns:a16="http://schemas.microsoft.com/office/drawing/2014/main" id="{DAA1025D-9181-5A5F-649E-6967EDAF095E}"/>
                </a:ext>
              </a:extLst>
            </p:cNvPr>
            <p:cNvGrpSpPr/>
            <p:nvPr/>
          </p:nvGrpSpPr>
          <p:grpSpPr>
            <a:xfrm rot="-2852510">
              <a:off x="327050" y="526511"/>
              <a:ext cx="166520" cy="162030"/>
              <a:chOff x="2070280" y="1284575"/>
              <a:chExt cx="56090" cy="54611"/>
            </a:xfrm>
          </p:grpSpPr>
          <p:sp>
            <p:nvSpPr>
              <p:cNvPr id="55333" name="Google Shape;55333;p67">
                <a:extLst>
                  <a:ext uri="{FF2B5EF4-FFF2-40B4-BE49-F238E27FC236}">
                    <a16:creationId xmlns:a16="http://schemas.microsoft.com/office/drawing/2014/main" id="{F59E40E4-1BF4-3E5E-6374-4D398F6DFF26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4" name="Google Shape;55334;p67">
                <a:extLst>
                  <a:ext uri="{FF2B5EF4-FFF2-40B4-BE49-F238E27FC236}">
                    <a16:creationId xmlns:a16="http://schemas.microsoft.com/office/drawing/2014/main" id="{A76D807B-3943-94F4-8A31-A6FF866FFA87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5" name="Google Shape;55335;p67">
                <a:extLst>
                  <a:ext uri="{FF2B5EF4-FFF2-40B4-BE49-F238E27FC236}">
                    <a16:creationId xmlns:a16="http://schemas.microsoft.com/office/drawing/2014/main" id="{7FCF89D7-207E-6B18-125A-323864A14179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6" name="Google Shape;55336;p67">
                <a:extLst>
                  <a:ext uri="{FF2B5EF4-FFF2-40B4-BE49-F238E27FC236}">
                    <a16:creationId xmlns:a16="http://schemas.microsoft.com/office/drawing/2014/main" id="{7D38C243-9011-698D-F690-FBE27E9AD8AB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7" name="Google Shape;55337;p67">
                <a:extLst>
                  <a:ext uri="{FF2B5EF4-FFF2-40B4-BE49-F238E27FC236}">
                    <a16:creationId xmlns:a16="http://schemas.microsoft.com/office/drawing/2014/main" id="{A6324702-ADFA-631A-A473-4BC0CC9A4A43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8" name="Google Shape;55338;p67">
                <a:extLst>
                  <a:ext uri="{FF2B5EF4-FFF2-40B4-BE49-F238E27FC236}">
                    <a16:creationId xmlns:a16="http://schemas.microsoft.com/office/drawing/2014/main" id="{C21A2441-E4FE-9FA8-B9C4-7F2264874DB6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9" name="Google Shape;55339;p67">
                <a:extLst>
                  <a:ext uri="{FF2B5EF4-FFF2-40B4-BE49-F238E27FC236}">
                    <a16:creationId xmlns:a16="http://schemas.microsoft.com/office/drawing/2014/main" id="{9F9B75B2-B846-E665-C98E-9419F57C0912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0" name="Google Shape;55340;p67">
                <a:extLst>
                  <a:ext uri="{FF2B5EF4-FFF2-40B4-BE49-F238E27FC236}">
                    <a16:creationId xmlns:a16="http://schemas.microsoft.com/office/drawing/2014/main" id="{2F5CFC11-E651-4889-0470-3A303672C18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1" name="Google Shape;55341;p67">
                <a:extLst>
                  <a:ext uri="{FF2B5EF4-FFF2-40B4-BE49-F238E27FC236}">
                    <a16:creationId xmlns:a16="http://schemas.microsoft.com/office/drawing/2014/main" id="{65721609-8F33-29A8-6853-F7E03BDA6201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2" name="Google Shape;55342;p67">
                <a:extLst>
                  <a:ext uri="{FF2B5EF4-FFF2-40B4-BE49-F238E27FC236}">
                    <a16:creationId xmlns:a16="http://schemas.microsoft.com/office/drawing/2014/main" id="{17E780FF-2B26-9C57-66D2-9BE940F72D74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3" name="Google Shape;55343;p67">
                <a:extLst>
                  <a:ext uri="{FF2B5EF4-FFF2-40B4-BE49-F238E27FC236}">
                    <a16:creationId xmlns:a16="http://schemas.microsoft.com/office/drawing/2014/main" id="{5FB25E80-B1E2-FA6A-51AF-AADD1D000CE1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4" name="Google Shape;55344;p67">
                <a:extLst>
                  <a:ext uri="{FF2B5EF4-FFF2-40B4-BE49-F238E27FC236}">
                    <a16:creationId xmlns:a16="http://schemas.microsoft.com/office/drawing/2014/main" id="{D0887C4C-69A0-4174-5673-232A53865660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5" name="Google Shape;55345;p67">
                <a:extLst>
                  <a:ext uri="{FF2B5EF4-FFF2-40B4-BE49-F238E27FC236}">
                    <a16:creationId xmlns:a16="http://schemas.microsoft.com/office/drawing/2014/main" id="{41887410-2DFA-219B-B036-BBEBCBB12CED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6" name="Google Shape;55346;p67">
                <a:extLst>
                  <a:ext uri="{FF2B5EF4-FFF2-40B4-BE49-F238E27FC236}">
                    <a16:creationId xmlns:a16="http://schemas.microsoft.com/office/drawing/2014/main" id="{6DAF2F32-E480-D635-8796-EC665BC2B13B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347" name="Google Shape;55347;p67">
            <a:extLst>
              <a:ext uri="{FF2B5EF4-FFF2-40B4-BE49-F238E27FC236}">
                <a16:creationId xmlns:a16="http://schemas.microsoft.com/office/drawing/2014/main" id="{8DE1D84F-B8DE-A8A5-0C5A-951C0CF58ACB}"/>
              </a:ext>
            </a:extLst>
          </p:cNvPr>
          <p:cNvGrpSpPr/>
          <p:nvPr/>
        </p:nvGrpSpPr>
        <p:grpSpPr>
          <a:xfrm>
            <a:off x="4403050" y="267433"/>
            <a:ext cx="5045707" cy="4610121"/>
            <a:chOff x="4403050" y="419833"/>
            <a:chExt cx="5045707" cy="4610121"/>
          </a:xfrm>
        </p:grpSpPr>
        <p:sp>
          <p:nvSpPr>
            <p:cNvPr id="55348" name="Google Shape;55348;p67">
              <a:extLst>
                <a:ext uri="{FF2B5EF4-FFF2-40B4-BE49-F238E27FC236}">
                  <a16:creationId xmlns:a16="http://schemas.microsoft.com/office/drawing/2014/main" id="{09988CB1-7C1D-78CF-3050-155337D46885}"/>
                </a:ext>
              </a:extLst>
            </p:cNvPr>
            <p:cNvSpPr/>
            <p:nvPr/>
          </p:nvSpPr>
          <p:spPr>
            <a:xfrm>
              <a:off x="6025185" y="1538658"/>
              <a:ext cx="3423572" cy="3401588"/>
            </a:xfrm>
            <a:custGeom>
              <a:avLst/>
              <a:gdLst/>
              <a:ahLst/>
              <a:cxnLst/>
              <a:rect l="l" t="t" r="r" b="b"/>
              <a:pathLst>
                <a:path w="18999" h="18877" extrusionOk="0">
                  <a:moveTo>
                    <a:pt x="10380" y="3814"/>
                  </a:moveTo>
                  <a:cubicBezTo>
                    <a:pt x="10381" y="3814"/>
                    <a:pt x="10384" y="3814"/>
                    <a:pt x="10387" y="3814"/>
                  </a:cubicBezTo>
                  <a:lnTo>
                    <a:pt x="10387" y="3824"/>
                  </a:lnTo>
                  <a:cubicBezTo>
                    <a:pt x="10387" y="3824"/>
                    <a:pt x="10383" y="3820"/>
                    <a:pt x="10380" y="3814"/>
                  </a:cubicBezTo>
                  <a:close/>
                  <a:moveTo>
                    <a:pt x="13938" y="9251"/>
                  </a:moveTo>
                  <a:lnTo>
                    <a:pt x="13938" y="9251"/>
                  </a:lnTo>
                  <a:cubicBezTo>
                    <a:pt x="13947" y="9261"/>
                    <a:pt x="13968" y="9272"/>
                    <a:pt x="13978" y="9292"/>
                  </a:cubicBezTo>
                  <a:lnTo>
                    <a:pt x="13958" y="9272"/>
                  </a:lnTo>
                  <a:lnTo>
                    <a:pt x="13938" y="9251"/>
                  </a:lnTo>
                  <a:close/>
                  <a:moveTo>
                    <a:pt x="10133" y="0"/>
                  </a:moveTo>
                  <a:lnTo>
                    <a:pt x="10133" y="0"/>
                  </a:lnTo>
                  <a:cubicBezTo>
                    <a:pt x="10032" y="335"/>
                    <a:pt x="9941" y="680"/>
                    <a:pt x="9910" y="1035"/>
                  </a:cubicBezTo>
                  <a:cubicBezTo>
                    <a:pt x="9901" y="1227"/>
                    <a:pt x="9961" y="1421"/>
                    <a:pt x="10012" y="1583"/>
                  </a:cubicBezTo>
                  <a:cubicBezTo>
                    <a:pt x="10063" y="1745"/>
                    <a:pt x="10083" y="1897"/>
                    <a:pt x="10073" y="2049"/>
                  </a:cubicBezTo>
                  <a:cubicBezTo>
                    <a:pt x="10043" y="2363"/>
                    <a:pt x="9901" y="2688"/>
                    <a:pt x="9840" y="3064"/>
                  </a:cubicBezTo>
                  <a:cubicBezTo>
                    <a:pt x="9819" y="3165"/>
                    <a:pt x="9819" y="3256"/>
                    <a:pt x="9819" y="3368"/>
                  </a:cubicBezTo>
                  <a:lnTo>
                    <a:pt x="9829" y="3642"/>
                  </a:lnTo>
                  <a:cubicBezTo>
                    <a:pt x="9840" y="3733"/>
                    <a:pt x="9849" y="3824"/>
                    <a:pt x="9870" y="3926"/>
                  </a:cubicBezTo>
                  <a:cubicBezTo>
                    <a:pt x="9870" y="3956"/>
                    <a:pt x="9880" y="3986"/>
                    <a:pt x="9890" y="4027"/>
                  </a:cubicBezTo>
                  <a:cubicBezTo>
                    <a:pt x="9901" y="4047"/>
                    <a:pt x="9910" y="4058"/>
                    <a:pt x="9921" y="4088"/>
                  </a:cubicBezTo>
                  <a:cubicBezTo>
                    <a:pt x="9931" y="4108"/>
                    <a:pt x="9941" y="4128"/>
                    <a:pt x="9951" y="4139"/>
                  </a:cubicBezTo>
                  <a:lnTo>
                    <a:pt x="9971" y="4159"/>
                  </a:lnTo>
                  <a:lnTo>
                    <a:pt x="10052" y="4270"/>
                  </a:lnTo>
                  <a:cubicBezTo>
                    <a:pt x="10174" y="4412"/>
                    <a:pt x="10286" y="4545"/>
                    <a:pt x="10387" y="4666"/>
                  </a:cubicBezTo>
                  <a:cubicBezTo>
                    <a:pt x="10438" y="4748"/>
                    <a:pt x="10417" y="4717"/>
                    <a:pt x="10438" y="4798"/>
                  </a:cubicBezTo>
                  <a:lnTo>
                    <a:pt x="10469" y="4910"/>
                  </a:lnTo>
                  <a:lnTo>
                    <a:pt x="10499" y="5032"/>
                  </a:lnTo>
                  <a:cubicBezTo>
                    <a:pt x="10519" y="5113"/>
                    <a:pt x="10529" y="5183"/>
                    <a:pt x="10550" y="5264"/>
                  </a:cubicBezTo>
                  <a:cubicBezTo>
                    <a:pt x="10559" y="5356"/>
                    <a:pt x="10580" y="5467"/>
                    <a:pt x="10620" y="5569"/>
                  </a:cubicBezTo>
                  <a:cubicBezTo>
                    <a:pt x="10681" y="5762"/>
                    <a:pt x="10762" y="5934"/>
                    <a:pt x="10823" y="6096"/>
                  </a:cubicBezTo>
                  <a:cubicBezTo>
                    <a:pt x="10762" y="6066"/>
                    <a:pt x="10692" y="6035"/>
                    <a:pt x="10620" y="6015"/>
                  </a:cubicBezTo>
                  <a:lnTo>
                    <a:pt x="10367" y="5944"/>
                  </a:lnTo>
                  <a:cubicBezTo>
                    <a:pt x="10286" y="5914"/>
                    <a:pt x="10205" y="5904"/>
                    <a:pt x="10113" y="5893"/>
                  </a:cubicBezTo>
                  <a:lnTo>
                    <a:pt x="9860" y="5853"/>
                  </a:lnTo>
                  <a:lnTo>
                    <a:pt x="9637" y="5843"/>
                  </a:lnTo>
                  <a:cubicBezTo>
                    <a:pt x="9434" y="5681"/>
                    <a:pt x="9231" y="5559"/>
                    <a:pt x="9028" y="5467"/>
                  </a:cubicBezTo>
                  <a:cubicBezTo>
                    <a:pt x="8815" y="5376"/>
                    <a:pt x="8612" y="5295"/>
                    <a:pt x="8409" y="5194"/>
                  </a:cubicBezTo>
                  <a:lnTo>
                    <a:pt x="8409" y="5194"/>
                  </a:lnTo>
                  <a:cubicBezTo>
                    <a:pt x="8450" y="5417"/>
                    <a:pt x="8521" y="5640"/>
                    <a:pt x="8562" y="5863"/>
                  </a:cubicBezTo>
                  <a:lnTo>
                    <a:pt x="8510" y="5863"/>
                  </a:lnTo>
                  <a:cubicBezTo>
                    <a:pt x="7973" y="5863"/>
                    <a:pt x="7456" y="5812"/>
                    <a:pt x="7040" y="5600"/>
                  </a:cubicBezTo>
                  <a:cubicBezTo>
                    <a:pt x="6928" y="5539"/>
                    <a:pt x="6837" y="5478"/>
                    <a:pt x="6746" y="5406"/>
                  </a:cubicBezTo>
                  <a:cubicBezTo>
                    <a:pt x="6695" y="5376"/>
                    <a:pt x="6655" y="5325"/>
                    <a:pt x="6603" y="5285"/>
                  </a:cubicBezTo>
                  <a:cubicBezTo>
                    <a:pt x="6563" y="5244"/>
                    <a:pt x="6502" y="5194"/>
                    <a:pt x="6452" y="5143"/>
                  </a:cubicBezTo>
                  <a:lnTo>
                    <a:pt x="5843" y="4534"/>
                  </a:lnTo>
                  <a:cubicBezTo>
                    <a:pt x="5427" y="4119"/>
                    <a:pt x="4991" y="3702"/>
                    <a:pt x="4484" y="3368"/>
                  </a:cubicBezTo>
                  <a:cubicBezTo>
                    <a:pt x="4230" y="3206"/>
                    <a:pt x="3956" y="3064"/>
                    <a:pt x="3672" y="2952"/>
                  </a:cubicBezTo>
                  <a:cubicBezTo>
                    <a:pt x="3388" y="2850"/>
                    <a:pt x="3084" y="2780"/>
                    <a:pt x="2790" y="2749"/>
                  </a:cubicBezTo>
                  <a:cubicBezTo>
                    <a:pt x="2485" y="2688"/>
                    <a:pt x="2181" y="2536"/>
                    <a:pt x="1908" y="2343"/>
                  </a:cubicBezTo>
                  <a:cubicBezTo>
                    <a:pt x="1633" y="2151"/>
                    <a:pt x="1390" y="1907"/>
                    <a:pt x="1157" y="1653"/>
                  </a:cubicBezTo>
                  <a:lnTo>
                    <a:pt x="1146" y="1653"/>
                  </a:lnTo>
                  <a:cubicBezTo>
                    <a:pt x="995" y="1542"/>
                    <a:pt x="822" y="1481"/>
                    <a:pt x="650" y="1430"/>
                  </a:cubicBezTo>
                  <a:cubicBezTo>
                    <a:pt x="477" y="1380"/>
                    <a:pt x="315" y="1339"/>
                    <a:pt x="143" y="1288"/>
                  </a:cubicBezTo>
                  <a:lnTo>
                    <a:pt x="143" y="1288"/>
                  </a:lnTo>
                  <a:cubicBezTo>
                    <a:pt x="305" y="1360"/>
                    <a:pt x="467" y="1410"/>
                    <a:pt x="629" y="1481"/>
                  </a:cubicBezTo>
                  <a:cubicBezTo>
                    <a:pt x="792" y="1542"/>
                    <a:pt x="954" y="1623"/>
                    <a:pt x="1076" y="1735"/>
                  </a:cubicBezTo>
                  <a:cubicBezTo>
                    <a:pt x="1279" y="2009"/>
                    <a:pt x="1512" y="2273"/>
                    <a:pt x="1775" y="2516"/>
                  </a:cubicBezTo>
                  <a:cubicBezTo>
                    <a:pt x="2050" y="2749"/>
                    <a:pt x="2354" y="2962"/>
                    <a:pt x="2719" y="3064"/>
                  </a:cubicBezTo>
                  <a:lnTo>
                    <a:pt x="2739" y="3064"/>
                  </a:lnTo>
                  <a:cubicBezTo>
                    <a:pt x="3003" y="3125"/>
                    <a:pt x="3267" y="3215"/>
                    <a:pt x="3510" y="3337"/>
                  </a:cubicBezTo>
                  <a:cubicBezTo>
                    <a:pt x="3754" y="3459"/>
                    <a:pt x="3977" y="3611"/>
                    <a:pt x="4189" y="3774"/>
                  </a:cubicBezTo>
                  <a:cubicBezTo>
                    <a:pt x="4615" y="4128"/>
                    <a:pt x="4981" y="4545"/>
                    <a:pt x="5336" y="4991"/>
                  </a:cubicBezTo>
                  <a:lnTo>
                    <a:pt x="5884" y="5660"/>
                  </a:lnTo>
                  <a:cubicBezTo>
                    <a:pt x="5934" y="5711"/>
                    <a:pt x="5975" y="5762"/>
                    <a:pt x="6026" y="5833"/>
                  </a:cubicBezTo>
                  <a:cubicBezTo>
                    <a:pt x="6087" y="5893"/>
                    <a:pt x="6137" y="5954"/>
                    <a:pt x="6198" y="6015"/>
                  </a:cubicBezTo>
                  <a:cubicBezTo>
                    <a:pt x="6208" y="6015"/>
                    <a:pt x="6218" y="6026"/>
                    <a:pt x="6218" y="6035"/>
                  </a:cubicBezTo>
                  <a:cubicBezTo>
                    <a:pt x="6147" y="6046"/>
                    <a:pt x="6066" y="6046"/>
                    <a:pt x="5985" y="6046"/>
                  </a:cubicBezTo>
                  <a:lnTo>
                    <a:pt x="5528" y="6046"/>
                  </a:lnTo>
                  <a:cubicBezTo>
                    <a:pt x="5366" y="6056"/>
                    <a:pt x="5204" y="6096"/>
                    <a:pt x="5052" y="6157"/>
                  </a:cubicBezTo>
                  <a:cubicBezTo>
                    <a:pt x="4748" y="6279"/>
                    <a:pt x="4534" y="6492"/>
                    <a:pt x="4291" y="6655"/>
                  </a:cubicBezTo>
                  <a:cubicBezTo>
                    <a:pt x="4083" y="6806"/>
                    <a:pt x="3832" y="6930"/>
                    <a:pt x="3560" y="6930"/>
                  </a:cubicBezTo>
                  <a:cubicBezTo>
                    <a:pt x="3540" y="6930"/>
                    <a:pt x="3520" y="6929"/>
                    <a:pt x="3500" y="6928"/>
                  </a:cubicBezTo>
                  <a:lnTo>
                    <a:pt x="3500" y="6928"/>
                  </a:lnTo>
                  <a:cubicBezTo>
                    <a:pt x="3571" y="6943"/>
                    <a:pt x="3644" y="6951"/>
                    <a:pt x="3718" y="6951"/>
                  </a:cubicBezTo>
                  <a:cubicBezTo>
                    <a:pt x="3792" y="6951"/>
                    <a:pt x="3865" y="6943"/>
                    <a:pt x="3936" y="6928"/>
                  </a:cubicBezTo>
                  <a:cubicBezTo>
                    <a:pt x="4088" y="6898"/>
                    <a:pt x="4230" y="6837"/>
                    <a:pt x="4362" y="6766"/>
                  </a:cubicBezTo>
                  <a:cubicBezTo>
                    <a:pt x="4636" y="6634"/>
                    <a:pt x="4879" y="6472"/>
                    <a:pt x="5143" y="6411"/>
                  </a:cubicBezTo>
                  <a:cubicBezTo>
                    <a:pt x="5226" y="6391"/>
                    <a:pt x="5309" y="6383"/>
                    <a:pt x="5393" y="6383"/>
                  </a:cubicBezTo>
                  <a:cubicBezTo>
                    <a:pt x="5568" y="6383"/>
                    <a:pt x="5749" y="6417"/>
                    <a:pt x="5954" y="6452"/>
                  </a:cubicBezTo>
                  <a:cubicBezTo>
                    <a:pt x="6050" y="6464"/>
                    <a:pt x="6150" y="6477"/>
                    <a:pt x="6257" y="6477"/>
                  </a:cubicBezTo>
                  <a:cubicBezTo>
                    <a:pt x="6319" y="6477"/>
                    <a:pt x="6384" y="6473"/>
                    <a:pt x="6452" y="6461"/>
                  </a:cubicBezTo>
                  <a:cubicBezTo>
                    <a:pt x="6543" y="6452"/>
                    <a:pt x="6624" y="6431"/>
                    <a:pt x="6715" y="6401"/>
                  </a:cubicBezTo>
                  <a:cubicBezTo>
                    <a:pt x="6969" y="6553"/>
                    <a:pt x="7243" y="6655"/>
                    <a:pt x="7516" y="6736"/>
                  </a:cubicBezTo>
                  <a:cubicBezTo>
                    <a:pt x="7831" y="6817"/>
                    <a:pt x="8145" y="6867"/>
                    <a:pt x="8450" y="6898"/>
                  </a:cubicBezTo>
                  <a:cubicBezTo>
                    <a:pt x="8602" y="6918"/>
                    <a:pt x="8754" y="6928"/>
                    <a:pt x="8906" y="6939"/>
                  </a:cubicBezTo>
                  <a:lnTo>
                    <a:pt x="9342" y="6959"/>
                  </a:lnTo>
                  <a:lnTo>
                    <a:pt x="9393" y="6959"/>
                  </a:lnTo>
                  <a:lnTo>
                    <a:pt x="9434" y="6969"/>
                  </a:lnTo>
                  <a:lnTo>
                    <a:pt x="9515" y="6979"/>
                  </a:lnTo>
                  <a:lnTo>
                    <a:pt x="9687" y="7009"/>
                  </a:lnTo>
                  <a:lnTo>
                    <a:pt x="9860" y="7050"/>
                  </a:lnTo>
                  <a:cubicBezTo>
                    <a:pt x="9910" y="7070"/>
                    <a:pt x="9971" y="7081"/>
                    <a:pt x="10022" y="7111"/>
                  </a:cubicBezTo>
                  <a:lnTo>
                    <a:pt x="10174" y="7171"/>
                  </a:lnTo>
                  <a:cubicBezTo>
                    <a:pt x="10225" y="7192"/>
                    <a:pt x="10275" y="7223"/>
                    <a:pt x="10327" y="7253"/>
                  </a:cubicBezTo>
                  <a:cubicBezTo>
                    <a:pt x="10428" y="7293"/>
                    <a:pt x="10519" y="7374"/>
                    <a:pt x="10611" y="7435"/>
                  </a:cubicBezTo>
                  <a:cubicBezTo>
                    <a:pt x="10793" y="7577"/>
                    <a:pt x="10965" y="7739"/>
                    <a:pt x="11127" y="7933"/>
                  </a:cubicBezTo>
                  <a:cubicBezTo>
                    <a:pt x="11442" y="8308"/>
                    <a:pt x="11726" y="8774"/>
                    <a:pt x="12010" y="9261"/>
                  </a:cubicBezTo>
                  <a:lnTo>
                    <a:pt x="12122" y="9454"/>
                  </a:lnTo>
                  <a:cubicBezTo>
                    <a:pt x="11919" y="9495"/>
                    <a:pt x="11716" y="9556"/>
                    <a:pt x="11523" y="9637"/>
                  </a:cubicBezTo>
                  <a:cubicBezTo>
                    <a:pt x="11452" y="9667"/>
                    <a:pt x="11371" y="9698"/>
                    <a:pt x="11321" y="9728"/>
                  </a:cubicBezTo>
                  <a:lnTo>
                    <a:pt x="11158" y="9819"/>
                  </a:lnTo>
                  <a:lnTo>
                    <a:pt x="10843" y="9982"/>
                  </a:lnTo>
                  <a:cubicBezTo>
                    <a:pt x="10631" y="10093"/>
                    <a:pt x="10448" y="10184"/>
                    <a:pt x="10255" y="10255"/>
                  </a:cubicBezTo>
                  <a:cubicBezTo>
                    <a:pt x="10225" y="10266"/>
                    <a:pt x="10194" y="10266"/>
                    <a:pt x="10164" y="10275"/>
                  </a:cubicBezTo>
                  <a:cubicBezTo>
                    <a:pt x="10144" y="10266"/>
                    <a:pt x="10113" y="10245"/>
                    <a:pt x="10083" y="10235"/>
                  </a:cubicBezTo>
                  <a:cubicBezTo>
                    <a:pt x="9910" y="10154"/>
                    <a:pt x="9738" y="10093"/>
                    <a:pt x="9565" y="10042"/>
                  </a:cubicBezTo>
                  <a:cubicBezTo>
                    <a:pt x="9484" y="10012"/>
                    <a:pt x="9393" y="9991"/>
                    <a:pt x="9312" y="9971"/>
                  </a:cubicBezTo>
                  <a:cubicBezTo>
                    <a:pt x="9211" y="9930"/>
                    <a:pt x="9109" y="9921"/>
                    <a:pt x="9018" y="9910"/>
                  </a:cubicBezTo>
                  <a:cubicBezTo>
                    <a:pt x="8965" y="9907"/>
                    <a:pt x="8916" y="9907"/>
                    <a:pt x="8867" y="9907"/>
                  </a:cubicBezTo>
                  <a:cubicBezTo>
                    <a:pt x="8852" y="9907"/>
                    <a:pt x="8837" y="9907"/>
                    <a:pt x="8822" y="9907"/>
                  </a:cubicBezTo>
                  <a:cubicBezTo>
                    <a:pt x="8718" y="9907"/>
                    <a:pt x="8618" y="9906"/>
                    <a:pt x="8510" y="9880"/>
                  </a:cubicBezTo>
                  <a:lnTo>
                    <a:pt x="8510" y="9880"/>
                  </a:lnTo>
                  <a:cubicBezTo>
                    <a:pt x="8622" y="10012"/>
                    <a:pt x="8794" y="10103"/>
                    <a:pt x="8916" y="10194"/>
                  </a:cubicBezTo>
                  <a:cubicBezTo>
                    <a:pt x="8988" y="10245"/>
                    <a:pt x="9028" y="10296"/>
                    <a:pt x="9069" y="10347"/>
                  </a:cubicBezTo>
                  <a:lnTo>
                    <a:pt x="9220" y="10529"/>
                  </a:lnTo>
                  <a:cubicBezTo>
                    <a:pt x="9089" y="10570"/>
                    <a:pt x="8967" y="10610"/>
                    <a:pt x="8846" y="10661"/>
                  </a:cubicBezTo>
                  <a:cubicBezTo>
                    <a:pt x="8592" y="10773"/>
                    <a:pt x="8348" y="10925"/>
                    <a:pt x="8136" y="11087"/>
                  </a:cubicBezTo>
                  <a:cubicBezTo>
                    <a:pt x="7973" y="11219"/>
                    <a:pt x="7780" y="11341"/>
                    <a:pt x="7577" y="11463"/>
                  </a:cubicBezTo>
                  <a:cubicBezTo>
                    <a:pt x="7466" y="11533"/>
                    <a:pt x="7344" y="11614"/>
                    <a:pt x="7232" y="11695"/>
                  </a:cubicBezTo>
                  <a:cubicBezTo>
                    <a:pt x="7020" y="11777"/>
                    <a:pt x="6776" y="11837"/>
                    <a:pt x="6513" y="11878"/>
                  </a:cubicBezTo>
                  <a:cubicBezTo>
                    <a:pt x="6208" y="11939"/>
                    <a:pt x="5863" y="11990"/>
                    <a:pt x="5539" y="12101"/>
                  </a:cubicBezTo>
                  <a:cubicBezTo>
                    <a:pt x="5357" y="12167"/>
                    <a:pt x="5166" y="12196"/>
                    <a:pt x="4964" y="12196"/>
                  </a:cubicBezTo>
                  <a:cubicBezTo>
                    <a:pt x="4883" y="12196"/>
                    <a:pt x="4801" y="12191"/>
                    <a:pt x="4717" y="12182"/>
                  </a:cubicBezTo>
                  <a:cubicBezTo>
                    <a:pt x="4423" y="12152"/>
                    <a:pt x="4108" y="12081"/>
                    <a:pt x="3794" y="12020"/>
                  </a:cubicBezTo>
                  <a:cubicBezTo>
                    <a:pt x="3186" y="11909"/>
                    <a:pt x="2557" y="11695"/>
                    <a:pt x="1897" y="11686"/>
                  </a:cubicBezTo>
                  <a:cubicBezTo>
                    <a:pt x="1872" y="11685"/>
                    <a:pt x="1847" y="11684"/>
                    <a:pt x="1822" y="11684"/>
                  </a:cubicBezTo>
                  <a:cubicBezTo>
                    <a:pt x="1523" y="11684"/>
                    <a:pt x="1224" y="11741"/>
                    <a:pt x="934" y="11797"/>
                  </a:cubicBezTo>
                  <a:cubicBezTo>
                    <a:pt x="745" y="11835"/>
                    <a:pt x="553" y="11861"/>
                    <a:pt x="359" y="11861"/>
                  </a:cubicBezTo>
                  <a:cubicBezTo>
                    <a:pt x="240" y="11861"/>
                    <a:pt x="120" y="11851"/>
                    <a:pt x="1" y="11828"/>
                  </a:cubicBezTo>
                  <a:lnTo>
                    <a:pt x="1" y="11828"/>
                  </a:lnTo>
                  <a:cubicBezTo>
                    <a:pt x="206" y="11889"/>
                    <a:pt x="422" y="11914"/>
                    <a:pt x="640" y="11914"/>
                  </a:cubicBezTo>
                  <a:cubicBezTo>
                    <a:pt x="744" y="11914"/>
                    <a:pt x="849" y="11908"/>
                    <a:pt x="954" y="11898"/>
                  </a:cubicBezTo>
                  <a:cubicBezTo>
                    <a:pt x="1142" y="11880"/>
                    <a:pt x="1331" y="11866"/>
                    <a:pt x="1517" y="11866"/>
                  </a:cubicBezTo>
                  <a:cubicBezTo>
                    <a:pt x="1642" y="11866"/>
                    <a:pt x="1765" y="11872"/>
                    <a:pt x="1887" y="11889"/>
                  </a:cubicBezTo>
                  <a:cubicBezTo>
                    <a:pt x="2496" y="11959"/>
                    <a:pt x="3074" y="12223"/>
                    <a:pt x="3693" y="12416"/>
                  </a:cubicBezTo>
                  <a:cubicBezTo>
                    <a:pt x="4007" y="12507"/>
                    <a:pt x="4301" y="12608"/>
                    <a:pt x="4636" y="12680"/>
                  </a:cubicBezTo>
                  <a:cubicBezTo>
                    <a:pt x="4820" y="12718"/>
                    <a:pt x="5015" y="12742"/>
                    <a:pt x="5213" y="12742"/>
                  </a:cubicBezTo>
                  <a:cubicBezTo>
                    <a:pt x="5376" y="12742"/>
                    <a:pt x="5541" y="12726"/>
                    <a:pt x="5701" y="12689"/>
                  </a:cubicBezTo>
                  <a:cubicBezTo>
                    <a:pt x="5945" y="12629"/>
                    <a:pt x="6188" y="12608"/>
                    <a:pt x="6461" y="12588"/>
                  </a:cubicBezTo>
                  <a:lnTo>
                    <a:pt x="6461" y="12588"/>
                  </a:lnTo>
                  <a:cubicBezTo>
                    <a:pt x="6452" y="12608"/>
                    <a:pt x="6441" y="12619"/>
                    <a:pt x="6441" y="12629"/>
                  </a:cubicBezTo>
                  <a:cubicBezTo>
                    <a:pt x="6319" y="12852"/>
                    <a:pt x="6218" y="13065"/>
                    <a:pt x="6117" y="13268"/>
                  </a:cubicBezTo>
                  <a:cubicBezTo>
                    <a:pt x="6005" y="13460"/>
                    <a:pt x="5893" y="13663"/>
                    <a:pt x="5762" y="13805"/>
                  </a:cubicBezTo>
                  <a:lnTo>
                    <a:pt x="5670" y="13897"/>
                  </a:lnTo>
                  <a:cubicBezTo>
                    <a:pt x="5661" y="13907"/>
                    <a:pt x="5650" y="13917"/>
                    <a:pt x="5630" y="13927"/>
                  </a:cubicBezTo>
                  <a:lnTo>
                    <a:pt x="5620" y="13938"/>
                  </a:lnTo>
                  <a:cubicBezTo>
                    <a:pt x="5620" y="13947"/>
                    <a:pt x="5579" y="13947"/>
                    <a:pt x="5528" y="13958"/>
                  </a:cubicBezTo>
                  <a:lnTo>
                    <a:pt x="5386" y="13958"/>
                  </a:lnTo>
                  <a:cubicBezTo>
                    <a:pt x="5275" y="13947"/>
                    <a:pt x="5153" y="13938"/>
                    <a:pt x="5032" y="13927"/>
                  </a:cubicBezTo>
                  <a:cubicBezTo>
                    <a:pt x="4971" y="13927"/>
                    <a:pt x="4899" y="13917"/>
                    <a:pt x="4829" y="13917"/>
                  </a:cubicBezTo>
                  <a:cubicBezTo>
                    <a:pt x="4798" y="13917"/>
                    <a:pt x="4748" y="13927"/>
                    <a:pt x="4717" y="13927"/>
                  </a:cubicBezTo>
                  <a:lnTo>
                    <a:pt x="4626" y="13938"/>
                  </a:lnTo>
                  <a:cubicBezTo>
                    <a:pt x="4372" y="13958"/>
                    <a:pt x="4129" y="13998"/>
                    <a:pt x="3875" y="14069"/>
                  </a:cubicBezTo>
                  <a:cubicBezTo>
                    <a:pt x="3632" y="14130"/>
                    <a:pt x="3398" y="14222"/>
                    <a:pt x="3175" y="14303"/>
                  </a:cubicBezTo>
                  <a:cubicBezTo>
                    <a:pt x="2719" y="14485"/>
                    <a:pt x="2273" y="14698"/>
                    <a:pt x="1856" y="14982"/>
                  </a:cubicBezTo>
                  <a:cubicBezTo>
                    <a:pt x="1654" y="15114"/>
                    <a:pt x="1461" y="15276"/>
                    <a:pt x="1279" y="15449"/>
                  </a:cubicBezTo>
                  <a:cubicBezTo>
                    <a:pt x="1197" y="15540"/>
                    <a:pt x="1106" y="15631"/>
                    <a:pt x="1025" y="15723"/>
                  </a:cubicBezTo>
                  <a:cubicBezTo>
                    <a:pt x="984" y="15773"/>
                    <a:pt x="954" y="15824"/>
                    <a:pt x="913" y="15875"/>
                  </a:cubicBezTo>
                  <a:cubicBezTo>
                    <a:pt x="873" y="15926"/>
                    <a:pt x="853" y="15987"/>
                    <a:pt x="812" y="16037"/>
                  </a:cubicBezTo>
                  <a:cubicBezTo>
                    <a:pt x="578" y="16483"/>
                    <a:pt x="477" y="16960"/>
                    <a:pt x="406" y="17437"/>
                  </a:cubicBezTo>
                  <a:cubicBezTo>
                    <a:pt x="335" y="17924"/>
                    <a:pt x="315" y="18401"/>
                    <a:pt x="335" y="18877"/>
                  </a:cubicBezTo>
                  <a:cubicBezTo>
                    <a:pt x="355" y="18401"/>
                    <a:pt x="416" y="17924"/>
                    <a:pt x="508" y="17457"/>
                  </a:cubicBezTo>
                  <a:cubicBezTo>
                    <a:pt x="609" y="17001"/>
                    <a:pt x="761" y="16534"/>
                    <a:pt x="1004" y="16149"/>
                  </a:cubicBezTo>
                  <a:cubicBezTo>
                    <a:pt x="1035" y="16108"/>
                    <a:pt x="1065" y="16057"/>
                    <a:pt x="1106" y="16017"/>
                  </a:cubicBezTo>
                  <a:cubicBezTo>
                    <a:pt x="1137" y="15966"/>
                    <a:pt x="1167" y="15926"/>
                    <a:pt x="1207" y="15885"/>
                  </a:cubicBezTo>
                  <a:cubicBezTo>
                    <a:pt x="1288" y="15804"/>
                    <a:pt x="1380" y="15723"/>
                    <a:pt x="1461" y="15651"/>
                  </a:cubicBezTo>
                  <a:cubicBezTo>
                    <a:pt x="1644" y="15500"/>
                    <a:pt x="1836" y="15367"/>
                    <a:pt x="2029" y="15256"/>
                  </a:cubicBezTo>
                  <a:cubicBezTo>
                    <a:pt x="2435" y="15022"/>
                    <a:pt x="2871" y="14850"/>
                    <a:pt x="3317" y="14718"/>
                  </a:cubicBezTo>
                  <a:cubicBezTo>
                    <a:pt x="3540" y="14648"/>
                    <a:pt x="3763" y="14587"/>
                    <a:pt x="3987" y="14546"/>
                  </a:cubicBezTo>
                  <a:cubicBezTo>
                    <a:pt x="4210" y="14506"/>
                    <a:pt x="4433" y="14485"/>
                    <a:pt x="4656" y="14475"/>
                  </a:cubicBezTo>
                  <a:lnTo>
                    <a:pt x="4748" y="14475"/>
                  </a:lnTo>
                  <a:cubicBezTo>
                    <a:pt x="4778" y="14475"/>
                    <a:pt x="4788" y="14475"/>
                    <a:pt x="4809" y="14485"/>
                  </a:cubicBezTo>
                  <a:cubicBezTo>
                    <a:pt x="4859" y="14485"/>
                    <a:pt x="4910" y="14495"/>
                    <a:pt x="4971" y="14495"/>
                  </a:cubicBezTo>
                  <a:cubicBezTo>
                    <a:pt x="5082" y="14515"/>
                    <a:pt x="5204" y="14536"/>
                    <a:pt x="5336" y="14556"/>
                  </a:cubicBezTo>
                  <a:cubicBezTo>
                    <a:pt x="5402" y="14561"/>
                    <a:pt x="5465" y="14569"/>
                    <a:pt x="5540" y="14569"/>
                  </a:cubicBezTo>
                  <a:cubicBezTo>
                    <a:pt x="5615" y="14569"/>
                    <a:pt x="5701" y="14561"/>
                    <a:pt x="5812" y="14536"/>
                  </a:cubicBezTo>
                  <a:cubicBezTo>
                    <a:pt x="5833" y="14526"/>
                    <a:pt x="5873" y="14515"/>
                    <a:pt x="5893" y="14506"/>
                  </a:cubicBezTo>
                  <a:lnTo>
                    <a:pt x="5954" y="14475"/>
                  </a:lnTo>
                  <a:cubicBezTo>
                    <a:pt x="5995" y="14454"/>
                    <a:pt x="6035" y="14434"/>
                    <a:pt x="6066" y="14404"/>
                  </a:cubicBezTo>
                  <a:cubicBezTo>
                    <a:pt x="6127" y="14353"/>
                    <a:pt x="6188" y="14303"/>
                    <a:pt x="6238" y="14252"/>
                  </a:cubicBezTo>
                  <a:cubicBezTo>
                    <a:pt x="6441" y="14049"/>
                    <a:pt x="6583" y="13836"/>
                    <a:pt x="6725" y="13623"/>
                  </a:cubicBezTo>
                  <a:cubicBezTo>
                    <a:pt x="6857" y="13420"/>
                    <a:pt x="6979" y="13207"/>
                    <a:pt x="7101" y="13004"/>
                  </a:cubicBezTo>
                  <a:cubicBezTo>
                    <a:pt x="7223" y="12811"/>
                    <a:pt x="7324" y="12680"/>
                    <a:pt x="7476" y="12558"/>
                  </a:cubicBezTo>
                  <a:cubicBezTo>
                    <a:pt x="7628" y="12436"/>
                    <a:pt x="7811" y="12335"/>
                    <a:pt x="8014" y="12223"/>
                  </a:cubicBezTo>
                  <a:cubicBezTo>
                    <a:pt x="8217" y="12112"/>
                    <a:pt x="8450" y="12000"/>
                    <a:pt x="8673" y="11848"/>
                  </a:cubicBezTo>
                  <a:cubicBezTo>
                    <a:pt x="8855" y="11726"/>
                    <a:pt x="9018" y="11645"/>
                    <a:pt x="9211" y="11574"/>
                  </a:cubicBezTo>
                  <a:cubicBezTo>
                    <a:pt x="9403" y="11513"/>
                    <a:pt x="9606" y="11472"/>
                    <a:pt x="9819" y="11432"/>
                  </a:cubicBezTo>
                  <a:lnTo>
                    <a:pt x="9982" y="11411"/>
                  </a:lnTo>
                  <a:cubicBezTo>
                    <a:pt x="10052" y="11402"/>
                    <a:pt x="10113" y="11391"/>
                    <a:pt x="10185" y="11381"/>
                  </a:cubicBezTo>
                  <a:cubicBezTo>
                    <a:pt x="10316" y="11361"/>
                    <a:pt x="10448" y="11330"/>
                    <a:pt x="10590" y="11290"/>
                  </a:cubicBezTo>
                  <a:cubicBezTo>
                    <a:pt x="10854" y="11219"/>
                    <a:pt x="11107" y="11118"/>
                    <a:pt x="11330" y="11016"/>
                  </a:cubicBezTo>
                  <a:lnTo>
                    <a:pt x="11665" y="10874"/>
                  </a:lnTo>
                  <a:lnTo>
                    <a:pt x="11828" y="10803"/>
                  </a:lnTo>
                  <a:cubicBezTo>
                    <a:pt x="11878" y="10783"/>
                    <a:pt x="11909" y="10773"/>
                    <a:pt x="11959" y="10752"/>
                  </a:cubicBezTo>
                  <a:cubicBezTo>
                    <a:pt x="12167" y="10683"/>
                    <a:pt x="12404" y="10652"/>
                    <a:pt x="12652" y="10652"/>
                  </a:cubicBezTo>
                  <a:cubicBezTo>
                    <a:pt x="12768" y="10652"/>
                    <a:pt x="12885" y="10658"/>
                    <a:pt x="13004" y="10671"/>
                  </a:cubicBezTo>
                  <a:cubicBezTo>
                    <a:pt x="13014" y="10671"/>
                    <a:pt x="13014" y="10681"/>
                    <a:pt x="13025" y="10681"/>
                  </a:cubicBezTo>
                  <a:lnTo>
                    <a:pt x="13014" y="10671"/>
                  </a:lnTo>
                  <a:cubicBezTo>
                    <a:pt x="13045" y="10671"/>
                    <a:pt x="13065" y="10671"/>
                    <a:pt x="13095" y="10681"/>
                  </a:cubicBezTo>
                  <a:cubicBezTo>
                    <a:pt x="13501" y="10732"/>
                    <a:pt x="13917" y="10843"/>
                    <a:pt x="14303" y="11006"/>
                  </a:cubicBezTo>
                  <a:cubicBezTo>
                    <a:pt x="14394" y="11046"/>
                    <a:pt x="14495" y="11087"/>
                    <a:pt x="14587" y="11138"/>
                  </a:cubicBezTo>
                  <a:lnTo>
                    <a:pt x="14657" y="11179"/>
                  </a:lnTo>
                  <a:lnTo>
                    <a:pt x="14688" y="11188"/>
                  </a:lnTo>
                  <a:lnTo>
                    <a:pt x="14708" y="11209"/>
                  </a:lnTo>
                  <a:cubicBezTo>
                    <a:pt x="14729" y="11209"/>
                    <a:pt x="14739" y="11219"/>
                    <a:pt x="14759" y="11239"/>
                  </a:cubicBezTo>
                  <a:lnTo>
                    <a:pt x="14820" y="11269"/>
                  </a:lnTo>
                  <a:cubicBezTo>
                    <a:pt x="14941" y="11361"/>
                    <a:pt x="15083" y="11463"/>
                    <a:pt x="15236" y="11584"/>
                  </a:cubicBezTo>
                  <a:cubicBezTo>
                    <a:pt x="15205" y="11605"/>
                    <a:pt x="15165" y="11635"/>
                    <a:pt x="15124" y="11665"/>
                  </a:cubicBezTo>
                  <a:cubicBezTo>
                    <a:pt x="15053" y="11726"/>
                    <a:pt x="14962" y="11797"/>
                    <a:pt x="14901" y="11878"/>
                  </a:cubicBezTo>
                  <a:cubicBezTo>
                    <a:pt x="14840" y="11949"/>
                    <a:pt x="14790" y="12031"/>
                    <a:pt x="14739" y="12112"/>
                  </a:cubicBezTo>
                  <a:cubicBezTo>
                    <a:pt x="14657" y="12263"/>
                    <a:pt x="14587" y="12405"/>
                    <a:pt x="14485" y="12547"/>
                  </a:cubicBezTo>
                  <a:cubicBezTo>
                    <a:pt x="14648" y="12487"/>
                    <a:pt x="14799" y="12396"/>
                    <a:pt x="14952" y="12324"/>
                  </a:cubicBezTo>
                  <a:cubicBezTo>
                    <a:pt x="15023" y="12294"/>
                    <a:pt x="15094" y="12263"/>
                    <a:pt x="15165" y="12243"/>
                  </a:cubicBezTo>
                  <a:cubicBezTo>
                    <a:pt x="15236" y="12233"/>
                    <a:pt x="15297" y="12223"/>
                    <a:pt x="15367" y="12223"/>
                  </a:cubicBezTo>
                  <a:cubicBezTo>
                    <a:pt x="15459" y="12213"/>
                    <a:pt x="15550" y="12213"/>
                    <a:pt x="15651" y="12213"/>
                  </a:cubicBezTo>
                  <a:lnTo>
                    <a:pt x="15845" y="12213"/>
                  </a:lnTo>
                  <a:cubicBezTo>
                    <a:pt x="15935" y="12213"/>
                    <a:pt x="16027" y="12213"/>
                    <a:pt x="16129" y="12203"/>
                  </a:cubicBezTo>
                  <a:cubicBezTo>
                    <a:pt x="16321" y="12315"/>
                    <a:pt x="16524" y="12426"/>
                    <a:pt x="16757" y="12517"/>
                  </a:cubicBezTo>
                  <a:cubicBezTo>
                    <a:pt x="17026" y="12619"/>
                    <a:pt x="17337" y="12712"/>
                    <a:pt x="17713" y="12712"/>
                  </a:cubicBezTo>
                  <a:cubicBezTo>
                    <a:pt x="17749" y="12712"/>
                    <a:pt x="17785" y="12712"/>
                    <a:pt x="17822" y="12710"/>
                  </a:cubicBezTo>
                  <a:cubicBezTo>
                    <a:pt x="18036" y="12689"/>
                    <a:pt x="18248" y="12639"/>
                    <a:pt x="18462" y="12547"/>
                  </a:cubicBezTo>
                  <a:cubicBezTo>
                    <a:pt x="18664" y="12457"/>
                    <a:pt x="18847" y="12324"/>
                    <a:pt x="18999" y="12182"/>
                  </a:cubicBezTo>
                  <a:lnTo>
                    <a:pt x="17761" y="10945"/>
                  </a:lnTo>
                  <a:cubicBezTo>
                    <a:pt x="17711" y="10996"/>
                    <a:pt x="17721" y="11006"/>
                    <a:pt x="17670" y="11026"/>
                  </a:cubicBezTo>
                  <a:cubicBezTo>
                    <a:pt x="17657" y="11028"/>
                    <a:pt x="17639" y="11030"/>
                    <a:pt x="17618" y="11030"/>
                  </a:cubicBezTo>
                  <a:cubicBezTo>
                    <a:pt x="17548" y="11030"/>
                    <a:pt x="17443" y="11015"/>
                    <a:pt x="17325" y="10976"/>
                  </a:cubicBezTo>
                  <a:cubicBezTo>
                    <a:pt x="17001" y="10884"/>
                    <a:pt x="16615" y="10661"/>
                    <a:pt x="16230" y="10408"/>
                  </a:cubicBezTo>
                  <a:cubicBezTo>
                    <a:pt x="16027" y="10286"/>
                    <a:pt x="15834" y="10154"/>
                    <a:pt x="15581" y="10012"/>
                  </a:cubicBezTo>
                  <a:cubicBezTo>
                    <a:pt x="15550" y="9991"/>
                    <a:pt x="15520" y="9971"/>
                    <a:pt x="15479" y="9961"/>
                  </a:cubicBezTo>
                  <a:cubicBezTo>
                    <a:pt x="15449" y="9941"/>
                    <a:pt x="15419" y="9921"/>
                    <a:pt x="15378" y="9900"/>
                  </a:cubicBezTo>
                  <a:lnTo>
                    <a:pt x="15317" y="9880"/>
                  </a:lnTo>
                  <a:lnTo>
                    <a:pt x="15266" y="9860"/>
                  </a:lnTo>
                  <a:lnTo>
                    <a:pt x="15175" y="9819"/>
                  </a:lnTo>
                  <a:cubicBezTo>
                    <a:pt x="15053" y="9768"/>
                    <a:pt x="14921" y="9718"/>
                    <a:pt x="14790" y="9677"/>
                  </a:cubicBezTo>
                  <a:cubicBezTo>
                    <a:pt x="14637" y="9626"/>
                    <a:pt x="14485" y="9586"/>
                    <a:pt x="14333" y="9545"/>
                  </a:cubicBezTo>
                  <a:cubicBezTo>
                    <a:pt x="14323" y="9525"/>
                    <a:pt x="14303" y="9504"/>
                    <a:pt x="14292" y="9495"/>
                  </a:cubicBezTo>
                  <a:cubicBezTo>
                    <a:pt x="14201" y="9403"/>
                    <a:pt x="14130" y="9362"/>
                    <a:pt x="14080" y="9322"/>
                  </a:cubicBezTo>
                  <a:cubicBezTo>
                    <a:pt x="13988" y="9261"/>
                    <a:pt x="13938" y="9231"/>
                    <a:pt x="13927" y="9231"/>
                  </a:cubicBezTo>
                  <a:lnTo>
                    <a:pt x="13826" y="9099"/>
                  </a:lnTo>
                  <a:lnTo>
                    <a:pt x="13318" y="8399"/>
                  </a:lnTo>
                  <a:cubicBezTo>
                    <a:pt x="13014" y="7973"/>
                    <a:pt x="12680" y="7527"/>
                    <a:pt x="12274" y="7111"/>
                  </a:cubicBezTo>
                  <a:cubicBezTo>
                    <a:pt x="12182" y="6959"/>
                    <a:pt x="12101" y="6817"/>
                    <a:pt x="12040" y="6705"/>
                  </a:cubicBezTo>
                  <a:lnTo>
                    <a:pt x="12010" y="6644"/>
                  </a:lnTo>
                  <a:cubicBezTo>
                    <a:pt x="12010" y="6634"/>
                    <a:pt x="12010" y="6634"/>
                    <a:pt x="12000" y="6634"/>
                  </a:cubicBezTo>
                  <a:lnTo>
                    <a:pt x="12000" y="6614"/>
                  </a:lnTo>
                  <a:lnTo>
                    <a:pt x="11990" y="6573"/>
                  </a:lnTo>
                  <a:cubicBezTo>
                    <a:pt x="11970" y="6441"/>
                    <a:pt x="11929" y="6330"/>
                    <a:pt x="11889" y="6218"/>
                  </a:cubicBezTo>
                  <a:cubicBezTo>
                    <a:pt x="11797" y="6005"/>
                    <a:pt x="11686" y="5843"/>
                    <a:pt x="11584" y="5691"/>
                  </a:cubicBezTo>
                  <a:cubicBezTo>
                    <a:pt x="11483" y="5548"/>
                    <a:pt x="11402" y="5427"/>
                    <a:pt x="11341" y="5295"/>
                  </a:cubicBezTo>
                  <a:cubicBezTo>
                    <a:pt x="11310" y="5234"/>
                    <a:pt x="11290" y="5174"/>
                    <a:pt x="11260" y="5092"/>
                  </a:cubicBezTo>
                  <a:cubicBezTo>
                    <a:pt x="11239" y="5011"/>
                    <a:pt x="11209" y="4920"/>
                    <a:pt x="11168" y="4829"/>
                  </a:cubicBezTo>
                  <a:lnTo>
                    <a:pt x="11118" y="4696"/>
                  </a:lnTo>
                  <a:lnTo>
                    <a:pt x="11067" y="4565"/>
                  </a:lnTo>
                  <a:cubicBezTo>
                    <a:pt x="11046" y="4524"/>
                    <a:pt x="11016" y="4464"/>
                    <a:pt x="10976" y="4392"/>
                  </a:cubicBezTo>
                  <a:cubicBezTo>
                    <a:pt x="10935" y="4322"/>
                    <a:pt x="10884" y="4281"/>
                    <a:pt x="10854" y="4250"/>
                  </a:cubicBezTo>
                  <a:cubicBezTo>
                    <a:pt x="10722" y="4119"/>
                    <a:pt x="10590" y="4007"/>
                    <a:pt x="10469" y="3885"/>
                  </a:cubicBezTo>
                  <a:lnTo>
                    <a:pt x="10377" y="3804"/>
                  </a:lnTo>
                  <a:lnTo>
                    <a:pt x="10367" y="3794"/>
                  </a:lnTo>
                  <a:cubicBezTo>
                    <a:pt x="10347" y="3733"/>
                    <a:pt x="10327" y="3652"/>
                    <a:pt x="10316" y="3571"/>
                  </a:cubicBezTo>
                  <a:lnTo>
                    <a:pt x="10266" y="3327"/>
                  </a:lnTo>
                  <a:cubicBezTo>
                    <a:pt x="10255" y="3256"/>
                    <a:pt x="10255" y="3185"/>
                    <a:pt x="10255" y="3104"/>
                  </a:cubicBezTo>
                  <a:cubicBezTo>
                    <a:pt x="10255" y="2789"/>
                    <a:pt x="10357" y="2445"/>
                    <a:pt x="10347" y="2049"/>
                  </a:cubicBezTo>
                  <a:cubicBezTo>
                    <a:pt x="10347" y="1856"/>
                    <a:pt x="10275" y="1664"/>
                    <a:pt x="10205" y="1502"/>
                  </a:cubicBezTo>
                  <a:cubicBezTo>
                    <a:pt x="10133" y="1339"/>
                    <a:pt x="10063" y="1197"/>
                    <a:pt x="10052" y="1035"/>
                  </a:cubicBezTo>
                  <a:cubicBezTo>
                    <a:pt x="10032" y="700"/>
                    <a:pt x="10073" y="345"/>
                    <a:pt x="10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349" name="Google Shape;55349;p67">
              <a:extLst>
                <a:ext uri="{FF2B5EF4-FFF2-40B4-BE49-F238E27FC236}">
                  <a16:creationId xmlns:a16="http://schemas.microsoft.com/office/drawing/2014/main" id="{3400DA4F-E6BD-12F5-1C92-B12C35CB560E}"/>
                </a:ext>
              </a:extLst>
            </p:cNvPr>
            <p:cNvGrpSpPr/>
            <p:nvPr/>
          </p:nvGrpSpPr>
          <p:grpSpPr>
            <a:xfrm>
              <a:off x="5938324" y="4612974"/>
              <a:ext cx="394995" cy="416980"/>
              <a:chOff x="2193097" y="745802"/>
              <a:chExt cx="104549" cy="110368"/>
            </a:xfrm>
          </p:grpSpPr>
          <p:sp>
            <p:nvSpPr>
              <p:cNvPr id="55350" name="Google Shape;55350;p67">
                <a:extLst>
                  <a:ext uri="{FF2B5EF4-FFF2-40B4-BE49-F238E27FC236}">
                    <a16:creationId xmlns:a16="http://schemas.microsoft.com/office/drawing/2014/main" id="{B4554D38-5D09-D1F6-DEFD-E5189645D56B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1" name="Google Shape;55351;p67">
                <a:extLst>
                  <a:ext uri="{FF2B5EF4-FFF2-40B4-BE49-F238E27FC236}">
                    <a16:creationId xmlns:a16="http://schemas.microsoft.com/office/drawing/2014/main" id="{63F92D20-6C58-020F-1542-480116A5D393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2" name="Google Shape;55352;p67">
                <a:extLst>
                  <a:ext uri="{FF2B5EF4-FFF2-40B4-BE49-F238E27FC236}">
                    <a16:creationId xmlns:a16="http://schemas.microsoft.com/office/drawing/2014/main" id="{AC9910BB-B2BF-8FFE-ED59-6C6B736DD712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3" name="Google Shape;55353;p67">
                <a:extLst>
                  <a:ext uri="{FF2B5EF4-FFF2-40B4-BE49-F238E27FC236}">
                    <a16:creationId xmlns:a16="http://schemas.microsoft.com/office/drawing/2014/main" id="{2CC1B184-B9B9-75E0-2201-08A3925190DE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4" name="Google Shape;55354;p67">
                <a:extLst>
                  <a:ext uri="{FF2B5EF4-FFF2-40B4-BE49-F238E27FC236}">
                    <a16:creationId xmlns:a16="http://schemas.microsoft.com/office/drawing/2014/main" id="{1F4DCC06-22BB-F35D-7774-0139B445E4CF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5" name="Google Shape;55355;p67">
                <a:extLst>
                  <a:ext uri="{FF2B5EF4-FFF2-40B4-BE49-F238E27FC236}">
                    <a16:creationId xmlns:a16="http://schemas.microsoft.com/office/drawing/2014/main" id="{D6EBAC23-1AEC-CC39-D159-DD28D5BDEC04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6" name="Google Shape;55356;p67">
                <a:extLst>
                  <a:ext uri="{FF2B5EF4-FFF2-40B4-BE49-F238E27FC236}">
                    <a16:creationId xmlns:a16="http://schemas.microsoft.com/office/drawing/2014/main" id="{1D253CA7-E2CC-6CF6-469D-3BDB6BB9DD9D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7" name="Google Shape;55357;p67">
                <a:extLst>
                  <a:ext uri="{FF2B5EF4-FFF2-40B4-BE49-F238E27FC236}">
                    <a16:creationId xmlns:a16="http://schemas.microsoft.com/office/drawing/2014/main" id="{4FE012C5-07EF-6B1A-84B7-40F3C9925B26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8" name="Google Shape;55358;p67">
                <a:extLst>
                  <a:ext uri="{FF2B5EF4-FFF2-40B4-BE49-F238E27FC236}">
                    <a16:creationId xmlns:a16="http://schemas.microsoft.com/office/drawing/2014/main" id="{F21F8566-2D62-9AD6-A7E8-F1827F2DFA22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9" name="Google Shape;55359;p67">
                <a:extLst>
                  <a:ext uri="{FF2B5EF4-FFF2-40B4-BE49-F238E27FC236}">
                    <a16:creationId xmlns:a16="http://schemas.microsoft.com/office/drawing/2014/main" id="{2E70C6A2-A0EC-333A-1268-5EF384B0E159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0" name="Google Shape;55360;p67">
                <a:extLst>
                  <a:ext uri="{FF2B5EF4-FFF2-40B4-BE49-F238E27FC236}">
                    <a16:creationId xmlns:a16="http://schemas.microsoft.com/office/drawing/2014/main" id="{497687FA-1350-6D1E-C326-4A51EE0755F6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1" name="Google Shape;55361;p67">
                <a:extLst>
                  <a:ext uri="{FF2B5EF4-FFF2-40B4-BE49-F238E27FC236}">
                    <a16:creationId xmlns:a16="http://schemas.microsoft.com/office/drawing/2014/main" id="{BEB3DA1D-C9BF-62A1-BA08-E7DA66B1E2A9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2" name="Google Shape;55362;p67">
                <a:extLst>
                  <a:ext uri="{FF2B5EF4-FFF2-40B4-BE49-F238E27FC236}">
                    <a16:creationId xmlns:a16="http://schemas.microsoft.com/office/drawing/2014/main" id="{46F7F9C4-59E9-EF6F-687B-760F4260E915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3" name="Google Shape;55363;p67">
                <a:extLst>
                  <a:ext uri="{FF2B5EF4-FFF2-40B4-BE49-F238E27FC236}">
                    <a16:creationId xmlns:a16="http://schemas.microsoft.com/office/drawing/2014/main" id="{4BDDDA37-F61B-29B3-1E9C-256688B72471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64" name="Google Shape;55364;p67">
              <a:extLst>
                <a:ext uri="{FF2B5EF4-FFF2-40B4-BE49-F238E27FC236}">
                  <a16:creationId xmlns:a16="http://schemas.microsoft.com/office/drawing/2014/main" id="{CE26647C-51D2-6EA6-5508-38CF1EA4D85C}"/>
                </a:ext>
              </a:extLst>
            </p:cNvPr>
            <p:cNvGrpSpPr/>
            <p:nvPr/>
          </p:nvGrpSpPr>
          <p:grpSpPr>
            <a:xfrm>
              <a:off x="8540302" y="3583017"/>
              <a:ext cx="394995" cy="416980"/>
              <a:chOff x="2193097" y="745802"/>
              <a:chExt cx="104549" cy="110368"/>
            </a:xfrm>
          </p:grpSpPr>
          <p:sp>
            <p:nvSpPr>
              <p:cNvPr id="55365" name="Google Shape;55365;p67">
                <a:extLst>
                  <a:ext uri="{FF2B5EF4-FFF2-40B4-BE49-F238E27FC236}">
                    <a16:creationId xmlns:a16="http://schemas.microsoft.com/office/drawing/2014/main" id="{539707D6-679D-E04D-B107-7AD4C7E00651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6" name="Google Shape;55366;p67">
                <a:extLst>
                  <a:ext uri="{FF2B5EF4-FFF2-40B4-BE49-F238E27FC236}">
                    <a16:creationId xmlns:a16="http://schemas.microsoft.com/office/drawing/2014/main" id="{A42CF556-26C7-1E32-96E3-DCD7A940F1B0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7" name="Google Shape;55367;p67">
                <a:extLst>
                  <a:ext uri="{FF2B5EF4-FFF2-40B4-BE49-F238E27FC236}">
                    <a16:creationId xmlns:a16="http://schemas.microsoft.com/office/drawing/2014/main" id="{C0E69425-563D-A8B9-5EBF-1E259210EC10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8" name="Google Shape;55368;p67">
                <a:extLst>
                  <a:ext uri="{FF2B5EF4-FFF2-40B4-BE49-F238E27FC236}">
                    <a16:creationId xmlns:a16="http://schemas.microsoft.com/office/drawing/2014/main" id="{47338621-87A2-7DF2-F1BA-5CFDCDF87AC7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9" name="Google Shape;55369;p67">
                <a:extLst>
                  <a:ext uri="{FF2B5EF4-FFF2-40B4-BE49-F238E27FC236}">
                    <a16:creationId xmlns:a16="http://schemas.microsoft.com/office/drawing/2014/main" id="{5DFCC667-CD8F-A1D8-999A-04F2F9857412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0" name="Google Shape;55370;p67">
                <a:extLst>
                  <a:ext uri="{FF2B5EF4-FFF2-40B4-BE49-F238E27FC236}">
                    <a16:creationId xmlns:a16="http://schemas.microsoft.com/office/drawing/2014/main" id="{3729ED07-464F-6020-ADF1-8431529F9EFC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1" name="Google Shape;55371;p67">
                <a:extLst>
                  <a:ext uri="{FF2B5EF4-FFF2-40B4-BE49-F238E27FC236}">
                    <a16:creationId xmlns:a16="http://schemas.microsoft.com/office/drawing/2014/main" id="{0A50E457-1ED1-087E-27FF-90F5CBA37FA2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2" name="Google Shape;55372;p67">
                <a:extLst>
                  <a:ext uri="{FF2B5EF4-FFF2-40B4-BE49-F238E27FC236}">
                    <a16:creationId xmlns:a16="http://schemas.microsoft.com/office/drawing/2014/main" id="{110CF51D-F5C4-BF18-AA37-D73232472B8D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3" name="Google Shape;55373;p67">
                <a:extLst>
                  <a:ext uri="{FF2B5EF4-FFF2-40B4-BE49-F238E27FC236}">
                    <a16:creationId xmlns:a16="http://schemas.microsoft.com/office/drawing/2014/main" id="{D940296A-711C-BEC7-0328-34B1399F23C7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4" name="Google Shape;55374;p67">
                <a:extLst>
                  <a:ext uri="{FF2B5EF4-FFF2-40B4-BE49-F238E27FC236}">
                    <a16:creationId xmlns:a16="http://schemas.microsoft.com/office/drawing/2014/main" id="{081E9A57-D797-3085-2888-00405F438A0E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5" name="Google Shape;55375;p67">
                <a:extLst>
                  <a:ext uri="{FF2B5EF4-FFF2-40B4-BE49-F238E27FC236}">
                    <a16:creationId xmlns:a16="http://schemas.microsoft.com/office/drawing/2014/main" id="{C7EFA0BC-F0BF-C281-8EC9-752F85908DBB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6" name="Google Shape;55376;p67">
                <a:extLst>
                  <a:ext uri="{FF2B5EF4-FFF2-40B4-BE49-F238E27FC236}">
                    <a16:creationId xmlns:a16="http://schemas.microsoft.com/office/drawing/2014/main" id="{C18EA5C4-16C9-980D-A070-CD59D9CA89E7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7" name="Google Shape;55377;p67">
                <a:extLst>
                  <a:ext uri="{FF2B5EF4-FFF2-40B4-BE49-F238E27FC236}">
                    <a16:creationId xmlns:a16="http://schemas.microsoft.com/office/drawing/2014/main" id="{E59FF6E8-8BE9-1C51-9678-2EE6831F65F8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8" name="Google Shape;55378;p67">
                <a:extLst>
                  <a:ext uri="{FF2B5EF4-FFF2-40B4-BE49-F238E27FC236}">
                    <a16:creationId xmlns:a16="http://schemas.microsoft.com/office/drawing/2014/main" id="{B047EDF1-9113-BF04-F721-49725F5F2457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79" name="Google Shape;55379;p67">
              <a:extLst>
                <a:ext uri="{FF2B5EF4-FFF2-40B4-BE49-F238E27FC236}">
                  <a16:creationId xmlns:a16="http://schemas.microsoft.com/office/drawing/2014/main" id="{C34920B1-567A-9163-08D0-A6210F98FB04}"/>
                </a:ext>
              </a:extLst>
            </p:cNvPr>
            <p:cNvGrpSpPr/>
            <p:nvPr/>
          </p:nvGrpSpPr>
          <p:grpSpPr>
            <a:xfrm>
              <a:off x="8218502" y="2828861"/>
              <a:ext cx="394995" cy="416980"/>
              <a:chOff x="2193097" y="745802"/>
              <a:chExt cx="104549" cy="110368"/>
            </a:xfrm>
          </p:grpSpPr>
          <p:sp>
            <p:nvSpPr>
              <p:cNvPr id="55380" name="Google Shape;55380;p67">
                <a:extLst>
                  <a:ext uri="{FF2B5EF4-FFF2-40B4-BE49-F238E27FC236}">
                    <a16:creationId xmlns:a16="http://schemas.microsoft.com/office/drawing/2014/main" id="{C594C485-F9FB-4F5E-CF2A-828B3BFF9911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1" name="Google Shape;55381;p67">
                <a:extLst>
                  <a:ext uri="{FF2B5EF4-FFF2-40B4-BE49-F238E27FC236}">
                    <a16:creationId xmlns:a16="http://schemas.microsoft.com/office/drawing/2014/main" id="{91B93FC1-5AA7-65F8-FE8F-91B4041A59DB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2" name="Google Shape;55382;p67">
                <a:extLst>
                  <a:ext uri="{FF2B5EF4-FFF2-40B4-BE49-F238E27FC236}">
                    <a16:creationId xmlns:a16="http://schemas.microsoft.com/office/drawing/2014/main" id="{9EDEBEB7-5385-F023-4AD7-C333DB336EDF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3" name="Google Shape;55383;p67">
                <a:extLst>
                  <a:ext uri="{FF2B5EF4-FFF2-40B4-BE49-F238E27FC236}">
                    <a16:creationId xmlns:a16="http://schemas.microsoft.com/office/drawing/2014/main" id="{320B7C73-6345-A0FF-A46C-3163F6FE52F1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4" name="Google Shape;55384;p67">
                <a:extLst>
                  <a:ext uri="{FF2B5EF4-FFF2-40B4-BE49-F238E27FC236}">
                    <a16:creationId xmlns:a16="http://schemas.microsoft.com/office/drawing/2014/main" id="{DABF24A3-D3E9-A241-39B4-4F03B90B4FA0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5" name="Google Shape;55385;p67">
                <a:extLst>
                  <a:ext uri="{FF2B5EF4-FFF2-40B4-BE49-F238E27FC236}">
                    <a16:creationId xmlns:a16="http://schemas.microsoft.com/office/drawing/2014/main" id="{9C9C8D10-DE66-EC9E-5587-102D04ABF2D7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6" name="Google Shape;55386;p67">
                <a:extLst>
                  <a:ext uri="{FF2B5EF4-FFF2-40B4-BE49-F238E27FC236}">
                    <a16:creationId xmlns:a16="http://schemas.microsoft.com/office/drawing/2014/main" id="{F4E81BFC-F2FE-1DF1-FAE5-76E8D6A31749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7" name="Google Shape;55387;p67">
                <a:extLst>
                  <a:ext uri="{FF2B5EF4-FFF2-40B4-BE49-F238E27FC236}">
                    <a16:creationId xmlns:a16="http://schemas.microsoft.com/office/drawing/2014/main" id="{4DB190DD-F108-E0D3-311E-312DDB52EFDE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8" name="Google Shape;55388;p67">
                <a:extLst>
                  <a:ext uri="{FF2B5EF4-FFF2-40B4-BE49-F238E27FC236}">
                    <a16:creationId xmlns:a16="http://schemas.microsoft.com/office/drawing/2014/main" id="{E4A3F64A-6DB0-FFD6-63C0-FE3BBBFE217C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9" name="Google Shape;55389;p67">
                <a:extLst>
                  <a:ext uri="{FF2B5EF4-FFF2-40B4-BE49-F238E27FC236}">
                    <a16:creationId xmlns:a16="http://schemas.microsoft.com/office/drawing/2014/main" id="{3D5D25DF-D429-D012-26E3-119ED2E3B956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0" name="Google Shape;55390;p67">
                <a:extLst>
                  <a:ext uri="{FF2B5EF4-FFF2-40B4-BE49-F238E27FC236}">
                    <a16:creationId xmlns:a16="http://schemas.microsoft.com/office/drawing/2014/main" id="{747D7250-6D60-BE92-F6AE-DCD982EA4E25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1" name="Google Shape;55391;p67">
                <a:extLst>
                  <a:ext uri="{FF2B5EF4-FFF2-40B4-BE49-F238E27FC236}">
                    <a16:creationId xmlns:a16="http://schemas.microsoft.com/office/drawing/2014/main" id="{0A5D242E-CB9F-5259-456D-D709862EF619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2" name="Google Shape;55392;p67">
                <a:extLst>
                  <a:ext uri="{FF2B5EF4-FFF2-40B4-BE49-F238E27FC236}">
                    <a16:creationId xmlns:a16="http://schemas.microsoft.com/office/drawing/2014/main" id="{92F87BEF-7A83-095A-119E-5F38E4EDCF90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3" name="Google Shape;55393;p67">
                <a:extLst>
                  <a:ext uri="{FF2B5EF4-FFF2-40B4-BE49-F238E27FC236}">
                    <a16:creationId xmlns:a16="http://schemas.microsoft.com/office/drawing/2014/main" id="{4EDFCBBD-0B2B-330E-8F2F-5409D7E09DC8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94" name="Google Shape;55394;p67">
              <a:extLst>
                <a:ext uri="{FF2B5EF4-FFF2-40B4-BE49-F238E27FC236}">
                  <a16:creationId xmlns:a16="http://schemas.microsoft.com/office/drawing/2014/main" id="{C24FC941-4B77-6714-67ED-A53422F420B9}"/>
                </a:ext>
              </a:extLst>
            </p:cNvPr>
            <p:cNvGrpSpPr/>
            <p:nvPr/>
          </p:nvGrpSpPr>
          <p:grpSpPr>
            <a:xfrm>
              <a:off x="6505889" y="2581395"/>
              <a:ext cx="394995" cy="416980"/>
              <a:chOff x="2193097" y="745802"/>
              <a:chExt cx="104549" cy="110368"/>
            </a:xfrm>
          </p:grpSpPr>
          <p:sp>
            <p:nvSpPr>
              <p:cNvPr id="55395" name="Google Shape;55395;p67">
                <a:extLst>
                  <a:ext uri="{FF2B5EF4-FFF2-40B4-BE49-F238E27FC236}">
                    <a16:creationId xmlns:a16="http://schemas.microsoft.com/office/drawing/2014/main" id="{CB3D2814-4291-AA2C-B235-8F1BFD020023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6" name="Google Shape;55396;p67">
                <a:extLst>
                  <a:ext uri="{FF2B5EF4-FFF2-40B4-BE49-F238E27FC236}">
                    <a16:creationId xmlns:a16="http://schemas.microsoft.com/office/drawing/2014/main" id="{E75B772F-332E-0F2C-AD58-2A95215D6EFD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7" name="Google Shape;55397;p67">
                <a:extLst>
                  <a:ext uri="{FF2B5EF4-FFF2-40B4-BE49-F238E27FC236}">
                    <a16:creationId xmlns:a16="http://schemas.microsoft.com/office/drawing/2014/main" id="{FDB6D14C-288F-C15C-E1CC-6DCDADB7E774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8" name="Google Shape;55398;p67">
                <a:extLst>
                  <a:ext uri="{FF2B5EF4-FFF2-40B4-BE49-F238E27FC236}">
                    <a16:creationId xmlns:a16="http://schemas.microsoft.com/office/drawing/2014/main" id="{5F0B3BEB-9217-E243-D498-54DB6EDBB376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9" name="Google Shape;55399;p67">
                <a:extLst>
                  <a:ext uri="{FF2B5EF4-FFF2-40B4-BE49-F238E27FC236}">
                    <a16:creationId xmlns:a16="http://schemas.microsoft.com/office/drawing/2014/main" id="{53DBFEAD-93EC-2ACB-FDBA-DD9EEECA8C18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0" name="Google Shape;55400;p67">
                <a:extLst>
                  <a:ext uri="{FF2B5EF4-FFF2-40B4-BE49-F238E27FC236}">
                    <a16:creationId xmlns:a16="http://schemas.microsoft.com/office/drawing/2014/main" id="{740FCE20-3D5C-FB32-9544-E518AE637EF5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1" name="Google Shape;55401;p67">
                <a:extLst>
                  <a:ext uri="{FF2B5EF4-FFF2-40B4-BE49-F238E27FC236}">
                    <a16:creationId xmlns:a16="http://schemas.microsoft.com/office/drawing/2014/main" id="{9C43284F-D31B-0760-361A-3E4F620182DE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2" name="Google Shape;55402;p67">
                <a:extLst>
                  <a:ext uri="{FF2B5EF4-FFF2-40B4-BE49-F238E27FC236}">
                    <a16:creationId xmlns:a16="http://schemas.microsoft.com/office/drawing/2014/main" id="{8447874A-A1FB-13E9-8BC9-2F93CD928EDC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3" name="Google Shape;55403;p67">
                <a:extLst>
                  <a:ext uri="{FF2B5EF4-FFF2-40B4-BE49-F238E27FC236}">
                    <a16:creationId xmlns:a16="http://schemas.microsoft.com/office/drawing/2014/main" id="{71F57090-ADA9-0222-C974-A3287856DDE9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4" name="Google Shape;55404;p67">
                <a:extLst>
                  <a:ext uri="{FF2B5EF4-FFF2-40B4-BE49-F238E27FC236}">
                    <a16:creationId xmlns:a16="http://schemas.microsoft.com/office/drawing/2014/main" id="{7636725A-C8B1-4393-E6FD-BE6769622CA3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5" name="Google Shape;55405;p67">
                <a:extLst>
                  <a:ext uri="{FF2B5EF4-FFF2-40B4-BE49-F238E27FC236}">
                    <a16:creationId xmlns:a16="http://schemas.microsoft.com/office/drawing/2014/main" id="{ED7FED89-EA7C-C5D1-9CE3-9B23651A0C3D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6" name="Google Shape;55406;p67">
                <a:extLst>
                  <a:ext uri="{FF2B5EF4-FFF2-40B4-BE49-F238E27FC236}">
                    <a16:creationId xmlns:a16="http://schemas.microsoft.com/office/drawing/2014/main" id="{CAB67951-E88F-FA51-8E92-D68800A6EF6B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7" name="Google Shape;55407;p67">
                <a:extLst>
                  <a:ext uri="{FF2B5EF4-FFF2-40B4-BE49-F238E27FC236}">
                    <a16:creationId xmlns:a16="http://schemas.microsoft.com/office/drawing/2014/main" id="{D4CD8AEC-F985-416C-AC43-DBC1352026D0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8" name="Google Shape;55408;p67">
                <a:extLst>
                  <a:ext uri="{FF2B5EF4-FFF2-40B4-BE49-F238E27FC236}">
                    <a16:creationId xmlns:a16="http://schemas.microsoft.com/office/drawing/2014/main" id="{56041FA2-1443-C74F-8720-416B77B39A1C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09" name="Google Shape;55409;p67">
              <a:extLst>
                <a:ext uri="{FF2B5EF4-FFF2-40B4-BE49-F238E27FC236}">
                  <a16:creationId xmlns:a16="http://schemas.microsoft.com/office/drawing/2014/main" id="{4F7D24F0-5AD1-5462-5389-78B4CAB506E9}"/>
                </a:ext>
              </a:extLst>
            </p:cNvPr>
            <p:cNvGrpSpPr/>
            <p:nvPr/>
          </p:nvGrpSpPr>
          <p:grpSpPr>
            <a:xfrm>
              <a:off x="7056028" y="2258793"/>
              <a:ext cx="394995" cy="416980"/>
              <a:chOff x="2193097" y="745802"/>
              <a:chExt cx="104549" cy="110368"/>
            </a:xfrm>
          </p:grpSpPr>
          <p:sp>
            <p:nvSpPr>
              <p:cNvPr id="55410" name="Google Shape;55410;p67">
                <a:extLst>
                  <a:ext uri="{FF2B5EF4-FFF2-40B4-BE49-F238E27FC236}">
                    <a16:creationId xmlns:a16="http://schemas.microsoft.com/office/drawing/2014/main" id="{BAC82F53-04A9-6006-2FCD-F65CF8DEF315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1" name="Google Shape;55411;p67">
                <a:extLst>
                  <a:ext uri="{FF2B5EF4-FFF2-40B4-BE49-F238E27FC236}">
                    <a16:creationId xmlns:a16="http://schemas.microsoft.com/office/drawing/2014/main" id="{393A9331-0CB5-F49C-5251-307BB830F5F3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2" name="Google Shape;55412;p67">
                <a:extLst>
                  <a:ext uri="{FF2B5EF4-FFF2-40B4-BE49-F238E27FC236}">
                    <a16:creationId xmlns:a16="http://schemas.microsoft.com/office/drawing/2014/main" id="{4ABB08AF-E3FA-9718-7760-7958ED1B1DC3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3" name="Google Shape;55413;p67">
                <a:extLst>
                  <a:ext uri="{FF2B5EF4-FFF2-40B4-BE49-F238E27FC236}">
                    <a16:creationId xmlns:a16="http://schemas.microsoft.com/office/drawing/2014/main" id="{6AABFE31-FB88-F425-27D7-2A678E3C8EF4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4" name="Google Shape;55414;p67">
                <a:extLst>
                  <a:ext uri="{FF2B5EF4-FFF2-40B4-BE49-F238E27FC236}">
                    <a16:creationId xmlns:a16="http://schemas.microsoft.com/office/drawing/2014/main" id="{1EED6524-2A4F-7515-44A8-66296E2ED412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5" name="Google Shape;55415;p67">
                <a:extLst>
                  <a:ext uri="{FF2B5EF4-FFF2-40B4-BE49-F238E27FC236}">
                    <a16:creationId xmlns:a16="http://schemas.microsoft.com/office/drawing/2014/main" id="{5386D72F-F292-56E8-775B-2FAF84B97B51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6" name="Google Shape;55416;p67">
                <a:extLst>
                  <a:ext uri="{FF2B5EF4-FFF2-40B4-BE49-F238E27FC236}">
                    <a16:creationId xmlns:a16="http://schemas.microsoft.com/office/drawing/2014/main" id="{F2786DD5-3D27-D5BD-EAA6-F5C98531CB9D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7" name="Google Shape;55417;p67">
                <a:extLst>
                  <a:ext uri="{FF2B5EF4-FFF2-40B4-BE49-F238E27FC236}">
                    <a16:creationId xmlns:a16="http://schemas.microsoft.com/office/drawing/2014/main" id="{65703AD1-9171-AFB4-E182-39389E3316E2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8" name="Google Shape;55418;p67">
                <a:extLst>
                  <a:ext uri="{FF2B5EF4-FFF2-40B4-BE49-F238E27FC236}">
                    <a16:creationId xmlns:a16="http://schemas.microsoft.com/office/drawing/2014/main" id="{28E629CC-04C2-9452-0ABC-2A6B68142A55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9" name="Google Shape;55419;p67">
                <a:extLst>
                  <a:ext uri="{FF2B5EF4-FFF2-40B4-BE49-F238E27FC236}">
                    <a16:creationId xmlns:a16="http://schemas.microsoft.com/office/drawing/2014/main" id="{C307823F-CAB2-1E20-7124-990DDFF15F6D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0" name="Google Shape;55420;p67">
                <a:extLst>
                  <a:ext uri="{FF2B5EF4-FFF2-40B4-BE49-F238E27FC236}">
                    <a16:creationId xmlns:a16="http://schemas.microsoft.com/office/drawing/2014/main" id="{092A3C98-48CA-0275-21AF-2AD321CA8780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1" name="Google Shape;55421;p67">
                <a:extLst>
                  <a:ext uri="{FF2B5EF4-FFF2-40B4-BE49-F238E27FC236}">
                    <a16:creationId xmlns:a16="http://schemas.microsoft.com/office/drawing/2014/main" id="{77422712-CA57-EA71-5DF8-0FE378815E0E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2" name="Google Shape;55422;p67">
                <a:extLst>
                  <a:ext uri="{FF2B5EF4-FFF2-40B4-BE49-F238E27FC236}">
                    <a16:creationId xmlns:a16="http://schemas.microsoft.com/office/drawing/2014/main" id="{B4A70ECF-8DB1-8CA1-849E-CA20A6D7CD9B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3" name="Google Shape;55423;p67">
                <a:extLst>
                  <a:ext uri="{FF2B5EF4-FFF2-40B4-BE49-F238E27FC236}">
                    <a16:creationId xmlns:a16="http://schemas.microsoft.com/office/drawing/2014/main" id="{8147E4F5-9D40-CD9E-3F47-AB5C405D990E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24" name="Google Shape;55424;p67">
              <a:extLst>
                <a:ext uri="{FF2B5EF4-FFF2-40B4-BE49-F238E27FC236}">
                  <a16:creationId xmlns:a16="http://schemas.microsoft.com/office/drawing/2014/main" id="{3AE5135D-FCCD-49A5-3DCD-38B49B5DA40F}"/>
                </a:ext>
              </a:extLst>
            </p:cNvPr>
            <p:cNvGrpSpPr/>
            <p:nvPr/>
          </p:nvGrpSpPr>
          <p:grpSpPr>
            <a:xfrm>
              <a:off x="5993201" y="1618074"/>
              <a:ext cx="394995" cy="416980"/>
              <a:chOff x="2193097" y="745802"/>
              <a:chExt cx="104549" cy="110368"/>
            </a:xfrm>
          </p:grpSpPr>
          <p:sp>
            <p:nvSpPr>
              <p:cNvPr id="55425" name="Google Shape;55425;p67">
                <a:extLst>
                  <a:ext uri="{FF2B5EF4-FFF2-40B4-BE49-F238E27FC236}">
                    <a16:creationId xmlns:a16="http://schemas.microsoft.com/office/drawing/2014/main" id="{3E7D7879-C8F5-7C3A-4F86-DC45BF8B99E1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6" name="Google Shape;55426;p67">
                <a:extLst>
                  <a:ext uri="{FF2B5EF4-FFF2-40B4-BE49-F238E27FC236}">
                    <a16:creationId xmlns:a16="http://schemas.microsoft.com/office/drawing/2014/main" id="{2B1E1B2C-2C95-ACA4-4069-323B8DE42AB0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7" name="Google Shape;55427;p67">
                <a:extLst>
                  <a:ext uri="{FF2B5EF4-FFF2-40B4-BE49-F238E27FC236}">
                    <a16:creationId xmlns:a16="http://schemas.microsoft.com/office/drawing/2014/main" id="{40838139-DD4F-FB00-9942-4CE26FB65313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8" name="Google Shape;55428;p67">
                <a:extLst>
                  <a:ext uri="{FF2B5EF4-FFF2-40B4-BE49-F238E27FC236}">
                    <a16:creationId xmlns:a16="http://schemas.microsoft.com/office/drawing/2014/main" id="{43983F00-246A-13FB-DD8B-2747C64BA80E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9" name="Google Shape;55429;p67">
                <a:extLst>
                  <a:ext uri="{FF2B5EF4-FFF2-40B4-BE49-F238E27FC236}">
                    <a16:creationId xmlns:a16="http://schemas.microsoft.com/office/drawing/2014/main" id="{3DB5C034-CC34-F0F1-BA2A-15D702AA27ED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0" name="Google Shape;55430;p67">
                <a:extLst>
                  <a:ext uri="{FF2B5EF4-FFF2-40B4-BE49-F238E27FC236}">
                    <a16:creationId xmlns:a16="http://schemas.microsoft.com/office/drawing/2014/main" id="{DEA82889-8652-1FB6-DFE2-8E7EDE0110D0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1" name="Google Shape;55431;p67">
                <a:extLst>
                  <a:ext uri="{FF2B5EF4-FFF2-40B4-BE49-F238E27FC236}">
                    <a16:creationId xmlns:a16="http://schemas.microsoft.com/office/drawing/2014/main" id="{C66C1758-D341-50F0-A25A-ACEF73ADA579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2" name="Google Shape;55432;p67">
                <a:extLst>
                  <a:ext uri="{FF2B5EF4-FFF2-40B4-BE49-F238E27FC236}">
                    <a16:creationId xmlns:a16="http://schemas.microsoft.com/office/drawing/2014/main" id="{5D4D59F9-77E1-135A-774A-655120868D0E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3" name="Google Shape;55433;p67">
                <a:extLst>
                  <a:ext uri="{FF2B5EF4-FFF2-40B4-BE49-F238E27FC236}">
                    <a16:creationId xmlns:a16="http://schemas.microsoft.com/office/drawing/2014/main" id="{0B1D6CC4-86A5-28C5-CA3A-2AB8905AF43F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4" name="Google Shape;55434;p67">
                <a:extLst>
                  <a:ext uri="{FF2B5EF4-FFF2-40B4-BE49-F238E27FC236}">
                    <a16:creationId xmlns:a16="http://schemas.microsoft.com/office/drawing/2014/main" id="{22282C7E-6851-25E7-BAFA-D846AA39433A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5" name="Google Shape;55435;p67">
                <a:extLst>
                  <a:ext uri="{FF2B5EF4-FFF2-40B4-BE49-F238E27FC236}">
                    <a16:creationId xmlns:a16="http://schemas.microsoft.com/office/drawing/2014/main" id="{3B09EA16-D2BA-965C-8008-5DC70A158716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6" name="Google Shape;55436;p67">
                <a:extLst>
                  <a:ext uri="{FF2B5EF4-FFF2-40B4-BE49-F238E27FC236}">
                    <a16:creationId xmlns:a16="http://schemas.microsoft.com/office/drawing/2014/main" id="{95C88326-A80F-A0DE-E0C9-4D6C63564A4F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7" name="Google Shape;55437;p67">
                <a:extLst>
                  <a:ext uri="{FF2B5EF4-FFF2-40B4-BE49-F238E27FC236}">
                    <a16:creationId xmlns:a16="http://schemas.microsoft.com/office/drawing/2014/main" id="{D6D06892-A88B-AD60-5DE9-D7F0EA7CA687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8" name="Google Shape;55438;p67">
                <a:extLst>
                  <a:ext uri="{FF2B5EF4-FFF2-40B4-BE49-F238E27FC236}">
                    <a16:creationId xmlns:a16="http://schemas.microsoft.com/office/drawing/2014/main" id="{F8C32DBC-23E6-B385-2BFC-F39F31232D8D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39" name="Google Shape;55439;p67">
              <a:extLst>
                <a:ext uri="{FF2B5EF4-FFF2-40B4-BE49-F238E27FC236}">
                  <a16:creationId xmlns:a16="http://schemas.microsoft.com/office/drawing/2014/main" id="{A520B238-D4C5-FA49-65E7-7601C6F19B72}"/>
                </a:ext>
              </a:extLst>
            </p:cNvPr>
            <p:cNvGrpSpPr/>
            <p:nvPr/>
          </p:nvGrpSpPr>
          <p:grpSpPr>
            <a:xfrm>
              <a:off x="7663782" y="1471201"/>
              <a:ext cx="394995" cy="416980"/>
              <a:chOff x="2193097" y="745802"/>
              <a:chExt cx="104549" cy="110368"/>
            </a:xfrm>
          </p:grpSpPr>
          <p:sp>
            <p:nvSpPr>
              <p:cNvPr id="55440" name="Google Shape;55440;p67">
                <a:extLst>
                  <a:ext uri="{FF2B5EF4-FFF2-40B4-BE49-F238E27FC236}">
                    <a16:creationId xmlns:a16="http://schemas.microsoft.com/office/drawing/2014/main" id="{7A301443-06D2-4708-2D0F-FED006015831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1" name="Google Shape;55441;p67">
                <a:extLst>
                  <a:ext uri="{FF2B5EF4-FFF2-40B4-BE49-F238E27FC236}">
                    <a16:creationId xmlns:a16="http://schemas.microsoft.com/office/drawing/2014/main" id="{411D0AB8-83E3-8E9C-CFC8-8095EE8BCCF4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2" name="Google Shape;55442;p67">
                <a:extLst>
                  <a:ext uri="{FF2B5EF4-FFF2-40B4-BE49-F238E27FC236}">
                    <a16:creationId xmlns:a16="http://schemas.microsoft.com/office/drawing/2014/main" id="{10E72C85-E474-0325-B2EE-EE17F605B1C8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3" name="Google Shape;55443;p67">
                <a:extLst>
                  <a:ext uri="{FF2B5EF4-FFF2-40B4-BE49-F238E27FC236}">
                    <a16:creationId xmlns:a16="http://schemas.microsoft.com/office/drawing/2014/main" id="{2AF29400-7AF1-8E29-5AC2-8859F74C9EB7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4" name="Google Shape;55444;p67">
                <a:extLst>
                  <a:ext uri="{FF2B5EF4-FFF2-40B4-BE49-F238E27FC236}">
                    <a16:creationId xmlns:a16="http://schemas.microsoft.com/office/drawing/2014/main" id="{3824198D-E8F6-21A2-ED12-3A33B316F726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5" name="Google Shape;55445;p67">
                <a:extLst>
                  <a:ext uri="{FF2B5EF4-FFF2-40B4-BE49-F238E27FC236}">
                    <a16:creationId xmlns:a16="http://schemas.microsoft.com/office/drawing/2014/main" id="{42B6B67D-C1E1-740F-A243-01EDD78CDB9F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6" name="Google Shape;55446;p67">
                <a:extLst>
                  <a:ext uri="{FF2B5EF4-FFF2-40B4-BE49-F238E27FC236}">
                    <a16:creationId xmlns:a16="http://schemas.microsoft.com/office/drawing/2014/main" id="{DD66DBE4-2DE9-E013-18A5-B6C2B2CA66A4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7" name="Google Shape;55447;p67">
                <a:extLst>
                  <a:ext uri="{FF2B5EF4-FFF2-40B4-BE49-F238E27FC236}">
                    <a16:creationId xmlns:a16="http://schemas.microsoft.com/office/drawing/2014/main" id="{AF77BF6A-B46A-16EB-A53B-97A2A2BA8DCB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8" name="Google Shape;55448;p67">
                <a:extLst>
                  <a:ext uri="{FF2B5EF4-FFF2-40B4-BE49-F238E27FC236}">
                    <a16:creationId xmlns:a16="http://schemas.microsoft.com/office/drawing/2014/main" id="{17967450-999B-DFC4-99A3-D36C438DDEBD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9" name="Google Shape;55449;p67">
                <a:extLst>
                  <a:ext uri="{FF2B5EF4-FFF2-40B4-BE49-F238E27FC236}">
                    <a16:creationId xmlns:a16="http://schemas.microsoft.com/office/drawing/2014/main" id="{27E190B1-E161-3683-D941-C8C9D0DD8894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0" name="Google Shape;55450;p67">
                <a:extLst>
                  <a:ext uri="{FF2B5EF4-FFF2-40B4-BE49-F238E27FC236}">
                    <a16:creationId xmlns:a16="http://schemas.microsoft.com/office/drawing/2014/main" id="{15928375-F3E5-7D59-3C1B-0039C004F137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1" name="Google Shape;55451;p67">
                <a:extLst>
                  <a:ext uri="{FF2B5EF4-FFF2-40B4-BE49-F238E27FC236}">
                    <a16:creationId xmlns:a16="http://schemas.microsoft.com/office/drawing/2014/main" id="{B0F6603D-DFD8-B254-D99A-C90D4DBC3B97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2" name="Google Shape;55452;p67">
                <a:extLst>
                  <a:ext uri="{FF2B5EF4-FFF2-40B4-BE49-F238E27FC236}">
                    <a16:creationId xmlns:a16="http://schemas.microsoft.com/office/drawing/2014/main" id="{3E922233-C8CC-5B1D-1A14-EA8402F6C3C1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3" name="Google Shape;55453;p67">
                <a:extLst>
                  <a:ext uri="{FF2B5EF4-FFF2-40B4-BE49-F238E27FC236}">
                    <a16:creationId xmlns:a16="http://schemas.microsoft.com/office/drawing/2014/main" id="{4C76331B-D085-4F94-8884-14EFFDEEEF2F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54" name="Google Shape;55454;p67">
              <a:extLst>
                <a:ext uri="{FF2B5EF4-FFF2-40B4-BE49-F238E27FC236}">
                  <a16:creationId xmlns:a16="http://schemas.microsoft.com/office/drawing/2014/main" id="{3E70C16A-9119-66E0-FEF3-1D131E65046F}"/>
                </a:ext>
              </a:extLst>
            </p:cNvPr>
            <p:cNvGrpSpPr/>
            <p:nvPr/>
          </p:nvGrpSpPr>
          <p:grpSpPr>
            <a:xfrm>
              <a:off x="5954128" y="3572478"/>
              <a:ext cx="211914" cy="206327"/>
              <a:chOff x="2070280" y="1284575"/>
              <a:chExt cx="56090" cy="54611"/>
            </a:xfrm>
          </p:grpSpPr>
          <p:sp>
            <p:nvSpPr>
              <p:cNvPr id="55455" name="Google Shape;55455;p67">
                <a:extLst>
                  <a:ext uri="{FF2B5EF4-FFF2-40B4-BE49-F238E27FC236}">
                    <a16:creationId xmlns:a16="http://schemas.microsoft.com/office/drawing/2014/main" id="{21E9434B-C647-1318-274F-E5185FA3572A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6" name="Google Shape;55456;p67">
                <a:extLst>
                  <a:ext uri="{FF2B5EF4-FFF2-40B4-BE49-F238E27FC236}">
                    <a16:creationId xmlns:a16="http://schemas.microsoft.com/office/drawing/2014/main" id="{67FA9063-4093-A93B-3584-A9F7C2BF3DB9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7" name="Google Shape;55457;p67">
                <a:extLst>
                  <a:ext uri="{FF2B5EF4-FFF2-40B4-BE49-F238E27FC236}">
                    <a16:creationId xmlns:a16="http://schemas.microsoft.com/office/drawing/2014/main" id="{22567DE6-E556-7BD8-CB6E-4B50E5176E32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8" name="Google Shape;55458;p67">
                <a:extLst>
                  <a:ext uri="{FF2B5EF4-FFF2-40B4-BE49-F238E27FC236}">
                    <a16:creationId xmlns:a16="http://schemas.microsoft.com/office/drawing/2014/main" id="{3052553A-7520-C8B8-0583-0414A0E65C18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9" name="Google Shape;55459;p67">
                <a:extLst>
                  <a:ext uri="{FF2B5EF4-FFF2-40B4-BE49-F238E27FC236}">
                    <a16:creationId xmlns:a16="http://schemas.microsoft.com/office/drawing/2014/main" id="{E54ED5DF-83F9-709D-6BF0-96DBF239BD59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0" name="Google Shape;55460;p67">
                <a:extLst>
                  <a:ext uri="{FF2B5EF4-FFF2-40B4-BE49-F238E27FC236}">
                    <a16:creationId xmlns:a16="http://schemas.microsoft.com/office/drawing/2014/main" id="{92091722-560E-34DC-41FA-01821557050A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1" name="Google Shape;55461;p67">
                <a:extLst>
                  <a:ext uri="{FF2B5EF4-FFF2-40B4-BE49-F238E27FC236}">
                    <a16:creationId xmlns:a16="http://schemas.microsoft.com/office/drawing/2014/main" id="{E3EFC278-D95E-34D1-9C5F-3009DBC6D95B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2" name="Google Shape;55462;p67">
                <a:extLst>
                  <a:ext uri="{FF2B5EF4-FFF2-40B4-BE49-F238E27FC236}">
                    <a16:creationId xmlns:a16="http://schemas.microsoft.com/office/drawing/2014/main" id="{98995414-4AA1-A1A0-D92C-3E628D06F09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3" name="Google Shape;55463;p67">
                <a:extLst>
                  <a:ext uri="{FF2B5EF4-FFF2-40B4-BE49-F238E27FC236}">
                    <a16:creationId xmlns:a16="http://schemas.microsoft.com/office/drawing/2014/main" id="{10D9A304-C346-A7FE-B575-C5A65B567262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4" name="Google Shape;55464;p67">
                <a:extLst>
                  <a:ext uri="{FF2B5EF4-FFF2-40B4-BE49-F238E27FC236}">
                    <a16:creationId xmlns:a16="http://schemas.microsoft.com/office/drawing/2014/main" id="{7AF8E126-8894-69E1-41D8-DE524E0CF8F9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5" name="Google Shape;55465;p67">
                <a:extLst>
                  <a:ext uri="{FF2B5EF4-FFF2-40B4-BE49-F238E27FC236}">
                    <a16:creationId xmlns:a16="http://schemas.microsoft.com/office/drawing/2014/main" id="{056B7153-5D9C-7903-5288-71010463C0FE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6" name="Google Shape;55466;p67">
                <a:extLst>
                  <a:ext uri="{FF2B5EF4-FFF2-40B4-BE49-F238E27FC236}">
                    <a16:creationId xmlns:a16="http://schemas.microsoft.com/office/drawing/2014/main" id="{42362B9D-8040-8D44-A6B2-C2B6F6057CA8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7" name="Google Shape;55467;p67">
                <a:extLst>
                  <a:ext uri="{FF2B5EF4-FFF2-40B4-BE49-F238E27FC236}">
                    <a16:creationId xmlns:a16="http://schemas.microsoft.com/office/drawing/2014/main" id="{D67D91B0-BD44-73F6-6D70-9156384CD51C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8" name="Google Shape;55468;p67">
                <a:extLst>
                  <a:ext uri="{FF2B5EF4-FFF2-40B4-BE49-F238E27FC236}">
                    <a16:creationId xmlns:a16="http://schemas.microsoft.com/office/drawing/2014/main" id="{86B1D580-4CBE-994A-2F0B-6553BFEF8419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69" name="Google Shape;55469;p67">
              <a:extLst>
                <a:ext uri="{FF2B5EF4-FFF2-40B4-BE49-F238E27FC236}">
                  <a16:creationId xmlns:a16="http://schemas.microsoft.com/office/drawing/2014/main" id="{2C37E3EB-48E6-3E4A-A3FF-182611D3C169}"/>
                </a:ext>
              </a:extLst>
            </p:cNvPr>
            <p:cNvGrpSpPr/>
            <p:nvPr/>
          </p:nvGrpSpPr>
          <p:grpSpPr>
            <a:xfrm>
              <a:off x="6534350" y="3580129"/>
              <a:ext cx="211914" cy="206327"/>
              <a:chOff x="2070280" y="1284575"/>
              <a:chExt cx="56090" cy="54611"/>
            </a:xfrm>
          </p:grpSpPr>
          <p:sp>
            <p:nvSpPr>
              <p:cNvPr id="55470" name="Google Shape;55470;p67">
                <a:extLst>
                  <a:ext uri="{FF2B5EF4-FFF2-40B4-BE49-F238E27FC236}">
                    <a16:creationId xmlns:a16="http://schemas.microsoft.com/office/drawing/2014/main" id="{999F91A5-A269-63B9-033D-C9A3B0C42F01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1" name="Google Shape;55471;p67">
                <a:extLst>
                  <a:ext uri="{FF2B5EF4-FFF2-40B4-BE49-F238E27FC236}">
                    <a16:creationId xmlns:a16="http://schemas.microsoft.com/office/drawing/2014/main" id="{7B24E706-C819-98C8-FF83-C215C8409358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2" name="Google Shape;55472;p67">
                <a:extLst>
                  <a:ext uri="{FF2B5EF4-FFF2-40B4-BE49-F238E27FC236}">
                    <a16:creationId xmlns:a16="http://schemas.microsoft.com/office/drawing/2014/main" id="{CB3E403B-8A43-EA13-992E-7BF95FCE35C2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3" name="Google Shape;55473;p67">
                <a:extLst>
                  <a:ext uri="{FF2B5EF4-FFF2-40B4-BE49-F238E27FC236}">
                    <a16:creationId xmlns:a16="http://schemas.microsoft.com/office/drawing/2014/main" id="{0C20D933-5A08-EB59-3DD4-A061969F57F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4" name="Google Shape;55474;p67">
                <a:extLst>
                  <a:ext uri="{FF2B5EF4-FFF2-40B4-BE49-F238E27FC236}">
                    <a16:creationId xmlns:a16="http://schemas.microsoft.com/office/drawing/2014/main" id="{C5F3BC69-789E-78CC-1D51-8E70CB5C654C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5" name="Google Shape;55475;p67">
                <a:extLst>
                  <a:ext uri="{FF2B5EF4-FFF2-40B4-BE49-F238E27FC236}">
                    <a16:creationId xmlns:a16="http://schemas.microsoft.com/office/drawing/2014/main" id="{9EDE10C2-F8D1-4193-B19D-292FA4F8F2B0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6" name="Google Shape;55476;p67">
                <a:extLst>
                  <a:ext uri="{FF2B5EF4-FFF2-40B4-BE49-F238E27FC236}">
                    <a16:creationId xmlns:a16="http://schemas.microsoft.com/office/drawing/2014/main" id="{51EDBF54-5B95-C3EB-4146-A93AC1B70251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7" name="Google Shape;55477;p67">
                <a:extLst>
                  <a:ext uri="{FF2B5EF4-FFF2-40B4-BE49-F238E27FC236}">
                    <a16:creationId xmlns:a16="http://schemas.microsoft.com/office/drawing/2014/main" id="{54A8F5CF-A7EE-9492-8496-D4FF230E00F6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8" name="Google Shape;55478;p67">
                <a:extLst>
                  <a:ext uri="{FF2B5EF4-FFF2-40B4-BE49-F238E27FC236}">
                    <a16:creationId xmlns:a16="http://schemas.microsoft.com/office/drawing/2014/main" id="{07F2EEC3-100D-6187-5C78-689BCCD7E615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9" name="Google Shape;55479;p67">
                <a:extLst>
                  <a:ext uri="{FF2B5EF4-FFF2-40B4-BE49-F238E27FC236}">
                    <a16:creationId xmlns:a16="http://schemas.microsoft.com/office/drawing/2014/main" id="{CCF74F75-9382-4B20-41F5-4B23810628A2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0" name="Google Shape;55480;p67">
                <a:extLst>
                  <a:ext uri="{FF2B5EF4-FFF2-40B4-BE49-F238E27FC236}">
                    <a16:creationId xmlns:a16="http://schemas.microsoft.com/office/drawing/2014/main" id="{B3CA47E1-D9EC-7544-4207-F33FFDB82961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1" name="Google Shape;55481;p67">
                <a:extLst>
                  <a:ext uri="{FF2B5EF4-FFF2-40B4-BE49-F238E27FC236}">
                    <a16:creationId xmlns:a16="http://schemas.microsoft.com/office/drawing/2014/main" id="{BB0D1E01-2C36-5360-D5F8-BCE5D805A4BD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2" name="Google Shape;55482;p67">
                <a:extLst>
                  <a:ext uri="{FF2B5EF4-FFF2-40B4-BE49-F238E27FC236}">
                    <a16:creationId xmlns:a16="http://schemas.microsoft.com/office/drawing/2014/main" id="{B34F51E1-F67D-E75C-427D-8BACB245328D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3" name="Google Shape;55483;p67">
                <a:extLst>
                  <a:ext uri="{FF2B5EF4-FFF2-40B4-BE49-F238E27FC236}">
                    <a16:creationId xmlns:a16="http://schemas.microsoft.com/office/drawing/2014/main" id="{FF437BBF-8650-B259-22CA-FF993191A6C6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84" name="Google Shape;55484;p67">
              <a:extLst>
                <a:ext uri="{FF2B5EF4-FFF2-40B4-BE49-F238E27FC236}">
                  <a16:creationId xmlns:a16="http://schemas.microsoft.com/office/drawing/2014/main" id="{8BE1DBDB-722F-B1F0-0DA5-5FBF8E44AF00}"/>
                </a:ext>
              </a:extLst>
            </p:cNvPr>
            <p:cNvGrpSpPr/>
            <p:nvPr/>
          </p:nvGrpSpPr>
          <p:grpSpPr>
            <a:xfrm>
              <a:off x="8074020" y="2455011"/>
              <a:ext cx="211914" cy="206327"/>
              <a:chOff x="2070280" y="1284575"/>
              <a:chExt cx="56090" cy="54611"/>
            </a:xfrm>
          </p:grpSpPr>
          <p:sp>
            <p:nvSpPr>
              <p:cNvPr id="55485" name="Google Shape;55485;p67">
                <a:extLst>
                  <a:ext uri="{FF2B5EF4-FFF2-40B4-BE49-F238E27FC236}">
                    <a16:creationId xmlns:a16="http://schemas.microsoft.com/office/drawing/2014/main" id="{85FC11C0-B1CE-8105-3984-139CAAB8B281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6" name="Google Shape;55486;p67">
                <a:extLst>
                  <a:ext uri="{FF2B5EF4-FFF2-40B4-BE49-F238E27FC236}">
                    <a16:creationId xmlns:a16="http://schemas.microsoft.com/office/drawing/2014/main" id="{2725D53B-000E-4002-BB49-4B5B23DC6550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7" name="Google Shape;55487;p67">
                <a:extLst>
                  <a:ext uri="{FF2B5EF4-FFF2-40B4-BE49-F238E27FC236}">
                    <a16:creationId xmlns:a16="http://schemas.microsoft.com/office/drawing/2014/main" id="{BD85E0D2-1A78-0B65-2730-4C7F6796631B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8" name="Google Shape;55488;p67">
                <a:extLst>
                  <a:ext uri="{FF2B5EF4-FFF2-40B4-BE49-F238E27FC236}">
                    <a16:creationId xmlns:a16="http://schemas.microsoft.com/office/drawing/2014/main" id="{0DF989B7-8191-C154-F23F-6E9F294BE6F8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9" name="Google Shape;55489;p67">
                <a:extLst>
                  <a:ext uri="{FF2B5EF4-FFF2-40B4-BE49-F238E27FC236}">
                    <a16:creationId xmlns:a16="http://schemas.microsoft.com/office/drawing/2014/main" id="{E0C50528-68EF-ABCF-5769-DBBDA30D85F4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0" name="Google Shape;55490;p67">
                <a:extLst>
                  <a:ext uri="{FF2B5EF4-FFF2-40B4-BE49-F238E27FC236}">
                    <a16:creationId xmlns:a16="http://schemas.microsoft.com/office/drawing/2014/main" id="{F948D20B-51FA-5781-B4DE-6140EF492E9A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1" name="Google Shape;55491;p67">
                <a:extLst>
                  <a:ext uri="{FF2B5EF4-FFF2-40B4-BE49-F238E27FC236}">
                    <a16:creationId xmlns:a16="http://schemas.microsoft.com/office/drawing/2014/main" id="{C7441E21-1781-6B53-9855-A4BF0E8C5F5C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2" name="Google Shape;55492;p67">
                <a:extLst>
                  <a:ext uri="{FF2B5EF4-FFF2-40B4-BE49-F238E27FC236}">
                    <a16:creationId xmlns:a16="http://schemas.microsoft.com/office/drawing/2014/main" id="{3B496F31-A97E-29BC-B4D0-2549E9AC0C34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3" name="Google Shape;55493;p67">
                <a:extLst>
                  <a:ext uri="{FF2B5EF4-FFF2-40B4-BE49-F238E27FC236}">
                    <a16:creationId xmlns:a16="http://schemas.microsoft.com/office/drawing/2014/main" id="{C1F4147B-D97E-CE97-6C00-FD12D23A9D42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4" name="Google Shape;55494;p67">
                <a:extLst>
                  <a:ext uri="{FF2B5EF4-FFF2-40B4-BE49-F238E27FC236}">
                    <a16:creationId xmlns:a16="http://schemas.microsoft.com/office/drawing/2014/main" id="{0152EDAC-3598-807D-69A9-A9551DBB6F66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5" name="Google Shape;55495;p67">
                <a:extLst>
                  <a:ext uri="{FF2B5EF4-FFF2-40B4-BE49-F238E27FC236}">
                    <a16:creationId xmlns:a16="http://schemas.microsoft.com/office/drawing/2014/main" id="{BD27EFDB-9B4E-4831-90DD-C286C81E3F6D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6" name="Google Shape;55496;p67">
                <a:extLst>
                  <a:ext uri="{FF2B5EF4-FFF2-40B4-BE49-F238E27FC236}">
                    <a16:creationId xmlns:a16="http://schemas.microsoft.com/office/drawing/2014/main" id="{74F1A149-1722-E4CE-89DD-1E0BCEBAC682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7" name="Google Shape;55497;p67">
                <a:extLst>
                  <a:ext uri="{FF2B5EF4-FFF2-40B4-BE49-F238E27FC236}">
                    <a16:creationId xmlns:a16="http://schemas.microsoft.com/office/drawing/2014/main" id="{71B3302E-5128-01BA-A8D3-96BFC9B1FD8C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8" name="Google Shape;55498;p67">
                <a:extLst>
                  <a:ext uri="{FF2B5EF4-FFF2-40B4-BE49-F238E27FC236}">
                    <a16:creationId xmlns:a16="http://schemas.microsoft.com/office/drawing/2014/main" id="{BDC4858D-654B-7899-57D6-F9118151CD2A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99" name="Google Shape;55499;p67">
              <a:extLst>
                <a:ext uri="{FF2B5EF4-FFF2-40B4-BE49-F238E27FC236}">
                  <a16:creationId xmlns:a16="http://schemas.microsoft.com/office/drawing/2014/main" id="{F959817D-22AE-1D85-DF58-8FC90B4A8F76}"/>
                </a:ext>
              </a:extLst>
            </p:cNvPr>
            <p:cNvGrpSpPr/>
            <p:nvPr/>
          </p:nvGrpSpPr>
          <p:grpSpPr>
            <a:xfrm>
              <a:off x="7487470" y="2456522"/>
              <a:ext cx="211914" cy="206327"/>
              <a:chOff x="2070280" y="1284575"/>
              <a:chExt cx="56090" cy="54611"/>
            </a:xfrm>
          </p:grpSpPr>
          <p:sp>
            <p:nvSpPr>
              <p:cNvPr id="55500" name="Google Shape;55500;p67">
                <a:extLst>
                  <a:ext uri="{FF2B5EF4-FFF2-40B4-BE49-F238E27FC236}">
                    <a16:creationId xmlns:a16="http://schemas.microsoft.com/office/drawing/2014/main" id="{90578184-B802-1B5D-CD61-119511F364F2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1" name="Google Shape;55501;p67">
                <a:extLst>
                  <a:ext uri="{FF2B5EF4-FFF2-40B4-BE49-F238E27FC236}">
                    <a16:creationId xmlns:a16="http://schemas.microsoft.com/office/drawing/2014/main" id="{6F54907E-1199-C3E3-D562-A4B9A0399CA3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2" name="Google Shape;55502;p67">
                <a:extLst>
                  <a:ext uri="{FF2B5EF4-FFF2-40B4-BE49-F238E27FC236}">
                    <a16:creationId xmlns:a16="http://schemas.microsoft.com/office/drawing/2014/main" id="{AE1DD7D7-D049-B846-3B58-6681308E355E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3" name="Google Shape;55503;p67">
                <a:extLst>
                  <a:ext uri="{FF2B5EF4-FFF2-40B4-BE49-F238E27FC236}">
                    <a16:creationId xmlns:a16="http://schemas.microsoft.com/office/drawing/2014/main" id="{1A48DDD4-3B0E-FEC0-92A7-EB6DC0496CC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4" name="Google Shape;55504;p67">
                <a:extLst>
                  <a:ext uri="{FF2B5EF4-FFF2-40B4-BE49-F238E27FC236}">
                    <a16:creationId xmlns:a16="http://schemas.microsoft.com/office/drawing/2014/main" id="{EC3C3D94-77CB-E4B1-948C-AD90253FC44B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5" name="Google Shape;55505;p67">
                <a:extLst>
                  <a:ext uri="{FF2B5EF4-FFF2-40B4-BE49-F238E27FC236}">
                    <a16:creationId xmlns:a16="http://schemas.microsoft.com/office/drawing/2014/main" id="{77E8A1AC-10F0-1A6C-5471-82B6ACB2AEE4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6" name="Google Shape;55506;p67">
                <a:extLst>
                  <a:ext uri="{FF2B5EF4-FFF2-40B4-BE49-F238E27FC236}">
                    <a16:creationId xmlns:a16="http://schemas.microsoft.com/office/drawing/2014/main" id="{AA1EB99E-7CE7-6968-BD9C-0AF0BB8EF3D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7" name="Google Shape;55507;p67">
                <a:extLst>
                  <a:ext uri="{FF2B5EF4-FFF2-40B4-BE49-F238E27FC236}">
                    <a16:creationId xmlns:a16="http://schemas.microsoft.com/office/drawing/2014/main" id="{CE32C3F9-9614-2D1D-E86B-E577F13418AD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8" name="Google Shape;55508;p67">
                <a:extLst>
                  <a:ext uri="{FF2B5EF4-FFF2-40B4-BE49-F238E27FC236}">
                    <a16:creationId xmlns:a16="http://schemas.microsoft.com/office/drawing/2014/main" id="{2C101267-233A-7B96-0DC8-67D20A8BA84B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9" name="Google Shape;55509;p67">
                <a:extLst>
                  <a:ext uri="{FF2B5EF4-FFF2-40B4-BE49-F238E27FC236}">
                    <a16:creationId xmlns:a16="http://schemas.microsoft.com/office/drawing/2014/main" id="{529BE85B-40CC-5F5F-93E1-49EAE24B5609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0" name="Google Shape;55510;p67">
                <a:extLst>
                  <a:ext uri="{FF2B5EF4-FFF2-40B4-BE49-F238E27FC236}">
                    <a16:creationId xmlns:a16="http://schemas.microsoft.com/office/drawing/2014/main" id="{1784022A-A1DB-0911-ED11-A2E5B4B00B6C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1" name="Google Shape;55511;p67">
                <a:extLst>
                  <a:ext uri="{FF2B5EF4-FFF2-40B4-BE49-F238E27FC236}">
                    <a16:creationId xmlns:a16="http://schemas.microsoft.com/office/drawing/2014/main" id="{321604CF-99D7-604B-0F89-067A1A9DCCCA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2" name="Google Shape;55512;p67">
                <a:extLst>
                  <a:ext uri="{FF2B5EF4-FFF2-40B4-BE49-F238E27FC236}">
                    <a16:creationId xmlns:a16="http://schemas.microsoft.com/office/drawing/2014/main" id="{BB0B5A94-0EE9-86DE-9407-53B750E79BA5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3" name="Google Shape;55513;p67">
                <a:extLst>
                  <a:ext uri="{FF2B5EF4-FFF2-40B4-BE49-F238E27FC236}">
                    <a16:creationId xmlns:a16="http://schemas.microsoft.com/office/drawing/2014/main" id="{0AF4C282-6546-608B-CD0F-C15B8DD8EFCD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14" name="Google Shape;55514;p67">
              <a:extLst>
                <a:ext uri="{FF2B5EF4-FFF2-40B4-BE49-F238E27FC236}">
                  <a16:creationId xmlns:a16="http://schemas.microsoft.com/office/drawing/2014/main" id="{6CB40605-02A7-0992-2B58-3E31030DBED2}"/>
                </a:ext>
              </a:extLst>
            </p:cNvPr>
            <p:cNvGrpSpPr/>
            <p:nvPr/>
          </p:nvGrpSpPr>
          <p:grpSpPr>
            <a:xfrm>
              <a:off x="7489548" y="3231127"/>
              <a:ext cx="211914" cy="206327"/>
              <a:chOff x="2070280" y="1284575"/>
              <a:chExt cx="56090" cy="54611"/>
            </a:xfrm>
          </p:grpSpPr>
          <p:sp>
            <p:nvSpPr>
              <p:cNvPr id="55515" name="Google Shape;55515;p67">
                <a:extLst>
                  <a:ext uri="{FF2B5EF4-FFF2-40B4-BE49-F238E27FC236}">
                    <a16:creationId xmlns:a16="http://schemas.microsoft.com/office/drawing/2014/main" id="{1E6ED33D-6032-8369-BFB8-4728324FFD8E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6" name="Google Shape;55516;p67">
                <a:extLst>
                  <a:ext uri="{FF2B5EF4-FFF2-40B4-BE49-F238E27FC236}">
                    <a16:creationId xmlns:a16="http://schemas.microsoft.com/office/drawing/2014/main" id="{A83FFD33-0FFA-A33B-6A4A-A477DBBC7E1A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7" name="Google Shape;55517;p67">
                <a:extLst>
                  <a:ext uri="{FF2B5EF4-FFF2-40B4-BE49-F238E27FC236}">
                    <a16:creationId xmlns:a16="http://schemas.microsoft.com/office/drawing/2014/main" id="{6294D220-5EDF-AAF5-56EA-127F96EACEB8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8" name="Google Shape;55518;p67">
                <a:extLst>
                  <a:ext uri="{FF2B5EF4-FFF2-40B4-BE49-F238E27FC236}">
                    <a16:creationId xmlns:a16="http://schemas.microsoft.com/office/drawing/2014/main" id="{40666AA1-8CE2-F029-17FF-8A50F79B7EB0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9" name="Google Shape;55519;p67">
                <a:extLst>
                  <a:ext uri="{FF2B5EF4-FFF2-40B4-BE49-F238E27FC236}">
                    <a16:creationId xmlns:a16="http://schemas.microsoft.com/office/drawing/2014/main" id="{D9679822-92EB-DB4B-387E-0B75DA5AC6CE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0" name="Google Shape;55520;p67">
                <a:extLst>
                  <a:ext uri="{FF2B5EF4-FFF2-40B4-BE49-F238E27FC236}">
                    <a16:creationId xmlns:a16="http://schemas.microsoft.com/office/drawing/2014/main" id="{71495EED-EE36-02C0-4A8B-1E2B88DE170B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1" name="Google Shape;55521;p67">
                <a:extLst>
                  <a:ext uri="{FF2B5EF4-FFF2-40B4-BE49-F238E27FC236}">
                    <a16:creationId xmlns:a16="http://schemas.microsoft.com/office/drawing/2014/main" id="{838AB444-A30A-B606-84DF-EE0496AFDF6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2" name="Google Shape;55522;p67">
                <a:extLst>
                  <a:ext uri="{FF2B5EF4-FFF2-40B4-BE49-F238E27FC236}">
                    <a16:creationId xmlns:a16="http://schemas.microsoft.com/office/drawing/2014/main" id="{10C2A870-AD54-C5E9-9F50-80523B4901F8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3" name="Google Shape;55523;p67">
                <a:extLst>
                  <a:ext uri="{FF2B5EF4-FFF2-40B4-BE49-F238E27FC236}">
                    <a16:creationId xmlns:a16="http://schemas.microsoft.com/office/drawing/2014/main" id="{BF0B811E-6A34-523A-9901-07661A82DCAA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4" name="Google Shape;55524;p67">
                <a:extLst>
                  <a:ext uri="{FF2B5EF4-FFF2-40B4-BE49-F238E27FC236}">
                    <a16:creationId xmlns:a16="http://schemas.microsoft.com/office/drawing/2014/main" id="{F5784757-0265-6B7A-D98A-159F349EEFF8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5" name="Google Shape;55525;p67">
                <a:extLst>
                  <a:ext uri="{FF2B5EF4-FFF2-40B4-BE49-F238E27FC236}">
                    <a16:creationId xmlns:a16="http://schemas.microsoft.com/office/drawing/2014/main" id="{B2C7E2DC-17C5-E6D2-F10A-3EA9E220FF16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6" name="Google Shape;55526;p67">
                <a:extLst>
                  <a:ext uri="{FF2B5EF4-FFF2-40B4-BE49-F238E27FC236}">
                    <a16:creationId xmlns:a16="http://schemas.microsoft.com/office/drawing/2014/main" id="{534C9F0D-40F5-43D1-BBBF-4310E2384A9F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7" name="Google Shape;55527;p67">
                <a:extLst>
                  <a:ext uri="{FF2B5EF4-FFF2-40B4-BE49-F238E27FC236}">
                    <a16:creationId xmlns:a16="http://schemas.microsoft.com/office/drawing/2014/main" id="{F4B6D525-5269-BA82-C0C8-0E7ACED687F2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8" name="Google Shape;55528;p67">
                <a:extLst>
                  <a:ext uri="{FF2B5EF4-FFF2-40B4-BE49-F238E27FC236}">
                    <a16:creationId xmlns:a16="http://schemas.microsoft.com/office/drawing/2014/main" id="{8AD29C55-7E17-8C28-A5DB-855D2E4577B9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29" name="Google Shape;55529;p67">
              <a:extLst>
                <a:ext uri="{FF2B5EF4-FFF2-40B4-BE49-F238E27FC236}">
                  <a16:creationId xmlns:a16="http://schemas.microsoft.com/office/drawing/2014/main" id="{E9EBEB55-71AD-E23F-DE3B-3E3AE5139006}"/>
                </a:ext>
              </a:extLst>
            </p:cNvPr>
            <p:cNvGrpSpPr/>
            <p:nvPr/>
          </p:nvGrpSpPr>
          <p:grpSpPr>
            <a:xfrm>
              <a:off x="8113643" y="3413420"/>
              <a:ext cx="211914" cy="206327"/>
              <a:chOff x="2070280" y="1284575"/>
              <a:chExt cx="56090" cy="54611"/>
            </a:xfrm>
          </p:grpSpPr>
          <p:sp>
            <p:nvSpPr>
              <p:cNvPr id="55530" name="Google Shape;55530;p67">
                <a:extLst>
                  <a:ext uri="{FF2B5EF4-FFF2-40B4-BE49-F238E27FC236}">
                    <a16:creationId xmlns:a16="http://schemas.microsoft.com/office/drawing/2014/main" id="{5C048BCA-DCEF-E77C-A95C-0BD7AA1BC49A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1" name="Google Shape;55531;p67">
                <a:extLst>
                  <a:ext uri="{FF2B5EF4-FFF2-40B4-BE49-F238E27FC236}">
                    <a16:creationId xmlns:a16="http://schemas.microsoft.com/office/drawing/2014/main" id="{B80E9A58-2BD7-C0C9-4ACA-1E0A915FD621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2" name="Google Shape;55532;p67">
                <a:extLst>
                  <a:ext uri="{FF2B5EF4-FFF2-40B4-BE49-F238E27FC236}">
                    <a16:creationId xmlns:a16="http://schemas.microsoft.com/office/drawing/2014/main" id="{C27CE2E2-1A7C-23DC-9DF7-B4DE43B678CE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3" name="Google Shape;55533;p67">
                <a:extLst>
                  <a:ext uri="{FF2B5EF4-FFF2-40B4-BE49-F238E27FC236}">
                    <a16:creationId xmlns:a16="http://schemas.microsoft.com/office/drawing/2014/main" id="{C6CDAE9D-A896-1936-C6EB-F1CBC475579F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4" name="Google Shape;55534;p67">
                <a:extLst>
                  <a:ext uri="{FF2B5EF4-FFF2-40B4-BE49-F238E27FC236}">
                    <a16:creationId xmlns:a16="http://schemas.microsoft.com/office/drawing/2014/main" id="{798F5E26-7282-5062-EE9B-E170D4575FD7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5" name="Google Shape;55535;p67">
                <a:extLst>
                  <a:ext uri="{FF2B5EF4-FFF2-40B4-BE49-F238E27FC236}">
                    <a16:creationId xmlns:a16="http://schemas.microsoft.com/office/drawing/2014/main" id="{3ED40F89-1DEA-AE80-7F81-E654ADEA9C63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6" name="Google Shape;55536;p67">
                <a:extLst>
                  <a:ext uri="{FF2B5EF4-FFF2-40B4-BE49-F238E27FC236}">
                    <a16:creationId xmlns:a16="http://schemas.microsoft.com/office/drawing/2014/main" id="{40B52008-A83A-79F1-B743-6EBF031D4B21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7" name="Google Shape;55537;p67">
                <a:extLst>
                  <a:ext uri="{FF2B5EF4-FFF2-40B4-BE49-F238E27FC236}">
                    <a16:creationId xmlns:a16="http://schemas.microsoft.com/office/drawing/2014/main" id="{B070B508-D504-57E5-0816-B9A5A33F916D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8" name="Google Shape;55538;p67">
                <a:extLst>
                  <a:ext uri="{FF2B5EF4-FFF2-40B4-BE49-F238E27FC236}">
                    <a16:creationId xmlns:a16="http://schemas.microsoft.com/office/drawing/2014/main" id="{3B2F21A1-F70C-5854-CD73-F984704F20C7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9" name="Google Shape;55539;p67">
                <a:extLst>
                  <a:ext uri="{FF2B5EF4-FFF2-40B4-BE49-F238E27FC236}">
                    <a16:creationId xmlns:a16="http://schemas.microsoft.com/office/drawing/2014/main" id="{FEC2CAE8-17B3-3030-AF2F-B928DF20F895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0" name="Google Shape;55540;p67">
                <a:extLst>
                  <a:ext uri="{FF2B5EF4-FFF2-40B4-BE49-F238E27FC236}">
                    <a16:creationId xmlns:a16="http://schemas.microsoft.com/office/drawing/2014/main" id="{2FA80264-EC18-9DB9-67ED-2E77E9B97EB8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1" name="Google Shape;55541;p67">
                <a:extLst>
                  <a:ext uri="{FF2B5EF4-FFF2-40B4-BE49-F238E27FC236}">
                    <a16:creationId xmlns:a16="http://schemas.microsoft.com/office/drawing/2014/main" id="{86BA3408-4ABA-C125-2AED-D496E78DECF5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2" name="Google Shape;55542;p67">
                <a:extLst>
                  <a:ext uri="{FF2B5EF4-FFF2-40B4-BE49-F238E27FC236}">
                    <a16:creationId xmlns:a16="http://schemas.microsoft.com/office/drawing/2014/main" id="{FDA4A499-F05B-ED5B-D86C-AA29F1838B25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3" name="Google Shape;55543;p67">
                <a:extLst>
                  <a:ext uri="{FF2B5EF4-FFF2-40B4-BE49-F238E27FC236}">
                    <a16:creationId xmlns:a16="http://schemas.microsoft.com/office/drawing/2014/main" id="{3D8C2049-E883-0C57-B36D-170340DE5B1C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44" name="Google Shape;55544;p67">
              <a:extLst>
                <a:ext uri="{FF2B5EF4-FFF2-40B4-BE49-F238E27FC236}">
                  <a16:creationId xmlns:a16="http://schemas.microsoft.com/office/drawing/2014/main" id="{234DB4A5-241F-4AEA-5572-4E5604880702}"/>
                </a:ext>
              </a:extLst>
            </p:cNvPr>
            <p:cNvGrpSpPr/>
            <p:nvPr/>
          </p:nvGrpSpPr>
          <p:grpSpPr>
            <a:xfrm>
              <a:off x="6535063" y="4058726"/>
              <a:ext cx="166522" cy="162029"/>
              <a:chOff x="2070280" y="1284575"/>
              <a:chExt cx="56090" cy="54611"/>
            </a:xfrm>
          </p:grpSpPr>
          <p:sp>
            <p:nvSpPr>
              <p:cNvPr id="55545" name="Google Shape;55545;p67">
                <a:extLst>
                  <a:ext uri="{FF2B5EF4-FFF2-40B4-BE49-F238E27FC236}">
                    <a16:creationId xmlns:a16="http://schemas.microsoft.com/office/drawing/2014/main" id="{ADBA49CA-5199-CDDD-F805-651931880508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6" name="Google Shape;55546;p67">
                <a:extLst>
                  <a:ext uri="{FF2B5EF4-FFF2-40B4-BE49-F238E27FC236}">
                    <a16:creationId xmlns:a16="http://schemas.microsoft.com/office/drawing/2014/main" id="{D6B312D6-4825-BCF3-5151-62F54C6C11FD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7" name="Google Shape;55547;p67">
                <a:extLst>
                  <a:ext uri="{FF2B5EF4-FFF2-40B4-BE49-F238E27FC236}">
                    <a16:creationId xmlns:a16="http://schemas.microsoft.com/office/drawing/2014/main" id="{D2548B51-7D4F-0D80-F86E-CAB377EBE1F8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8" name="Google Shape;55548;p67">
                <a:extLst>
                  <a:ext uri="{FF2B5EF4-FFF2-40B4-BE49-F238E27FC236}">
                    <a16:creationId xmlns:a16="http://schemas.microsoft.com/office/drawing/2014/main" id="{F7EBADEF-7CFB-DAF3-1944-39C4CD2C25BA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9" name="Google Shape;55549;p67">
                <a:extLst>
                  <a:ext uri="{FF2B5EF4-FFF2-40B4-BE49-F238E27FC236}">
                    <a16:creationId xmlns:a16="http://schemas.microsoft.com/office/drawing/2014/main" id="{B28DC611-5B93-5F0E-CCF5-D9029F42A2A0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0" name="Google Shape;55550;p67">
                <a:extLst>
                  <a:ext uri="{FF2B5EF4-FFF2-40B4-BE49-F238E27FC236}">
                    <a16:creationId xmlns:a16="http://schemas.microsoft.com/office/drawing/2014/main" id="{C741084A-5B45-9159-5CE1-21F2A5B99F7E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1" name="Google Shape;55551;p67">
                <a:extLst>
                  <a:ext uri="{FF2B5EF4-FFF2-40B4-BE49-F238E27FC236}">
                    <a16:creationId xmlns:a16="http://schemas.microsoft.com/office/drawing/2014/main" id="{D1BA28E0-C025-BCED-846E-F924C9CE78F6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2" name="Google Shape;55552;p67">
                <a:extLst>
                  <a:ext uri="{FF2B5EF4-FFF2-40B4-BE49-F238E27FC236}">
                    <a16:creationId xmlns:a16="http://schemas.microsoft.com/office/drawing/2014/main" id="{B863CED4-C66D-6B41-2974-B394DA5AC8DE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3" name="Google Shape;55553;p67">
                <a:extLst>
                  <a:ext uri="{FF2B5EF4-FFF2-40B4-BE49-F238E27FC236}">
                    <a16:creationId xmlns:a16="http://schemas.microsoft.com/office/drawing/2014/main" id="{CF950D89-8494-63A9-A227-6B803AC9E991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4" name="Google Shape;55554;p67">
                <a:extLst>
                  <a:ext uri="{FF2B5EF4-FFF2-40B4-BE49-F238E27FC236}">
                    <a16:creationId xmlns:a16="http://schemas.microsoft.com/office/drawing/2014/main" id="{976C97F7-053B-31FB-5FD9-1814FA39301E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5" name="Google Shape;55555;p67">
                <a:extLst>
                  <a:ext uri="{FF2B5EF4-FFF2-40B4-BE49-F238E27FC236}">
                    <a16:creationId xmlns:a16="http://schemas.microsoft.com/office/drawing/2014/main" id="{1DC1E126-DC64-F3C9-D852-4C90D1A8BA99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6" name="Google Shape;55556;p67">
                <a:extLst>
                  <a:ext uri="{FF2B5EF4-FFF2-40B4-BE49-F238E27FC236}">
                    <a16:creationId xmlns:a16="http://schemas.microsoft.com/office/drawing/2014/main" id="{909390FD-A3BD-74AB-A22F-AD5DA06509B6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7" name="Google Shape;55557;p67">
                <a:extLst>
                  <a:ext uri="{FF2B5EF4-FFF2-40B4-BE49-F238E27FC236}">
                    <a16:creationId xmlns:a16="http://schemas.microsoft.com/office/drawing/2014/main" id="{2520B69A-950A-DED0-2EE2-1599F1ACEF7F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8" name="Google Shape;55558;p67">
                <a:extLst>
                  <a:ext uri="{FF2B5EF4-FFF2-40B4-BE49-F238E27FC236}">
                    <a16:creationId xmlns:a16="http://schemas.microsoft.com/office/drawing/2014/main" id="{32E6B3D2-9861-3B91-EF70-A1769A8B5082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59" name="Google Shape;55559;p67">
              <a:extLst>
                <a:ext uri="{FF2B5EF4-FFF2-40B4-BE49-F238E27FC236}">
                  <a16:creationId xmlns:a16="http://schemas.microsoft.com/office/drawing/2014/main" id="{39040024-A8FA-7F9F-0BB6-EDEBFAE92905}"/>
                </a:ext>
              </a:extLst>
            </p:cNvPr>
            <p:cNvGrpSpPr/>
            <p:nvPr/>
          </p:nvGrpSpPr>
          <p:grpSpPr>
            <a:xfrm>
              <a:off x="6052552" y="4350585"/>
              <a:ext cx="166522" cy="162029"/>
              <a:chOff x="2070280" y="1284575"/>
              <a:chExt cx="56090" cy="54611"/>
            </a:xfrm>
          </p:grpSpPr>
          <p:sp>
            <p:nvSpPr>
              <p:cNvPr id="55560" name="Google Shape;55560;p67">
                <a:extLst>
                  <a:ext uri="{FF2B5EF4-FFF2-40B4-BE49-F238E27FC236}">
                    <a16:creationId xmlns:a16="http://schemas.microsoft.com/office/drawing/2014/main" id="{7E1B90B0-6ADA-059C-D71D-CAD6721D61A1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1" name="Google Shape;55561;p67">
                <a:extLst>
                  <a:ext uri="{FF2B5EF4-FFF2-40B4-BE49-F238E27FC236}">
                    <a16:creationId xmlns:a16="http://schemas.microsoft.com/office/drawing/2014/main" id="{872529C7-78BD-2C2A-FB8D-8912AA68841A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2" name="Google Shape;55562;p67">
                <a:extLst>
                  <a:ext uri="{FF2B5EF4-FFF2-40B4-BE49-F238E27FC236}">
                    <a16:creationId xmlns:a16="http://schemas.microsoft.com/office/drawing/2014/main" id="{60D68606-175E-9B09-600A-33626F268E77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3" name="Google Shape;55563;p67">
                <a:extLst>
                  <a:ext uri="{FF2B5EF4-FFF2-40B4-BE49-F238E27FC236}">
                    <a16:creationId xmlns:a16="http://schemas.microsoft.com/office/drawing/2014/main" id="{9E863AD8-B6D9-74EB-8EEE-41DA626F817A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4" name="Google Shape;55564;p67">
                <a:extLst>
                  <a:ext uri="{FF2B5EF4-FFF2-40B4-BE49-F238E27FC236}">
                    <a16:creationId xmlns:a16="http://schemas.microsoft.com/office/drawing/2014/main" id="{C6EEE9E1-C58F-E72C-01F0-FBF1AE270C30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5" name="Google Shape;55565;p67">
                <a:extLst>
                  <a:ext uri="{FF2B5EF4-FFF2-40B4-BE49-F238E27FC236}">
                    <a16:creationId xmlns:a16="http://schemas.microsoft.com/office/drawing/2014/main" id="{B31DFDC0-70CD-F95D-759F-4A42023D01B3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6" name="Google Shape;55566;p67">
                <a:extLst>
                  <a:ext uri="{FF2B5EF4-FFF2-40B4-BE49-F238E27FC236}">
                    <a16:creationId xmlns:a16="http://schemas.microsoft.com/office/drawing/2014/main" id="{5448BAB3-489E-667E-4B16-A6B83753D6C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7" name="Google Shape;55567;p67">
                <a:extLst>
                  <a:ext uri="{FF2B5EF4-FFF2-40B4-BE49-F238E27FC236}">
                    <a16:creationId xmlns:a16="http://schemas.microsoft.com/office/drawing/2014/main" id="{B854D0CD-D14C-6B68-EA91-F78B5746D577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8" name="Google Shape;55568;p67">
                <a:extLst>
                  <a:ext uri="{FF2B5EF4-FFF2-40B4-BE49-F238E27FC236}">
                    <a16:creationId xmlns:a16="http://schemas.microsoft.com/office/drawing/2014/main" id="{5CA11ECB-877B-1FB9-24EB-0C1A3CDDE0ED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9" name="Google Shape;55569;p67">
                <a:extLst>
                  <a:ext uri="{FF2B5EF4-FFF2-40B4-BE49-F238E27FC236}">
                    <a16:creationId xmlns:a16="http://schemas.microsoft.com/office/drawing/2014/main" id="{9669A825-08B5-D4FC-1D6A-44C86F6B0344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0" name="Google Shape;55570;p67">
                <a:extLst>
                  <a:ext uri="{FF2B5EF4-FFF2-40B4-BE49-F238E27FC236}">
                    <a16:creationId xmlns:a16="http://schemas.microsoft.com/office/drawing/2014/main" id="{D6D8F5E8-5338-7552-3366-2024BC26AC5B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1" name="Google Shape;55571;p67">
                <a:extLst>
                  <a:ext uri="{FF2B5EF4-FFF2-40B4-BE49-F238E27FC236}">
                    <a16:creationId xmlns:a16="http://schemas.microsoft.com/office/drawing/2014/main" id="{76AE8065-E8F0-1AF3-5262-441E2041D3BF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2" name="Google Shape;55572;p67">
                <a:extLst>
                  <a:ext uri="{FF2B5EF4-FFF2-40B4-BE49-F238E27FC236}">
                    <a16:creationId xmlns:a16="http://schemas.microsoft.com/office/drawing/2014/main" id="{A937D05B-3556-1BB2-ABDB-F323049E2944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3" name="Google Shape;55573;p67">
                <a:extLst>
                  <a:ext uri="{FF2B5EF4-FFF2-40B4-BE49-F238E27FC236}">
                    <a16:creationId xmlns:a16="http://schemas.microsoft.com/office/drawing/2014/main" id="{9C26AFB1-DE9E-4DFC-0282-457B2027A94D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74" name="Google Shape;55574;p67">
              <a:extLst>
                <a:ext uri="{FF2B5EF4-FFF2-40B4-BE49-F238E27FC236}">
                  <a16:creationId xmlns:a16="http://schemas.microsoft.com/office/drawing/2014/main" id="{7F2353BE-3A43-4E46-0A15-BE5EC31C45DE}"/>
                </a:ext>
              </a:extLst>
            </p:cNvPr>
            <p:cNvGrpSpPr/>
            <p:nvPr/>
          </p:nvGrpSpPr>
          <p:grpSpPr>
            <a:xfrm>
              <a:off x="7103620" y="3710480"/>
              <a:ext cx="166522" cy="162029"/>
              <a:chOff x="2070280" y="1284575"/>
              <a:chExt cx="56090" cy="54611"/>
            </a:xfrm>
          </p:grpSpPr>
          <p:sp>
            <p:nvSpPr>
              <p:cNvPr id="55575" name="Google Shape;55575;p67">
                <a:extLst>
                  <a:ext uri="{FF2B5EF4-FFF2-40B4-BE49-F238E27FC236}">
                    <a16:creationId xmlns:a16="http://schemas.microsoft.com/office/drawing/2014/main" id="{0C0D527A-FC81-0769-BE32-0BDA5DBC0D6A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6" name="Google Shape;55576;p67">
                <a:extLst>
                  <a:ext uri="{FF2B5EF4-FFF2-40B4-BE49-F238E27FC236}">
                    <a16:creationId xmlns:a16="http://schemas.microsoft.com/office/drawing/2014/main" id="{D359BA70-71D0-F183-1184-FD790B8F78B3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7" name="Google Shape;55577;p67">
                <a:extLst>
                  <a:ext uri="{FF2B5EF4-FFF2-40B4-BE49-F238E27FC236}">
                    <a16:creationId xmlns:a16="http://schemas.microsoft.com/office/drawing/2014/main" id="{FC0FD580-8230-607B-E738-AC05EC606B93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8" name="Google Shape;55578;p67">
                <a:extLst>
                  <a:ext uri="{FF2B5EF4-FFF2-40B4-BE49-F238E27FC236}">
                    <a16:creationId xmlns:a16="http://schemas.microsoft.com/office/drawing/2014/main" id="{0F70A869-3D1F-4A8A-1F43-06EE80B9476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9" name="Google Shape;55579;p67">
                <a:extLst>
                  <a:ext uri="{FF2B5EF4-FFF2-40B4-BE49-F238E27FC236}">
                    <a16:creationId xmlns:a16="http://schemas.microsoft.com/office/drawing/2014/main" id="{77BD6604-FDA8-BC1B-BBD9-301CED7DEB9B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0" name="Google Shape;55580;p67">
                <a:extLst>
                  <a:ext uri="{FF2B5EF4-FFF2-40B4-BE49-F238E27FC236}">
                    <a16:creationId xmlns:a16="http://schemas.microsoft.com/office/drawing/2014/main" id="{4B3DB815-5914-A84E-28E9-25729E464815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1" name="Google Shape;55581;p67">
                <a:extLst>
                  <a:ext uri="{FF2B5EF4-FFF2-40B4-BE49-F238E27FC236}">
                    <a16:creationId xmlns:a16="http://schemas.microsoft.com/office/drawing/2014/main" id="{C8EEAAE0-B087-04E6-1927-3F940C318EB0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2" name="Google Shape;55582;p67">
                <a:extLst>
                  <a:ext uri="{FF2B5EF4-FFF2-40B4-BE49-F238E27FC236}">
                    <a16:creationId xmlns:a16="http://schemas.microsoft.com/office/drawing/2014/main" id="{093B1B59-6407-3C7E-D107-0833592213A7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3" name="Google Shape;55583;p67">
                <a:extLst>
                  <a:ext uri="{FF2B5EF4-FFF2-40B4-BE49-F238E27FC236}">
                    <a16:creationId xmlns:a16="http://schemas.microsoft.com/office/drawing/2014/main" id="{077D0C8F-3A3B-F1A2-0FD0-4E9E2566A089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4" name="Google Shape;55584;p67">
                <a:extLst>
                  <a:ext uri="{FF2B5EF4-FFF2-40B4-BE49-F238E27FC236}">
                    <a16:creationId xmlns:a16="http://schemas.microsoft.com/office/drawing/2014/main" id="{D63AA55A-16EA-5813-BA9C-408EB52A22E7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5" name="Google Shape;55585;p67">
                <a:extLst>
                  <a:ext uri="{FF2B5EF4-FFF2-40B4-BE49-F238E27FC236}">
                    <a16:creationId xmlns:a16="http://schemas.microsoft.com/office/drawing/2014/main" id="{B74EDEC3-737C-91C5-DD80-153B304A0EA9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6" name="Google Shape;55586;p67">
                <a:extLst>
                  <a:ext uri="{FF2B5EF4-FFF2-40B4-BE49-F238E27FC236}">
                    <a16:creationId xmlns:a16="http://schemas.microsoft.com/office/drawing/2014/main" id="{50414AB4-3EA4-5408-1544-1D668738D4CB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7" name="Google Shape;55587;p67">
                <a:extLst>
                  <a:ext uri="{FF2B5EF4-FFF2-40B4-BE49-F238E27FC236}">
                    <a16:creationId xmlns:a16="http://schemas.microsoft.com/office/drawing/2014/main" id="{D7B7BFEC-DEAC-1A3A-916E-83BCF1A373D5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8" name="Google Shape;55588;p67">
                <a:extLst>
                  <a:ext uri="{FF2B5EF4-FFF2-40B4-BE49-F238E27FC236}">
                    <a16:creationId xmlns:a16="http://schemas.microsoft.com/office/drawing/2014/main" id="{6619362D-284D-E2E0-88F0-A9F0383157F2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89" name="Google Shape;55589;p67">
              <a:extLst>
                <a:ext uri="{FF2B5EF4-FFF2-40B4-BE49-F238E27FC236}">
                  <a16:creationId xmlns:a16="http://schemas.microsoft.com/office/drawing/2014/main" id="{8F709A0C-DCAC-C2B9-B240-95C4697517B6}"/>
                </a:ext>
              </a:extLst>
            </p:cNvPr>
            <p:cNvGrpSpPr/>
            <p:nvPr/>
          </p:nvGrpSpPr>
          <p:grpSpPr>
            <a:xfrm>
              <a:off x="7379468" y="3709583"/>
              <a:ext cx="166522" cy="162029"/>
              <a:chOff x="2070280" y="1284575"/>
              <a:chExt cx="56090" cy="54611"/>
            </a:xfrm>
          </p:grpSpPr>
          <p:sp>
            <p:nvSpPr>
              <p:cNvPr id="55590" name="Google Shape;55590;p67">
                <a:extLst>
                  <a:ext uri="{FF2B5EF4-FFF2-40B4-BE49-F238E27FC236}">
                    <a16:creationId xmlns:a16="http://schemas.microsoft.com/office/drawing/2014/main" id="{2949B2DF-AA38-66D2-163C-7DC1F0F4E927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1" name="Google Shape;55591;p67">
                <a:extLst>
                  <a:ext uri="{FF2B5EF4-FFF2-40B4-BE49-F238E27FC236}">
                    <a16:creationId xmlns:a16="http://schemas.microsoft.com/office/drawing/2014/main" id="{340BD944-2979-1CE8-7B91-B36492476B34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2" name="Google Shape;55592;p67">
                <a:extLst>
                  <a:ext uri="{FF2B5EF4-FFF2-40B4-BE49-F238E27FC236}">
                    <a16:creationId xmlns:a16="http://schemas.microsoft.com/office/drawing/2014/main" id="{9135DFC6-3E61-51CF-CD97-29A2A1617DA6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3" name="Google Shape;55593;p67">
                <a:extLst>
                  <a:ext uri="{FF2B5EF4-FFF2-40B4-BE49-F238E27FC236}">
                    <a16:creationId xmlns:a16="http://schemas.microsoft.com/office/drawing/2014/main" id="{08EA3A99-E09D-2896-9B16-00392C6243C2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4" name="Google Shape;55594;p67">
                <a:extLst>
                  <a:ext uri="{FF2B5EF4-FFF2-40B4-BE49-F238E27FC236}">
                    <a16:creationId xmlns:a16="http://schemas.microsoft.com/office/drawing/2014/main" id="{EA192DE8-73FB-EA36-B8B3-16A36770DCBF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5" name="Google Shape;55595;p67">
                <a:extLst>
                  <a:ext uri="{FF2B5EF4-FFF2-40B4-BE49-F238E27FC236}">
                    <a16:creationId xmlns:a16="http://schemas.microsoft.com/office/drawing/2014/main" id="{12299775-FE49-C910-AE7F-8F42EAEE00C1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6" name="Google Shape;55596;p67">
                <a:extLst>
                  <a:ext uri="{FF2B5EF4-FFF2-40B4-BE49-F238E27FC236}">
                    <a16:creationId xmlns:a16="http://schemas.microsoft.com/office/drawing/2014/main" id="{8C948178-E4A4-AC61-F9E7-95AA6CEB9D69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7" name="Google Shape;55597;p67">
                <a:extLst>
                  <a:ext uri="{FF2B5EF4-FFF2-40B4-BE49-F238E27FC236}">
                    <a16:creationId xmlns:a16="http://schemas.microsoft.com/office/drawing/2014/main" id="{CF2589C7-612B-6332-C83B-25B7FA1B031F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8" name="Google Shape;55598;p67">
                <a:extLst>
                  <a:ext uri="{FF2B5EF4-FFF2-40B4-BE49-F238E27FC236}">
                    <a16:creationId xmlns:a16="http://schemas.microsoft.com/office/drawing/2014/main" id="{A56471AF-D577-B779-AEA4-B755696CD975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9" name="Google Shape;55599;p67">
                <a:extLst>
                  <a:ext uri="{FF2B5EF4-FFF2-40B4-BE49-F238E27FC236}">
                    <a16:creationId xmlns:a16="http://schemas.microsoft.com/office/drawing/2014/main" id="{868FB187-1B2E-86BF-B2BD-BE3D75DC27A5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0" name="Google Shape;55600;p67">
                <a:extLst>
                  <a:ext uri="{FF2B5EF4-FFF2-40B4-BE49-F238E27FC236}">
                    <a16:creationId xmlns:a16="http://schemas.microsoft.com/office/drawing/2014/main" id="{709101C3-E1A2-C2ED-E2BD-A0046EF796D5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1" name="Google Shape;55601;p67">
                <a:extLst>
                  <a:ext uri="{FF2B5EF4-FFF2-40B4-BE49-F238E27FC236}">
                    <a16:creationId xmlns:a16="http://schemas.microsoft.com/office/drawing/2014/main" id="{5C75B5D1-4CFC-ADC7-F471-31895E1737B4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2" name="Google Shape;55602;p67">
                <a:extLst>
                  <a:ext uri="{FF2B5EF4-FFF2-40B4-BE49-F238E27FC236}">
                    <a16:creationId xmlns:a16="http://schemas.microsoft.com/office/drawing/2014/main" id="{8D503104-3742-E83F-8A2A-EE94EE9C34FA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3" name="Google Shape;55603;p67">
                <a:extLst>
                  <a:ext uri="{FF2B5EF4-FFF2-40B4-BE49-F238E27FC236}">
                    <a16:creationId xmlns:a16="http://schemas.microsoft.com/office/drawing/2014/main" id="{E7D54259-499C-0EE1-4B66-050368583B0F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04" name="Google Shape;55604;p67">
              <a:extLst>
                <a:ext uri="{FF2B5EF4-FFF2-40B4-BE49-F238E27FC236}">
                  <a16:creationId xmlns:a16="http://schemas.microsoft.com/office/drawing/2014/main" id="{3148BE61-8C61-FCE1-19D4-EDA540D09791}"/>
                </a:ext>
              </a:extLst>
            </p:cNvPr>
            <p:cNvGrpSpPr/>
            <p:nvPr/>
          </p:nvGrpSpPr>
          <p:grpSpPr>
            <a:xfrm>
              <a:off x="7742827" y="3454750"/>
              <a:ext cx="166522" cy="162029"/>
              <a:chOff x="2070280" y="1284575"/>
              <a:chExt cx="56090" cy="54611"/>
            </a:xfrm>
          </p:grpSpPr>
          <p:sp>
            <p:nvSpPr>
              <p:cNvPr id="55605" name="Google Shape;55605;p67">
                <a:extLst>
                  <a:ext uri="{FF2B5EF4-FFF2-40B4-BE49-F238E27FC236}">
                    <a16:creationId xmlns:a16="http://schemas.microsoft.com/office/drawing/2014/main" id="{8CF5426E-E5DF-AD3B-28C1-424F57144A4F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6" name="Google Shape;55606;p67">
                <a:extLst>
                  <a:ext uri="{FF2B5EF4-FFF2-40B4-BE49-F238E27FC236}">
                    <a16:creationId xmlns:a16="http://schemas.microsoft.com/office/drawing/2014/main" id="{888E0D29-AC3F-AF4E-A4B8-4DA08DDB214B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7" name="Google Shape;55607;p67">
                <a:extLst>
                  <a:ext uri="{FF2B5EF4-FFF2-40B4-BE49-F238E27FC236}">
                    <a16:creationId xmlns:a16="http://schemas.microsoft.com/office/drawing/2014/main" id="{16151FE0-9AFA-F219-51FF-2A5EDAE7E4FF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8" name="Google Shape;55608;p67">
                <a:extLst>
                  <a:ext uri="{FF2B5EF4-FFF2-40B4-BE49-F238E27FC236}">
                    <a16:creationId xmlns:a16="http://schemas.microsoft.com/office/drawing/2014/main" id="{60E837C5-38C9-E006-8511-71F9BB68B02A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9" name="Google Shape;55609;p67">
                <a:extLst>
                  <a:ext uri="{FF2B5EF4-FFF2-40B4-BE49-F238E27FC236}">
                    <a16:creationId xmlns:a16="http://schemas.microsoft.com/office/drawing/2014/main" id="{172F7EE0-9E37-E8CF-0794-8A7F04673BC7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0" name="Google Shape;55610;p67">
                <a:extLst>
                  <a:ext uri="{FF2B5EF4-FFF2-40B4-BE49-F238E27FC236}">
                    <a16:creationId xmlns:a16="http://schemas.microsoft.com/office/drawing/2014/main" id="{3744FF63-5CAC-81C8-E08D-1FCA2593A15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1" name="Google Shape;55611;p67">
                <a:extLst>
                  <a:ext uri="{FF2B5EF4-FFF2-40B4-BE49-F238E27FC236}">
                    <a16:creationId xmlns:a16="http://schemas.microsoft.com/office/drawing/2014/main" id="{BD467876-0DED-7321-D532-8353D1AEB7B6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2" name="Google Shape;55612;p67">
                <a:extLst>
                  <a:ext uri="{FF2B5EF4-FFF2-40B4-BE49-F238E27FC236}">
                    <a16:creationId xmlns:a16="http://schemas.microsoft.com/office/drawing/2014/main" id="{D9A90E5D-3093-D6E9-22D1-751B76FAE4CB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3" name="Google Shape;55613;p67">
                <a:extLst>
                  <a:ext uri="{FF2B5EF4-FFF2-40B4-BE49-F238E27FC236}">
                    <a16:creationId xmlns:a16="http://schemas.microsoft.com/office/drawing/2014/main" id="{E5F2DD67-33BE-F12E-7B55-B6BF888EF4E4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4" name="Google Shape;55614;p67">
                <a:extLst>
                  <a:ext uri="{FF2B5EF4-FFF2-40B4-BE49-F238E27FC236}">
                    <a16:creationId xmlns:a16="http://schemas.microsoft.com/office/drawing/2014/main" id="{85539F8F-4F0F-07DE-1492-8F7F035E59F8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5" name="Google Shape;55615;p67">
                <a:extLst>
                  <a:ext uri="{FF2B5EF4-FFF2-40B4-BE49-F238E27FC236}">
                    <a16:creationId xmlns:a16="http://schemas.microsoft.com/office/drawing/2014/main" id="{1515C039-1EC8-A8E0-62D1-FC2BF5D15F5D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6" name="Google Shape;55616;p67">
                <a:extLst>
                  <a:ext uri="{FF2B5EF4-FFF2-40B4-BE49-F238E27FC236}">
                    <a16:creationId xmlns:a16="http://schemas.microsoft.com/office/drawing/2014/main" id="{F88AC5E3-BA99-F30F-33B9-849A7E5B4FC6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7" name="Google Shape;55617;p67">
                <a:extLst>
                  <a:ext uri="{FF2B5EF4-FFF2-40B4-BE49-F238E27FC236}">
                    <a16:creationId xmlns:a16="http://schemas.microsoft.com/office/drawing/2014/main" id="{12E35CC7-409B-7612-F532-806A2219B4E4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8" name="Google Shape;55618;p67">
                <a:extLst>
                  <a:ext uri="{FF2B5EF4-FFF2-40B4-BE49-F238E27FC236}">
                    <a16:creationId xmlns:a16="http://schemas.microsoft.com/office/drawing/2014/main" id="{250C4111-2EA9-DA4D-B019-FDE1B125466E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19" name="Google Shape;55619;p67">
              <a:extLst>
                <a:ext uri="{FF2B5EF4-FFF2-40B4-BE49-F238E27FC236}">
                  <a16:creationId xmlns:a16="http://schemas.microsoft.com/office/drawing/2014/main" id="{8AE92A1A-A6B3-3EC6-662A-6CE0A995FD0A}"/>
                </a:ext>
              </a:extLst>
            </p:cNvPr>
            <p:cNvGrpSpPr/>
            <p:nvPr/>
          </p:nvGrpSpPr>
          <p:grpSpPr>
            <a:xfrm>
              <a:off x="8829125" y="3357747"/>
              <a:ext cx="166522" cy="162029"/>
              <a:chOff x="2070280" y="1284575"/>
              <a:chExt cx="56090" cy="54611"/>
            </a:xfrm>
          </p:grpSpPr>
          <p:sp>
            <p:nvSpPr>
              <p:cNvPr id="55620" name="Google Shape;55620;p67">
                <a:extLst>
                  <a:ext uri="{FF2B5EF4-FFF2-40B4-BE49-F238E27FC236}">
                    <a16:creationId xmlns:a16="http://schemas.microsoft.com/office/drawing/2014/main" id="{54BEE0DB-6129-6ABD-8B3E-7D2E58952527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1" name="Google Shape;55621;p67">
                <a:extLst>
                  <a:ext uri="{FF2B5EF4-FFF2-40B4-BE49-F238E27FC236}">
                    <a16:creationId xmlns:a16="http://schemas.microsoft.com/office/drawing/2014/main" id="{65ABD430-6D73-CF0B-8FD1-1E5F3A3D5EDF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2" name="Google Shape;55622;p67">
                <a:extLst>
                  <a:ext uri="{FF2B5EF4-FFF2-40B4-BE49-F238E27FC236}">
                    <a16:creationId xmlns:a16="http://schemas.microsoft.com/office/drawing/2014/main" id="{8E9AD1AC-63F1-0F2A-2D38-BF8BC135F506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3" name="Google Shape;55623;p67">
                <a:extLst>
                  <a:ext uri="{FF2B5EF4-FFF2-40B4-BE49-F238E27FC236}">
                    <a16:creationId xmlns:a16="http://schemas.microsoft.com/office/drawing/2014/main" id="{850405AB-76F0-69EA-1042-5079A46B3480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4" name="Google Shape;55624;p67">
                <a:extLst>
                  <a:ext uri="{FF2B5EF4-FFF2-40B4-BE49-F238E27FC236}">
                    <a16:creationId xmlns:a16="http://schemas.microsoft.com/office/drawing/2014/main" id="{4681DA83-C88F-C631-8BFB-EBA6CD9F4A7A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5" name="Google Shape;55625;p67">
                <a:extLst>
                  <a:ext uri="{FF2B5EF4-FFF2-40B4-BE49-F238E27FC236}">
                    <a16:creationId xmlns:a16="http://schemas.microsoft.com/office/drawing/2014/main" id="{64931141-6EA1-7B1D-DABC-E08C0F3C10E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6" name="Google Shape;55626;p67">
                <a:extLst>
                  <a:ext uri="{FF2B5EF4-FFF2-40B4-BE49-F238E27FC236}">
                    <a16:creationId xmlns:a16="http://schemas.microsoft.com/office/drawing/2014/main" id="{3975FDB3-7D39-63BB-CE9D-C1B03008723F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7" name="Google Shape;55627;p67">
                <a:extLst>
                  <a:ext uri="{FF2B5EF4-FFF2-40B4-BE49-F238E27FC236}">
                    <a16:creationId xmlns:a16="http://schemas.microsoft.com/office/drawing/2014/main" id="{D26A6D6B-7D14-A1A3-5020-277B0FBA91B4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8" name="Google Shape;55628;p67">
                <a:extLst>
                  <a:ext uri="{FF2B5EF4-FFF2-40B4-BE49-F238E27FC236}">
                    <a16:creationId xmlns:a16="http://schemas.microsoft.com/office/drawing/2014/main" id="{3DF4CC0F-4AAE-D142-9125-DF5B6B6913AE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9" name="Google Shape;55629;p67">
                <a:extLst>
                  <a:ext uri="{FF2B5EF4-FFF2-40B4-BE49-F238E27FC236}">
                    <a16:creationId xmlns:a16="http://schemas.microsoft.com/office/drawing/2014/main" id="{971F1090-0844-968C-96A3-1B878C64AFFF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0" name="Google Shape;55630;p67">
                <a:extLst>
                  <a:ext uri="{FF2B5EF4-FFF2-40B4-BE49-F238E27FC236}">
                    <a16:creationId xmlns:a16="http://schemas.microsoft.com/office/drawing/2014/main" id="{F778913F-9781-0092-D54C-BA8B344D9573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1" name="Google Shape;55631;p67">
                <a:extLst>
                  <a:ext uri="{FF2B5EF4-FFF2-40B4-BE49-F238E27FC236}">
                    <a16:creationId xmlns:a16="http://schemas.microsoft.com/office/drawing/2014/main" id="{14634F19-F844-D46D-BF94-EE119D8EF380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2" name="Google Shape;55632;p67">
                <a:extLst>
                  <a:ext uri="{FF2B5EF4-FFF2-40B4-BE49-F238E27FC236}">
                    <a16:creationId xmlns:a16="http://schemas.microsoft.com/office/drawing/2014/main" id="{EA029571-96CE-8195-B486-9900D9D5ABE7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3" name="Google Shape;55633;p67">
                <a:extLst>
                  <a:ext uri="{FF2B5EF4-FFF2-40B4-BE49-F238E27FC236}">
                    <a16:creationId xmlns:a16="http://schemas.microsoft.com/office/drawing/2014/main" id="{3942F656-B785-3906-F3BF-E3DE8B939871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34" name="Google Shape;55634;p67">
              <a:extLst>
                <a:ext uri="{FF2B5EF4-FFF2-40B4-BE49-F238E27FC236}">
                  <a16:creationId xmlns:a16="http://schemas.microsoft.com/office/drawing/2014/main" id="{B7A84DFC-BA52-45B9-D36C-2CA611938CC9}"/>
                </a:ext>
              </a:extLst>
            </p:cNvPr>
            <p:cNvGrpSpPr/>
            <p:nvPr/>
          </p:nvGrpSpPr>
          <p:grpSpPr>
            <a:xfrm>
              <a:off x="7894045" y="2819510"/>
              <a:ext cx="166522" cy="162029"/>
              <a:chOff x="2070280" y="1284575"/>
              <a:chExt cx="56090" cy="54611"/>
            </a:xfrm>
          </p:grpSpPr>
          <p:sp>
            <p:nvSpPr>
              <p:cNvPr id="55635" name="Google Shape;55635;p67">
                <a:extLst>
                  <a:ext uri="{FF2B5EF4-FFF2-40B4-BE49-F238E27FC236}">
                    <a16:creationId xmlns:a16="http://schemas.microsoft.com/office/drawing/2014/main" id="{D5E6A438-4A47-B711-5BFB-2B5818D1046C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6" name="Google Shape;55636;p67">
                <a:extLst>
                  <a:ext uri="{FF2B5EF4-FFF2-40B4-BE49-F238E27FC236}">
                    <a16:creationId xmlns:a16="http://schemas.microsoft.com/office/drawing/2014/main" id="{7E3EC703-DF53-CC8C-E39C-67D72982B6D5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7" name="Google Shape;55637;p67">
                <a:extLst>
                  <a:ext uri="{FF2B5EF4-FFF2-40B4-BE49-F238E27FC236}">
                    <a16:creationId xmlns:a16="http://schemas.microsoft.com/office/drawing/2014/main" id="{2F2A0F7D-AA02-FC2C-BEBA-4782A02A2E2E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8" name="Google Shape;55638;p67">
                <a:extLst>
                  <a:ext uri="{FF2B5EF4-FFF2-40B4-BE49-F238E27FC236}">
                    <a16:creationId xmlns:a16="http://schemas.microsoft.com/office/drawing/2014/main" id="{6D1C460A-6922-690B-FF5E-5CC664779BB4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9" name="Google Shape;55639;p67">
                <a:extLst>
                  <a:ext uri="{FF2B5EF4-FFF2-40B4-BE49-F238E27FC236}">
                    <a16:creationId xmlns:a16="http://schemas.microsoft.com/office/drawing/2014/main" id="{E9DD15AE-9C46-15AC-FE25-470CA38E908D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0" name="Google Shape;55640;p67">
                <a:extLst>
                  <a:ext uri="{FF2B5EF4-FFF2-40B4-BE49-F238E27FC236}">
                    <a16:creationId xmlns:a16="http://schemas.microsoft.com/office/drawing/2014/main" id="{93E08FC2-CBA8-B7C4-5095-07EBE85CAE6B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1" name="Google Shape;55641;p67">
                <a:extLst>
                  <a:ext uri="{FF2B5EF4-FFF2-40B4-BE49-F238E27FC236}">
                    <a16:creationId xmlns:a16="http://schemas.microsoft.com/office/drawing/2014/main" id="{B266D42C-FF07-A069-7E87-3E0BA7104EF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2" name="Google Shape;55642;p67">
                <a:extLst>
                  <a:ext uri="{FF2B5EF4-FFF2-40B4-BE49-F238E27FC236}">
                    <a16:creationId xmlns:a16="http://schemas.microsoft.com/office/drawing/2014/main" id="{0F33B344-AB48-277F-9150-90E25EBE0D9E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3" name="Google Shape;55643;p67">
                <a:extLst>
                  <a:ext uri="{FF2B5EF4-FFF2-40B4-BE49-F238E27FC236}">
                    <a16:creationId xmlns:a16="http://schemas.microsoft.com/office/drawing/2014/main" id="{4C9A8CF6-358C-6A72-09DF-DCBF436A5C76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4" name="Google Shape;55644;p67">
                <a:extLst>
                  <a:ext uri="{FF2B5EF4-FFF2-40B4-BE49-F238E27FC236}">
                    <a16:creationId xmlns:a16="http://schemas.microsoft.com/office/drawing/2014/main" id="{5A04DB54-ACC8-2F2D-B350-64CA0B545697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5" name="Google Shape;55645;p67">
                <a:extLst>
                  <a:ext uri="{FF2B5EF4-FFF2-40B4-BE49-F238E27FC236}">
                    <a16:creationId xmlns:a16="http://schemas.microsoft.com/office/drawing/2014/main" id="{C68C90F9-D11F-F67B-0F28-D7320DD1D5FE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6" name="Google Shape;55646;p67">
                <a:extLst>
                  <a:ext uri="{FF2B5EF4-FFF2-40B4-BE49-F238E27FC236}">
                    <a16:creationId xmlns:a16="http://schemas.microsoft.com/office/drawing/2014/main" id="{2D4B2CE1-D605-1016-E999-A5CEE7A9E4AD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7" name="Google Shape;55647;p67">
                <a:extLst>
                  <a:ext uri="{FF2B5EF4-FFF2-40B4-BE49-F238E27FC236}">
                    <a16:creationId xmlns:a16="http://schemas.microsoft.com/office/drawing/2014/main" id="{C2090754-4FFC-AC53-B82C-E84B1B63BF1A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8" name="Google Shape;55648;p67">
                <a:extLst>
                  <a:ext uri="{FF2B5EF4-FFF2-40B4-BE49-F238E27FC236}">
                    <a16:creationId xmlns:a16="http://schemas.microsoft.com/office/drawing/2014/main" id="{45D49D12-5B56-D41B-5B7B-268986922472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49" name="Google Shape;55649;p67">
              <a:extLst>
                <a:ext uri="{FF2B5EF4-FFF2-40B4-BE49-F238E27FC236}">
                  <a16:creationId xmlns:a16="http://schemas.microsoft.com/office/drawing/2014/main" id="{5583F501-97CF-6F48-0501-654E432907EB}"/>
                </a:ext>
              </a:extLst>
            </p:cNvPr>
            <p:cNvGrpSpPr/>
            <p:nvPr/>
          </p:nvGrpSpPr>
          <p:grpSpPr>
            <a:xfrm>
              <a:off x="6622904" y="1972365"/>
              <a:ext cx="166522" cy="162029"/>
              <a:chOff x="2070280" y="1284575"/>
              <a:chExt cx="56090" cy="54611"/>
            </a:xfrm>
          </p:grpSpPr>
          <p:sp>
            <p:nvSpPr>
              <p:cNvPr id="55650" name="Google Shape;55650;p67">
                <a:extLst>
                  <a:ext uri="{FF2B5EF4-FFF2-40B4-BE49-F238E27FC236}">
                    <a16:creationId xmlns:a16="http://schemas.microsoft.com/office/drawing/2014/main" id="{15A46B80-8DF7-20ED-1464-CFC6C0D2335C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1" name="Google Shape;55651;p67">
                <a:extLst>
                  <a:ext uri="{FF2B5EF4-FFF2-40B4-BE49-F238E27FC236}">
                    <a16:creationId xmlns:a16="http://schemas.microsoft.com/office/drawing/2014/main" id="{974BCA45-C258-1646-F974-6DD8B1F38B69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2" name="Google Shape;55652;p67">
                <a:extLst>
                  <a:ext uri="{FF2B5EF4-FFF2-40B4-BE49-F238E27FC236}">
                    <a16:creationId xmlns:a16="http://schemas.microsoft.com/office/drawing/2014/main" id="{0B5F8A05-2C7D-F486-EF44-1A630D4AED7C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3" name="Google Shape;55653;p67">
                <a:extLst>
                  <a:ext uri="{FF2B5EF4-FFF2-40B4-BE49-F238E27FC236}">
                    <a16:creationId xmlns:a16="http://schemas.microsoft.com/office/drawing/2014/main" id="{BE4BE0B1-868E-0360-74D0-4D5E2EF7D5E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4" name="Google Shape;55654;p67">
                <a:extLst>
                  <a:ext uri="{FF2B5EF4-FFF2-40B4-BE49-F238E27FC236}">
                    <a16:creationId xmlns:a16="http://schemas.microsoft.com/office/drawing/2014/main" id="{D4F645E9-FDD4-12B9-4E9D-E5CFCFC5A62B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5" name="Google Shape;55655;p67">
                <a:extLst>
                  <a:ext uri="{FF2B5EF4-FFF2-40B4-BE49-F238E27FC236}">
                    <a16:creationId xmlns:a16="http://schemas.microsoft.com/office/drawing/2014/main" id="{D6604AFE-C388-BB48-1FF0-A091ED953EA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6" name="Google Shape;55656;p67">
                <a:extLst>
                  <a:ext uri="{FF2B5EF4-FFF2-40B4-BE49-F238E27FC236}">
                    <a16:creationId xmlns:a16="http://schemas.microsoft.com/office/drawing/2014/main" id="{97051715-46C7-0428-86E9-DE1334EF908E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7" name="Google Shape;55657;p67">
                <a:extLst>
                  <a:ext uri="{FF2B5EF4-FFF2-40B4-BE49-F238E27FC236}">
                    <a16:creationId xmlns:a16="http://schemas.microsoft.com/office/drawing/2014/main" id="{B60455F1-16C8-84BC-957C-A5671C4154C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8" name="Google Shape;55658;p67">
                <a:extLst>
                  <a:ext uri="{FF2B5EF4-FFF2-40B4-BE49-F238E27FC236}">
                    <a16:creationId xmlns:a16="http://schemas.microsoft.com/office/drawing/2014/main" id="{C9ACF3B2-A36F-4111-A5C9-98F93B982AF1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9" name="Google Shape;55659;p67">
                <a:extLst>
                  <a:ext uri="{FF2B5EF4-FFF2-40B4-BE49-F238E27FC236}">
                    <a16:creationId xmlns:a16="http://schemas.microsoft.com/office/drawing/2014/main" id="{8383E0F8-B372-581F-E884-187E3B7E7A1E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0" name="Google Shape;55660;p67">
                <a:extLst>
                  <a:ext uri="{FF2B5EF4-FFF2-40B4-BE49-F238E27FC236}">
                    <a16:creationId xmlns:a16="http://schemas.microsoft.com/office/drawing/2014/main" id="{BC0A9616-11EC-7063-04C2-8263137BD393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1" name="Google Shape;55661;p67">
                <a:extLst>
                  <a:ext uri="{FF2B5EF4-FFF2-40B4-BE49-F238E27FC236}">
                    <a16:creationId xmlns:a16="http://schemas.microsoft.com/office/drawing/2014/main" id="{2C4956FC-7619-662B-3338-1C4D9CE6B1D7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2" name="Google Shape;55662;p67">
                <a:extLst>
                  <a:ext uri="{FF2B5EF4-FFF2-40B4-BE49-F238E27FC236}">
                    <a16:creationId xmlns:a16="http://schemas.microsoft.com/office/drawing/2014/main" id="{A5C701D1-4935-E1CB-456F-A6467E20A50F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3" name="Google Shape;55663;p67">
                <a:extLst>
                  <a:ext uri="{FF2B5EF4-FFF2-40B4-BE49-F238E27FC236}">
                    <a16:creationId xmlns:a16="http://schemas.microsoft.com/office/drawing/2014/main" id="{948333EF-53D6-8026-2E94-ECEC74FBE2FF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64" name="Google Shape;55664;p67">
              <a:extLst>
                <a:ext uri="{FF2B5EF4-FFF2-40B4-BE49-F238E27FC236}">
                  <a16:creationId xmlns:a16="http://schemas.microsoft.com/office/drawing/2014/main" id="{F13BC251-8B28-3952-85B0-780EAC919FDC}"/>
                </a:ext>
              </a:extLst>
            </p:cNvPr>
            <p:cNvGrpSpPr/>
            <p:nvPr/>
          </p:nvGrpSpPr>
          <p:grpSpPr>
            <a:xfrm>
              <a:off x="8267635" y="4468633"/>
              <a:ext cx="394995" cy="416980"/>
              <a:chOff x="2193097" y="745802"/>
              <a:chExt cx="104549" cy="110368"/>
            </a:xfrm>
          </p:grpSpPr>
          <p:sp>
            <p:nvSpPr>
              <p:cNvPr id="55665" name="Google Shape;55665;p67">
                <a:extLst>
                  <a:ext uri="{FF2B5EF4-FFF2-40B4-BE49-F238E27FC236}">
                    <a16:creationId xmlns:a16="http://schemas.microsoft.com/office/drawing/2014/main" id="{2DA82D2F-4DC5-C8EF-C6CC-8C668CDFC984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6" name="Google Shape;55666;p67">
                <a:extLst>
                  <a:ext uri="{FF2B5EF4-FFF2-40B4-BE49-F238E27FC236}">
                    <a16:creationId xmlns:a16="http://schemas.microsoft.com/office/drawing/2014/main" id="{8A0CC6A5-E3FB-9756-9047-E6A5397B7143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7" name="Google Shape;55667;p67">
                <a:extLst>
                  <a:ext uri="{FF2B5EF4-FFF2-40B4-BE49-F238E27FC236}">
                    <a16:creationId xmlns:a16="http://schemas.microsoft.com/office/drawing/2014/main" id="{8B99119A-1620-F8A6-0567-6A579A1DB230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8" name="Google Shape;55668;p67">
                <a:extLst>
                  <a:ext uri="{FF2B5EF4-FFF2-40B4-BE49-F238E27FC236}">
                    <a16:creationId xmlns:a16="http://schemas.microsoft.com/office/drawing/2014/main" id="{6A716034-C03C-1AE7-F012-77015E52609E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9" name="Google Shape;55669;p67">
                <a:extLst>
                  <a:ext uri="{FF2B5EF4-FFF2-40B4-BE49-F238E27FC236}">
                    <a16:creationId xmlns:a16="http://schemas.microsoft.com/office/drawing/2014/main" id="{955CEE50-2C56-64F1-257C-3E1561DE7A3C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0" name="Google Shape;55670;p67">
                <a:extLst>
                  <a:ext uri="{FF2B5EF4-FFF2-40B4-BE49-F238E27FC236}">
                    <a16:creationId xmlns:a16="http://schemas.microsoft.com/office/drawing/2014/main" id="{8894B1B4-3DE2-FD37-4F87-3E0DDD6F19D5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1" name="Google Shape;55671;p67">
                <a:extLst>
                  <a:ext uri="{FF2B5EF4-FFF2-40B4-BE49-F238E27FC236}">
                    <a16:creationId xmlns:a16="http://schemas.microsoft.com/office/drawing/2014/main" id="{EACAD17F-3FC4-2B59-F398-AD97CE7BE970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2" name="Google Shape;55672;p67">
                <a:extLst>
                  <a:ext uri="{FF2B5EF4-FFF2-40B4-BE49-F238E27FC236}">
                    <a16:creationId xmlns:a16="http://schemas.microsoft.com/office/drawing/2014/main" id="{C2BFAF27-CEFC-921F-BEEF-AE75E49C0B65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3" name="Google Shape;55673;p67">
                <a:extLst>
                  <a:ext uri="{FF2B5EF4-FFF2-40B4-BE49-F238E27FC236}">
                    <a16:creationId xmlns:a16="http://schemas.microsoft.com/office/drawing/2014/main" id="{92478657-0914-A052-0AC4-2F078D6421FF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4" name="Google Shape;55674;p67">
                <a:extLst>
                  <a:ext uri="{FF2B5EF4-FFF2-40B4-BE49-F238E27FC236}">
                    <a16:creationId xmlns:a16="http://schemas.microsoft.com/office/drawing/2014/main" id="{9BB8BDFE-F11A-1BFD-9070-4F6AECB5229A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5" name="Google Shape;55675;p67">
                <a:extLst>
                  <a:ext uri="{FF2B5EF4-FFF2-40B4-BE49-F238E27FC236}">
                    <a16:creationId xmlns:a16="http://schemas.microsoft.com/office/drawing/2014/main" id="{15E6DDC4-58BD-43B5-52D5-D631EE9AF54A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6" name="Google Shape;55676;p67">
                <a:extLst>
                  <a:ext uri="{FF2B5EF4-FFF2-40B4-BE49-F238E27FC236}">
                    <a16:creationId xmlns:a16="http://schemas.microsoft.com/office/drawing/2014/main" id="{3229422B-17EC-FD9E-66D0-BA0A1AF57F51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7" name="Google Shape;55677;p67">
                <a:extLst>
                  <a:ext uri="{FF2B5EF4-FFF2-40B4-BE49-F238E27FC236}">
                    <a16:creationId xmlns:a16="http://schemas.microsoft.com/office/drawing/2014/main" id="{1201CEA8-E229-15A9-9759-00A75B92396F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8" name="Google Shape;55678;p67">
                <a:extLst>
                  <a:ext uri="{FF2B5EF4-FFF2-40B4-BE49-F238E27FC236}">
                    <a16:creationId xmlns:a16="http://schemas.microsoft.com/office/drawing/2014/main" id="{8FBAF403-ED82-0C9B-29A3-98839871D660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79" name="Google Shape;55679;p67">
              <a:extLst>
                <a:ext uri="{FF2B5EF4-FFF2-40B4-BE49-F238E27FC236}">
                  <a16:creationId xmlns:a16="http://schemas.microsoft.com/office/drawing/2014/main" id="{298E0C1C-E834-2378-7CAE-22814487F4F6}"/>
                </a:ext>
              </a:extLst>
            </p:cNvPr>
            <p:cNvGrpSpPr/>
            <p:nvPr/>
          </p:nvGrpSpPr>
          <p:grpSpPr>
            <a:xfrm>
              <a:off x="5246471" y="4000007"/>
              <a:ext cx="211914" cy="206327"/>
              <a:chOff x="2070280" y="1284575"/>
              <a:chExt cx="56090" cy="54611"/>
            </a:xfrm>
          </p:grpSpPr>
          <p:sp>
            <p:nvSpPr>
              <p:cNvPr id="55680" name="Google Shape;55680;p67">
                <a:extLst>
                  <a:ext uri="{FF2B5EF4-FFF2-40B4-BE49-F238E27FC236}">
                    <a16:creationId xmlns:a16="http://schemas.microsoft.com/office/drawing/2014/main" id="{7986B89A-1FC0-670B-2227-9D18FB5C3BFB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1" name="Google Shape;55681;p67">
                <a:extLst>
                  <a:ext uri="{FF2B5EF4-FFF2-40B4-BE49-F238E27FC236}">
                    <a16:creationId xmlns:a16="http://schemas.microsoft.com/office/drawing/2014/main" id="{0E2169CD-36A9-783C-6C71-13D514422126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2" name="Google Shape;55682;p67">
                <a:extLst>
                  <a:ext uri="{FF2B5EF4-FFF2-40B4-BE49-F238E27FC236}">
                    <a16:creationId xmlns:a16="http://schemas.microsoft.com/office/drawing/2014/main" id="{5AA5555E-CB4C-6174-F111-DFC2B68A7049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3" name="Google Shape;55683;p67">
                <a:extLst>
                  <a:ext uri="{FF2B5EF4-FFF2-40B4-BE49-F238E27FC236}">
                    <a16:creationId xmlns:a16="http://schemas.microsoft.com/office/drawing/2014/main" id="{FB32EB09-05F6-492B-A324-647133F1E9C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4" name="Google Shape;55684;p67">
                <a:extLst>
                  <a:ext uri="{FF2B5EF4-FFF2-40B4-BE49-F238E27FC236}">
                    <a16:creationId xmlns:a16="http://schemas.microsoft.com/office/drawing/2014/main" id="{AE594A5C-A119-2204-1074-D16A7B1FE116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5" name="Google Shape;55685;p67">
                <a:extLst>
                  <a:ext uri="{FF2B5EF4-FFF2-40B4-BE49-F238E27FC236}">
                    <a16:creationId xmlns:a16="http://schemas.microsoft.com/office/drawing/2014/main" id="{36D4F75E-BB24-3E6B-7FC7-15698A0FD665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6" name="Google Shape;55686;p67">
                <a:extLst>
                  <a:ext uri="{FF2B5EF4-FFF2-40B4-BE49-F238E27FC236}">
                    <a16:creationId xmlns:a16="http://schemas.microsoft.com/office/drawing/2014/main" id="{ABEB3B76-48A4-7BCA-DEC4-3FBE4AFADB9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7" name="Google Shape;55687;p67">
                <a:extLst>
                  <a:ext uri="{FF2B5EF4-FFF2-40B4-BE49-F238E27FC236}">
                    <a16:creationId xmlns:a16="http://schemas.microsoft.com/office/drawing/2014/main" id="{3E16BF93-1769-9445-0558-208BA5B39FAE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8" name="Google Shape;55688;p67">
                <a:extLst>
                  <a:ext uri="{FF2B5EF4-FFF2-40B4-BE49-F238E27FC236}">
                    <a16:creationId xmlns:a16="http://schemas.microsoft.com/office/drawing/2014/main" id="{807BA7B9-4F89-BF9C-06BA-1B1C34C06915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9" name="Google Shape;55689;p67">
                <a:extLst>
                  <a:ext uri="{FF2B5EF4-FFF2-40B4-BE49-F238E27FC236}">
                    <a16:creationId xmlns:a16="http://schemas.microsoft.com/office/drawing/2014/main" id="{07879336-4F1E-D0DB-853D-5E3A1B3C72FB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0" name="Google Shape;55690;p67">
                <a:extLst>
                  <a:ext uri="{FF2B5EF4-FFF2-40B4-BE49-F238E27FC236}">
                    <a16:creationId xmlns:a16="http://schemas.microsoft.com/office/drawing/2014/main" id="{080C8430-2E9E-0053-D992-27A7F675A7C2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1" name="Google Shape;55691;p67">
                <a:extLst>
                  <a:ext uri="{FF2B5EF4-FFF2-40B4-BE49-F238E27FC236}">
                    <a16:creationId xmlns:a16="http://schemas.microsoft.com/office/drawing/2014/main" id="{5249F716-FCF8-C38F-9A62-6057A1BF6013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2" name="Google Shape;55692;p67">
                <a:extLst>
                  <a:ext uri="{FF2B5EF4-FFF2-40B4-BE49-F238E27FC236}">
                    <a16:creationId xmlns:a16="http://schemas.microsoft.com/office/drawing/2014/main" id="{9F547BBA-2297-C047-4AC1-A3D49CF96B07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3" name="Google Shape;55693;p67">
                <a:extLst>
                  <a:ext uri="{FF2B5EF4-FFF2-40B4-BE49-F238E27FC236}">
                    <a16:creationId xmlns:a16="http://schemas.microsoft.com/office/drawing/2014/main" id="{93F2B9F3-7899-C1D8-6157-4E220874AD31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94" name="Google Shape;55694;p67">
              <a:extLst>
                <a:ext uri="{FF2B5EF4-FFF2-40B4-BE49-F238E27FC236}">
                  <a16:creationId xmlns:a16="http://schemas.microsoft.com/office/drawing/2014/main" id="{4721128F-7513-0838-1931-AC164D80C73A}"/>
                </a:ext>
              </a:extLst>
            </p:cNvPr>
            <p:cNvGrpSpPr/>
            <p:nvPr/>
          </p:nvGrpSpPr>
          <p:grpSpPr>
            <a:xfrm>
              <a:off x="7337514" y="4596107"/>
              <a:ext cx="166520" cy="162027"/>
              <a:chOff x="2070280" y="1284575"/>
              <a:chExt cx="56090" cy="54611"/>
            </a:xfrm>
          </p:grpSpPr>
          <p:sp>
            <p:nvSpPr>
              <p:cNvPr id="55695" name="Google Shape;55695;p67">
                <a:extLst>
                  <a:ext uri="{FF2B5EF4-FFF2-40B4-BE49-F238E27FC236}">
                    <a16:creationId xmlns:a16="http://schemas.microsoft.com/office/drawing/2014/main" id="{89A54D19-032A-993A-0674-ED9A8D09CA29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6" name="Google Shape;55696;p67">
                <a:extLst>
                  <a:ext uri="{FF2B5EF4-FFF2-40B4-BE49-F238E27FC236}">
                    <a16:creationId xmlns:a16="http://schemas.microsoft.com/office/drawing/2014/main" id="{CEC5C685-63AE-7552-7953-50D735352ECF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7" name="Google Shape;55697;p67">
                <a:extLst>
                  <a:ext uri="{FF2B5EF4-FFF2-40B4-BE49-F238E27FC236}">
                    <a16:creationId xmlns:a16="http://schemas.microsoft.com/office/drawing/2014/main" id="{6D6FE148-F9DF-53D6-DCCF-CF15428EFE9A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8" name="Google Shape;55698;p67">
                <a:extLst>
                  <a:ext uri="{FF2B5EF4-FFF2-40B4-BE49-F238E27FC236}">
                    <a16:creationId xmlns:a16="http://schemas.microsoft.com/office/drawing/2014/main" id="{E41F134F-BB2D-6658-2ECD-57FDDB85904A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9" name="Google Shape;55699;p67">
                <a:extLst>
                  <a:ext uri="{FF2B5EF4-FFF2-40B4-BE49-F238E27FC236}">
                    <a16:creationId xmlns:a16="http://schemas.microsoft.com/office/drawing/2014/main" id="{2EED6CC8-1C34-3C8B-B91E-142A37F4CB55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0" name="Google Shape;55700;p67">
                <a:extLst>
                  <a:ext uri="{FF2B5EF4-FFF2-40B4-BE49-F238E27FC236}">
                    <a16:creationId xmlns:a16="http://schemas.microsoft.com/office/drawing/2014/main" id="{3F635865-230B-5713-E675-1B0528698F63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1" name="Google Shape;55701;p67">
                <a:extLst>
                  <a:ext uri="{FF2B5EF4-FFF2-40B4-BE49-F238E27FC236}">
                    <a16:creationId xmlns:a16="http://schemas.microsoft.com/office/drawing/2014/main" id="{376F686A-9D73-2354-22E0-AC00DB868F2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2" name="Google Shape;55702;p67">
                <a:extLst>
                  <a:ext uri="{FF2B5EF4-FFF2-40B4-BE49-F238E27FC236}">
                    <a16:creationId xmlns:a16="http://schemas.microsoft.com/office/drawing/2014/main" id="{F4C077CD-EDE9-0A4D-4066-8FAB271900C5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3" name="Google Shape;55703;p67">
                <a:extLst>
                  <a:ext uri="{FF2B5EF4-FFF2-40B4-BE49-F238E27FC236}">
                    <a16:creationId xmlns:a16="http://schemas.microsoft.com/office/drawing/2014/main" id="{5EE7D8CA-888E-D827-598F-595B0A2A6B12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4" name="Google Shape;55704;p67">
                <a:extLst>
                  <a:ext uri="{FF2B5EF4-FFF2-40B4-BE49-F238E27FC236}">
                    <a16:creationId xmlns:a16="http://schemas.microsoft.com/office/drawing/2014/main" id="{7E83E8D2-8CE8-6869-6839-7711358F45A8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5" name="Google Shape;55705;p67">
                <a:extLst>
                  <a:ext uri="{FF2B5EF4-FFF2-40B4-BE49-F238E27FC236}">
                    <a16:creationId xmlns:a16="http://schemas.microsoft.com/office/drawing/2014/main" id="{4FC46A4E-344E-0B4C-D82E-40F9BCFD93D5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6" name="Google Shape;55706;p67">
                <a:extLst>
                  <a:ext uri="{FF2B5EF4-FFF2-40B4-BE49-F238E27FC236}">
                    <a16:creationId xmlns:a16="http://schemas.microsoft.com/office/drawing/2014/main" id="{DA9EE494-E7C1-2043-FBF3-86C5C30D4AA5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7" name="Google Shape;55707;p67">
                <a:extLst>
                  <a:ext uri="{FF2B5EF4-FFF2-40B4-BE49-F238E27FC236}">
                    <a16:creationId xmlns:a16="http://schemas.microsoft.com/office/drawing/2014/main" id="{814E9ED9-E1F2-C760-FEAE-FB321B673EBF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8" name="Google Shape;55708;p67">
                <a:extLst>
                  <a:ext uri="{FF2B5EF4-FFF2-40B4-BE49-F238E27FC236}">
                    <a16:creationId xmlns:a16="http://schemas.microsoft.com/office/drawing/2014/main" id="{8F4A664E-6BD7-E731-B48F-B051AEF4A35B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09" name="Google Shape;55709;p67">
              <a:extLst>
                <a:ext uri="{FF2B5EF4-FFF2-40B4-BE49-F238E27FC236}">
                  <a16:creationId xmlns:a16="http://schemas.microsoft.com/office/drawing/2014/main" id="{5A2B5A88-2D6C-DC59-C771-CF58D413145E}"/>
                </a:ext>
              </a:extLst>
            </p:cNvPr>
            <p:cNvGrpSpPr/>
            <p:nvPr/>
          </p:nvGrpSpPr>
          <p:grpSpPr>
            <a:xfrm>
              <a:off x="6980021" y="1099332"/>
              <a:ext cx="211914" cy="206327"/>
              <a:chOff x="2070280" y="1284575"/>
              <a:chExt cx="56090" cy="54611"/>
            </a:xfrm>
          </p:grpSpPr>
          <p:sp>
            <p:nvSpPr>
              <p:cNvPr id="55710" name="Google Shape;55710;p67">
                <a:extLst>
                  <a:ext uri="{FF2B5EF4-FFF2-40B4-BE49-F238E27FC236}">
                    <a16:creationId xmlns:a16="http://schemas.microsoft.com/office/drawing/2014/main" id="{08ADE91C-1318-A3E1-8AA8-387E09562ABE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1" name="Google Shape;55711;p67">
                <a:extLst>
                  <a:ext uri="{FF2B5EF4-FFF2-40B4-BE49-F238E27FC236}">
                    <a16:creationId xmlns:a16="http://schemas.microsoft.com/office/drawing/2014/main" id="{6179AF72-DB7D-8DC4-B72E-5955C40C4C93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2" name="Google Shape;55712;p67">
                <a:extLst>
                  <a:ext uri="{FF2B5EF4-FFF2-40B4-BE49-F238E27FC236}">
                    <a16:creationId xmlns:a16="http://schemas.microsoft.com/office/drawing/2014/main" id="{4E52AE22-807C-68AD-A581-1EF55C5EAF5D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3" name="Google Shape;55713;p67">
                <a:extLst>
                  <a:ext uri="{FF2B5EF4-FFF2-40B4-BE49-F238E27FC236}">
                    <a16:creationId xmlns:a16="http://schemas.microsoft.com/office/drawing/2014/main" id="{534E8881-BB94-B65C-044C-78D79D56DB25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4" name="Google Shape;55714;p67">
                <a:extLst>
                  <a:ext uri="{FF2B5EF4-FFF2-40B4-BE49-F238E27FC236}">
                    <a16:creationId xmlns:a16="http://schemas.microsoft.com/office/drawing/2014/main" id="{FD3D6253-210A-9FE7-4531-8E39040638F5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5" name="Google Shape;55715;p67">
                <a:extLst>
                  <a:ext uri="{FF2B5EF4-FFF2-40B4-BE49-F238E27FC236}">
                    <a16:creationId xmlns:a16="http://schemas.microsoft.com/office/drawing/2014/main" id="{E2486D6B-DD61-DB1E-5399-1F819FB4915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6" name="Google Shape;55716;p67">
                <a:extLst>
                  <a:ext uri="{FF2B5EF4-FFF2-40B4-BE49-F238E27FC236}">
                    <a16:creationId xmlns:a16="http://schemas.microsoft.com/office/drawing/2014/main" id="{1C70FE70-E8B0-2AB9-D9DA-836AB4CA397A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7" name="Google Shape;55717;p67">
                <a:extLst>
                  <a:ext uri="{FF2B5EF4-FFF2-40B4-BE49-F238E27FC236}">
                    <a16:creationId xmlns:a16="http://schemas.microsoft.com/office/drawing/2014/main" id="{70B03F4A-FDAD-FB90-D3F0-45E70C56CCE8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8" name="Google Shape;55718;p67">
                <a:extLst>
                  <a:ext uri="{FF2B5EF4-FFF2-40B4-BE49-F238E27FC236}">
                    <a16:creationId xmlns:a16="http://schemas.microsoft.com/office/drawing/2014/main" id="{7D4A1E3A-D68E-C893-980A-0F4C7AF87C4A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9" name="Google Shape;55719;p67">
                <a:extLst>
                  <a:ext uri="{FF2B5EF4-FFF2-40B4-BE49-F238E27FC236}">
                    <a16:creationId xmlns:a16="http://schemas.microsoft.com/office/drawing/2014/main" id="{5C5CB7D0-5986-4044-C0D7-54A0AD6EC890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0" name="Google Shape;55720;p67">
                <a:extLst>
                  <a:ext uri="{FF2B5EF4-FFF2-40B4-BE49-F238E27FC236}">
                    <a16:creationId xmlns:a16="http://schemas.microsoft.com/office/drawing/2014/main" id="{FB4B7F66-F018-E751-8BF5-E23D05F1B9AC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1" name="Google Shape;55721;p67">
                <a:extLst>
                  <a:ext uri="{FF2B5EF4-FFF2-40B4-BE49-F238E27FC236}">
                    <a16:creationId xmlns:a16="http://schemas.microsoft.com/office/drawing/2014/main" id="{01C2E085-600C-32EA-A426-A6134302C647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2" name="Google Shape;55722;p67">
                <a:extLst>
                  <a:ext uri="{FF2B5EF4-FFF2-40B4-BE49-F238E27FC236}">
                    <a16:creationId xmlns:a16="http://schemas.microsoft.com/office/drawing/2014/main" id="{20420426-697D-C9D1-9B47-268EF5512B3B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3" name="Google Shape;55723;p67">
                <a:extLst>
                  <a:ext uri="{FF2B5EF4-FFF2-40B4-BE49-F238E27FC236}">
                    <a16:creationId xmlns:a16="http://schemas.microsoft.com/office/drawing/2014/main" id="{9F079572-D5FD-5B4D-5A3F-B4A83581BF13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24" name="Google Shape;55724;p67">
              <a:extLst>
                <a:ext uri="{FF2B5EF4-FFF2-40B4-BE49-F238E27FC236}">
                  <a16:creationId xmlns:a16="http://schemas.microsoft.com/office/drawing/2014/main" id="{63714D21-1065-E7C6-2092-887DE5A6DFFF}"/>
                </a:ext>
              </a:extLst>
            </p:cNvPr>
            <p:cNvGrpSpPr/>
            <p:nvPr/>
          </p:nvGrpSpPr>
          <p:grpSpPr>
            <a:xfrm>
              <a:off x="5771060" y="419833"/>
              <a:ext cx="394995" cy="416980"/>
              <a:chOff x="2193097" y="745802"/>
              <a:chExt cx="104549" cy="110368"/>
            </a:xfrm>
          </p:grpSpPr>
          <p:sp>
            <p:nvSpPr>
              <p:cNvPr id="55725" name="Google Shape;55725;p67">
                <a:extLst>
                  <a:ext uri="{FF2B5EF4-FFF2-40B4-BE49-F238E27FC236}">
                    <a16:creationId xmlns:a16="http://schemas.microsoft.com/office/drawing/2014/main" id="{A1C510D7-5568-8AA9-0C5D-851792CB02B0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6" name="Google Shape;55726;p67">
                <a:extLst>
                  <a:ext uri="{FF2B5EF4-FFF2-40B4-BE49-F238E27FC236}">
                    <a16:creationId xmlns:a16="http://schemas.microsoft.com/office/drawing/2014/main" id="{0ABBE91C-5462-F2AE-5060-9D176A38883C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7" name="Google Shape;55727;p67">
                <a:extLst>
                  <a:ext uri="{FF2B5EF4-FFF2-40B4-BE49-F238E27FC236}">
                    <a16:creationId xmlns:a16="http://schemas.microsoft.com/office/drawing/2014/main" id="{89EA7230-BCC3-1AF6-FE1E-5DCA616201AC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8" name="Google Shape;55728;p67">
                <a:extLst>
                  <a:ext uri="{FF2B5EF4-FFF2-40B4-BE49-F238E27FC236}">
                    <a16:creationId xmlns:a16="http://schemas.microsoft.com/office/drawing/2014/main" id="{C1508634-973E-1044-ED0E-C2B74BDB497E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9" name="Google Shape;55729;p67">
                <a:extLst>
                  <a:ext uri="{FF2B5EF4-FFF2-40B4-BE49-F238E27FC236}">
                    <a16:creationId xmlns:a16="http://schemas.microsoft.com/office/drawing/2014/main" id="{8684EEEE-4775-F301-2C88-D8B998EF40A3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0" name="Google Shape;55730;p67">
                <a:extLst>
                  <a:ext uri="{FF2B5EF4-FFF2-40B4-BE49-F238E27FC236}">
                    <a16:creationId xmlns:a16="http://schemas.microsoft.com/office/drawing/2014/main" id="{7E865BB4-355A-DB07-83AD-DE4912615864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1" name="Google Shape;55731;p67">
                <a:extLst>
                  <a:ext uri="{FF2B5EF4-FFF2-40B4-BE49-F238E27FC236}">
                    <a16:creationId xmlns:a16="http://schemas.microsoft.com/office/drawing/2014/main" id="{755D3E18-375B-C7BD-F435-821C69B4E6DF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2" name="Google Shape;55732;p67">
                <a:extLst>
                  <a:ext uri="{FF2B5EF4-FFF2-40B4-BE49-F238E27FC236}">
                    <a16:creationId xmlns:a16="http://schemas.microsoft.com/office/drawing/2014/main" id="{1E859966-FEA9-C1C1-0811-2ED3EC8072AC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3" name="Google Shape;55733;p67">
                <a:extLst>
                  <a:ext uri="{FF2B5EF4-FFF2-40B4-BE49-F238E27FC236}">
                    <a16:creationId xmlns:a16="http://schemas.microsoft.com/office/drawing/2014/main" id="{8C28F899-5AD8-DA03-8A1F-DF399D79D81C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4" name="Google Shape;55734;p67">
                <a:extLst>
                  <a:ext uri="{FF2B5EF4-FFF2-40B4-BE49-F238E27FC236}">
                    <a16:creationId xmlns:a16="http://schemas.microsoft.com/office/drawing/2014/main" id="{E464AE49-F37B-ED08-BA39-C586A6885155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5" name="Google Shape;55735;p67">
                <a:extLst>
                  <a:ext uri="{FF2B5EF4-FFF2-40B4-BE49-F238E27FC236}">
                    <a16:creationId xmlns:a16="http://schemas.microsoft.com/office/drawing/2014/main" id="{1AE52C8F-D01A-00E0-62A3-D163E3735CB7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6" name="Google Shape;55736;p67">
                <a:extLst>
                  <a:ext uri="{FF2B5EF4-FFF2-40B4-BE49-F238E27FC236}">
                    <a16:creationId xmlns:a16="http://schemas.microsoft.com/office/drawing/2014/main" id="{B976E5C4-E04A-8BB7-CCCB-F08EDB4E9106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7" name="Google Shape;55737;p67">
                <a:extLst>
                  <a:ext uri="{FF2B5EF4-FFF2-40B4-BE49-F238E27FC236}">
                    <a16:creationId xmlns:a16="http://schemas.microsoft.com/office/drawing/2014/main" id="{E6ACE9E1-5EBF-DB55-2718-9E47EDD86D0F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8" name="Google Shape;55738;p67">
                <a:extLst>
                  <a:ext uri="{FF2B5EF4-FFF2-40B4-BE49-F238E27FC236}">
                    <a16:creationId xmlns:a16="http://schemas.microsoft.com/office/drawing/2014/main" id="{C696AC80-05BC-F795-26BD-2B0C3365F6F4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39" name="Google Shape;55739;p67">
              <a:extLst>
                <a:ext uri="{FF2B5EF4-FFF2-40B4-BE49-F238E27FC236}">
                  <a16:creationId xmlns:a16="http://schemas.microsoft.com/office/drawing/2014/main" id="{2314EB64-0E9D-347C-6860-78166281D762}"/>
                </a:ext>
              </a:extLst>
            </p:cNvPr>
            <p:cNvGrpSpPr/>
            <p:nvPr/>
          </p:nvGrpSpPr>
          <p:grpSpPr>
            <a:xfrm>
              <a:off x="4403050" y="4512591"/>
              <a:ext cx="337864" cy="328974"/>
              <a:chOff x="2070280" y="1284575"/>
              <a:chExt cx="56090" cy="54611"/>
            </a:xfrm>
          </p:grpSpPr>
          <p:sp>
            <p:nvSpPr>
              <p:cNvPr id="55740" name="Google Shape;55740;p67">
                <a:extLst>
                  <a:ext uri="{FF2B5EF4-FFF2-40B4-BE49-F238E27FC236}">
                    <a16:creationId xmlns:a16="http://schemas.microsoft.com/office/drawing/2014/main" id="{7E33A17E-22FD-D518-3741-BF15AF9AE299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1" name="Google Shape;55741;p67">
                <a:extLst>
                  <a:ext uri="{FF2B5EF4-FFF2-40B4-BE49-F238E27FC236}">
                    <a16:creationId xmlns:a16="http://schemas.microsoft.com/office/drawing/2014/main" id="{7C908F65-1AC6-CFFA-4782-CA2D19DDC040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2" name="Google Shape;55742;p67">
                <a:extLst>
                  <a:ext uri="{FF2B5EF4-FFF2-40B4-BE49-F238E27FC236}">
                    <a16:creationId xmlns:a16="http://schemas.microsoft.com/office/drawing/2014/main" id="{4F2E375C-6021-886D-B288-3487A067992E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3" name="Google Shape;55743;p67">
                <a:extLst>
                  <a:ext uri="{FF2B5EF4-FFF2-40B4-BE49-F238E27FC236}">
                    <a16:creationId xmlns:a16="http://schemas.microsoft.com/office/drawing/2014/main" id="{8D8A876D-5D63-B656-6A4F-86076456C366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4" name="Google Shape;55744;p67">
                <a:extLst>
                  <a:ext uri="{FF2B5EF4-FFF2-40B4-BE49-F238E27FC236}">
                    <a16:creationId xmlns:a16="http://schemas.microsoft.com/office/drawing/2014/main" id="{74BFF84F-3AE8-6CAD-903C-5213B8C0C212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5" name="Google Shape;55745;p67">
                <a:extLst>
                  <a:ext uri="{FF2B5EF4-FFF2-40B4-BE49-F238E27FC236}">
                    <a16:creationId xmlns:a16="http://schemas.microsoft.com/office/drawing/2014/main" id="{A6E2D410-E810-ACC9-B436-D5E67D15924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6" name="Google Shape;55746;p67">
                <a:extLst>
                  <a:ext uri="{FF2B5EF4-FFF2-40B4-BE49-F238E27FC236}">
                    <a16:creationId xmlns:a16="http://schemas.microsoft.com/office/drawing/2014/main" id="{2C90DAD9-6AB3-CA93-D4D8-2488F2AA9D7C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7" name="Google Shape;55747;p67">
                <a:extLst>
                  <a:ext uri="{FF2B5EF4-FFF2-40B4-BE49-F238E27FC236}">
                    <a16:creationId xmlns:a16="http://schemas.microsoft.com/office/drawing/2014/main" id="{44B7C4CF-785B-5735-1438-33BF774E64FB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8" name="Google Shape;55748;p67">
                <a:extLst>
                  <a:ext uri="{FF2B5EF4-FFF2-40B4-BE49-F238E27FC236}">
                    <a16:creationId xmlns:a16="http://schemas.microsoft.com/office/drawing/2014/main" id="{53F03F0C-8C58-6BAD-C99F-C104BC5717A7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9" name="Google Shape;55749;p67">
                <a:extLst>
                  <a:ext uri="{FF2B5EF4-FFF2-40B4-BE49-F238E27FC236}">
                    <a16:creationId xmlns:a16="http://schemas.microsoft.com/office/drawing/2014/main" id="{F34F4C6C-9399-46F4-33BA-0378984136FA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0" name="Google Shape;55750;p67">
                <a:extLst>
                  <a:ext uri="{FF2B5EF4-FFF2-40B4-BE49-F238E27FC236}">
                    <a16:creationId xmlns:a16="http://schemas.microsoft.com/office/drawing/2014/main" id="{9465FF5B-1F0D-FDC5-DD8E-3C5EC2221847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1" name="Google Shape;55751;p67">
                <a:extLst>
                  <a:ext uri="{FF2B5EF4-FFF2-40B4-BE49-F238E27FC236}">
                    <a16:creationId xmlns:a16="http://schemas.microsoft.com/office/drawing/2014/main" id="{88638E32-D61E-52D0-07D2-4EF52C2B0DD2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2" name="Google Shape;55752;p67">
                <a:extLst>
                  <a:ext uri="{FF2B5EF4-FFF2-40B4-BE49-F238E27FC236}">
                    <a16:creationId xmlns:a16="http://schemas.microsoft.com/office/drawing/2014/main" id="{53546289-B463-435C-7D8B-85D3BA6011FD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3" name="Google Shape;55753;p67">
                <a:extLst>
                  <a:ext uri="{FF2B5EF4-FFF2-40B4-BE49-F238E27FC236}">
                    <a16:creationId xmlns:a16="http://schemas.microsoft.com/office/drawing/2014/main" id="{C8C4A3C7-1B57-3699-F89D-B5440644B2FB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9" name="Image 8" descr="Une image contenant texte, capture d’écran, logiciel, Page web&#10;&#10;Description générée automatiquement">
            <a:extLst>
              <a:ext uri="{FF2B5EF4-FFF2-40B4-BE49-F238E27FC236}">
                <a16:creationId xmlns:a16="http://schemas.microsoft.com/office/drawing/2014/main" id="{CB17200F-0B42-1243-CAD5-7D66A38339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70485"/>
          <a:stretch/>
        </p:blipFill>
        <p:spPr>
          <a:xfrm>
            <a:off x="177958" y="420600"/>
            <a:ext cx="7159357" cy="1277972"/>
          </a:xfrm>
          <a:prstGeom prst="rect">
            <a:avLst/>
          </a:prstGeom>
        </p:spPr>
      </p:pic>
      <p:pic>
        <p:nvPicPr>
          <p:cNvPr id="13" name="Image 12" descr="Une image contenant texte, capture d’écran, logiciel, Icône d’ordinateur&#10;&#10;Description générée automatiquement">
            <a:extLst>
              <a:ext uri="{FF2B5EF4-FFF2-40B4-BE49-F238E27FC236}">
                <a16:creationId xmlns:a16="http://schemas.microsoft.com/office/drawing/2014/main" id="{9FB88E2E-4F41-60DA-CA71-6E393C93F8C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b="74536"/>
          <a:stretch/>
        </p:blipFill>
        <p:spPr>
          <a:xfrm>
            <a:off x="343723" y="2485277"/>
            <a:ext cx="6695495" cy="10525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31682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298">
          <a:extLst>
            <a:ext uri="{FF2B5EF4-FFF2-40B4-BE49-F238E27FC236}">
              <a16:creationId xmlns:a16="http://schemas.microsoft.com/office/drawing/2014/main" id="{A0BD9B4D-C2E4-0D59-18DD-F90235576F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Google Shape;55299;p67">
            <a:extLst>
              <a:ext uri="{FF2B5EF4-FFF2-40B4-BE49-F238E27FC236}">
                <a16:creationId xmlns:a16="http://schemas.microsoft.com/office/drawing/2014/main" id="{E7FF2365-30C1-7132-67B8-748D7ECF3EA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3225" y="1471200"/>
            <a:ext cx="4819500" cy="120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4000" dirty="0"/>
              <a:t>Notre code	</a:t>
            </a:r>
            <a:endParaRPr sz="4000" dirty="0"/>
          </a:p>
        </p:txBody>
      </p:sp>
      <p:grpSp>
        <p:nvGrpSpPr>
          <p:cNvPr id="55301" name="Google Shape;55301;p67">
            <a:extLst>
              <a:ext uri="{FF2B5EF4-FFF2-40B4-BE49-F238E27FC236}">
                <a16:creationId xmlns:a16="http://schemas.microsoft.com/office/drawing/2014/main" id="{DF8A4505-E7C7-090E-F03B-2F6B9EC7637A}"/>
              </a:ext>
            </a:extLst>
          </p:cNvPr>
          <p:cNvGrpSpPr/>
          <p:nvPr/>
        </p:nvGrpSpPr>
        <p:grpSpPr>
          <a:xfrm>
            <a:off x="294336" y="183338"/>
            <a:ext cx="1479428" cy="1153423"/>
            <a:chOff x="294336" y="183338"/>
            <a:chExt cx="1479428" cy="1153423"/>
          </a:xfrm>
        </p:grpSpPr>
        <p:grpSp>
          <p:nvGrpSpPr>
            <p:cNvPr id="55302" name="Google Shape;55302;p67">
              <a:extLst>
                <a:ext uri="{FF2B5EF4-FFF2-40B4-BE49-F238E27FC236}">
                  <a16:creationId xmlns:a16="http://schemas.microsoft.com/office/drawing/2014/main" id="{2852C654-EA9B-73C2-7B2E-495C8EBD6BC2}"/>
                </a:ext>
              </a:extLst>
            </p:cNvPr>
            <p:cNvGrpSpPr/>
            <p:nvPr/>
          </p:nvGrpSpPr>
          <p:grpSpPr>
            <a:xfrm rot="-2852408">
              <a:off x="1289128" y="261298"/>
              <a:ext cx="394996" cy="416980"/>
              <a:chOff x="2193097" y="745802"/>
              <a:chExt cx="104549" cy="110368"/>
            </a:xfrm>
          </p:grpSpPr>
          <p:sp>
            <p:nvSpPr>
              <p:cNvPr id="55303" name="Google Shape;55303;p67">
                <a:extLst>
                  <a:ext uri="{FF2B5EF4-FFF2-40B4-BE49-F238E27FC236}">
                    <a16:creationId xmlns:a16="http://schemas.microsoft.com/office/drawing/2014/main" id="{C4591FF1-6B68-4D4A-1782-6327FDC44169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4" name="Google Shape;55304;p67">
                <a:extLst>
                  <a:ext uri="{FF2B5EF4-FFF2-40B4-BE49-F238E27FC236}">
                    <a16:creationId xmlns:a16="http://schemas.microsoft.com/office/drawing/2014/main" id="{3548FCAD-4837-F921-C331-D1C21181747A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5" name="Google Shape;55305;p67">
                <a:extLst>
                  <a:ext uri="{FF2B5EF4-FFF2-40B4-BE49-F238E27FC236}">
                    <a16:creationId xmlns:a16="http://schemas.microsoft.com/office/drawing/2014/main" id="{1EFE0B46-9045-0D74-AAA3-463559C6179B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6" name="Google Shape;55306;p67">
                <a:extLst>
                  <a:ext uri="{FF2B5EF4-FFF2-40B4-BE49-F238E27FC236}">
                    <a16:creationId xmlns:a16="http://schemas.microsoft.com/office/drawing/2014/main" id="{6F322F58-1A2A-F5DD-D7C4-F1A118F0EFBA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7" name="Google Shape;55307;p67">
                <a:extLst>
                  <a:ext uri="{FF2B5EF4-FFF2-40B4-BE49-F238E27FC236}">
                    <a16:creationId xmlns:a16="http://schemas.microsoft.com/office/drawing/2014/main" id="{623105EC-CB60-1B48-D97B-00B3E1C8FB87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8" name="Google Shape;55308;p67">
                <a:extLst>
                  <a:ext uri="{FF2B5EF4-FFF2-40B4-BE49-F238E27FC236}">
                    <a16:creationId xmlns:a16="http://schemas.microsoft.com/office/drawing/2014/main" id="{77F0C828-6D08-5009-DB92-61410345D3EA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9" name="Google Shape;55309;p67">
                <a:extLst>
                  <a:ext uri="{FF2B5EF4-FFF2-40B4-BE49-F238E27FC236}">
                    <a16:creationId xmlns:a16="http://schemas.microsoft.com/office/drawing/2014/main" id="{48509A64-63A3-F7CA-DA15-5C50A62082B6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0" name="Google Shape;55310;p67">
                <a:extLst>
                  <a:ext uri="{FF2B5EF4-FFF2-40B4-BE49-F238E27FC236}">
                    <a16:creationId xmlns:a16="http://schemas.microsoft.com/office/drawing/2014/main" id="{491C35B6-9D4B-FFAC-5EE4-54CC7D101A60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1" name="Google Shape;55311;p67">
                <a:extLst>
                  <a:ext uri="{FF2B5EF4-FFF2-40B4-BE49-F238E27FC236}">
                    <a16:creationId xmlns:a16="http://schemas.microsoft.com/office/drawing/2014/main" id="{5A0ABD4D-5A4D-2065-0739-53984FE8E34C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2" name="Google Shape;55312;p67">
                <a:extLst>
                  <a:ext uri="{FF2B5EF4-FFF2-40B4-BE49-F238E27FC236}">
                    <a16:creationId xmlns:a16="http://schemas.microsoft.com/office/drawing/2014/main" id="{954EA772-5D9D-0327-4507-A0419802652F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3" name="Google Shape;55313;p67">
                <a:extLst>
                  <a:ext uri="{FF2B5EF4-FFF2-40B4-BE49-F238E27FC236}">
                    <a16:creationId xmlns:a16="http://schemas.microsoft.com/office/drawing/2014/main" id="{45DDA835-48CC-7FF8-9D15-1AE99AC8F46D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4" name="Google Shape;55314;p67">
                <a:extLst>
                  <a:ext uri="{FF2B5EF4-FFF2-40B4-BE49-F238E27FC236}">
                    <a16:creationId xmlns:a16="http://schemas.microsoft.com/office/drawing/2014/main" id="{9E3B392B-03A9-17AD-26D0-38ED11A98464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5" name="Google Shape;55315;p67">
                <a:extLst>
                  <a:ext uri="{FF2B5EF4-FFF2-40B4-BE49-F238E27FC236}">
                    <a16:creationId xmlns:a16="http://schemas.microsoft.com/office/drawing/2014/main" id="{D03DA53D-33D3-A0F9-0F94-992F4C41F65A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6" name="Google Shape;55316;p67">
                <a:extLst>
                  <a:ext uri="{FF2B5EF4-FFF2-40B4-BE49-F238E27FC236}">
                    <a16:creationId xmlns:a16="http://schemas.microsoft.com/office/drawing/2014/main" id="{97388B14-3BAF-86DB-FA9F-E6A2ADE1B176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17" name="Google Shape;55317;p67">
              <a:extLst>
                <a:ext uri="{FF2B5EF4-FFF2-40B4-BE49-F238E27FC236}">
                  <a16:creationId xmlns:a16="http://schemas.microsoft.com/office/drawing/2014/main" id="{0CAA987D-8B30-ACBB-B45B-E7BF5A737685}"/>
                </a:ext>
              </a:extLst>
            </p:cNvPr>
            <p:cNvGrpSpPr/>
            <p:nvPr/>
          </p:nvGrpSpPr>
          <p:grpSpPr>
            <a:xfrm rot="-2852382">
              <a:off x="875935" y="1001042"/>
              <a:ext cx="283466" cy="275994"/>
              <a:chOff x="2070280" y="1284575"/>
              <a:chExt cx="56090" cy="54611"/>
            </a:xfrm>
          </p:grpSpPr>
          <p:sp>
            <p:nvSpPr>
              <p:cNvPr id="55318" name="Google Shape;55318;p67">
                <a:extLst>
                  <a:ext uri="{FF2B5EF4-FFF2-40B4-BE49-F238E27FC236}">
                    <a16:creationId xmlns:a16="http://schemas.microsoft.com/office/drawing/2014/main" id="{2693DB76-3891-0EC8-EEA6-3683861755C6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9" name="Google Shape;55319;p67">
                <a:extLst>
                  <a:ext uri="{FF2B5EF4-FFF2-40B4-BE49-F238E27FC236}">
                    <a16:creationId xmlns:a16="http://schemas.microsoft.com/office/drawing/2014/main" id="{5ECB4837-5EDF-290A-812D-62C9B7859AF1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0" name="Google Shape;55320;p67">
                <a:extLst>
                  <a:ext uri="{FF2B5EF4-FFF2-40B4-BE49-F238E27FC236}">
                    <a16:creationId xmlns:a16="http://schemas.microsoft.com/office/drawing/2014/main" id="{2CCEF19F-7888-97B3-822B-67C7B3C91198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1" name="Google Shape;55321;p67">
                <a:extLst>
                  <a:ext uri="{FF2B5EF4-FFF2-40B4-BE49-F238E27FC236}">
                    <a16:creationId xmlns:a16="http://schemas.microsoft.com/office/drawing/2014/main" id="{33724BB9-D14D-08F7-BBAF-D22529438873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2" name="Google Shape;55322;p67">
                <a:extLst>
                  <a:ext uri="{FF2B5EF4-FFF2-40B4-BE49-F238E27FC236}">
                    <a16:creationId xmlns:a16="http://schemas.microsoft.com/office/drawing/2014/main" id="{9988B35C-A83C-BDEC-EAAC-A517985633AB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3" name="Google Shape;55323;p67">
                <a:extLst>
                  <a:ext uri="{FF2B5EF4-FFF2-40B4-BE49-F238E27FC236}">
                    <a16:creationId xmlns:a16="http://schemas.microsoft.com/office/drawing/2014/main" id="{6021AB2B-AD2F-D5E2-30A8-DF6DB56F933C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4" name="Google Shape;55324;p67">
                <a:extLst>
                  <a:ext uri="{FF2B5EF4-FFF2-40B4-BE49-F238E27FC236}">
                    <a16:creationId xmlns:a16="http://schemas.microsoft.com/office/drawing/2014/main" id="{6F77D8FF-EACC-4CDE-A234-78910713C6F6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5" name="Google Shape;55325;p67">
                <a:extLst>
                  <a:ext uri="{FF2B5EF4-FFF2-40B4-BE49-F238E27FC236}">
                    <a16:creationId xmlns:a16="http://schemas.microsoft.com/office/drawing/2014/main" id="{69F71224-9ECE-E868-98AB-AFD0079AEAB5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6" name="Google Shape;55326;p67">
                <a:extLst>
                  <a:ext uri="{FF2B5EF4-FFF2-40B4-BE49-F238E27FC236}">
                    <a16:creationId xmlns:a16="http://schemas.microsoft.com/office/drawing/2014/main" id="{01444B40-BC4E-A449-BB15-419512E0E24C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7" name="Google Shape;55327;p67">
                <a:extLst>
                  <a:ext uri="{FF2B5EF4-FFF2-40B4-BE49-F238E27FC236}">
                    <a16:creationId xmlns:a16="http://schemas.microsoft.com/office/drawing/2014/main" id="{D91A9F91-7AFE-2262-78AB-DF6E73E64B93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8" name="Google Shape;55328;p67">
                <a:extLst>
                  <a:ext uri="{FF2B5EF4-FFF2-40B4-BE49-F238E27FC236}">
                    <a16:creationId xmlns:a16="http://schemas.microsoft.com/office/drawing/2014/main" id="{12B68580-1D2C-CB47-CEBE-7AA7FAFE60D0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9" name="Google Shape;55329;p67">
                <a:extLst>
                  <a:ext uri="{FF2B5EF4-FFF2-40B4-BE49-F238E27FC236}">
                    <a16:creationId xmlns:a16="http://schemas.microsoft.com/office/drawing/2014/main" id="{6D5E131D-C7D7-9FBA-826E-9849345D13E0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0" name="Google Shape;55330;p67">
                <a:extLst>
                  <a:ext uri="{FF2B5EF4-FFF2-40B4-BE49-F238E27FC236}">
                    <a16:creationId xmlns:a16="http://schemas.microsoft.com/office/drawing/2014/main" id="{B23D931F-30D3-70A8-B89C-43F9A427C99D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1" name="Google Shape;55331;p67">
                <a:extLst>
                  <a:ext uri="{FF2B5EF4-FFF2-40B4-BE49-F238E27FC236}">
                    <a16:creationId xmlns:a16="http://schemas.microsoft.com/office/drawing/2014/main" id="{99E6C5D6-2F13-E048-7860-F154C2B2D7DF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32" name="Google Shape;55332;p67">
              <a:extLst>
                <a:ext uri="{FF2B5EF4-FFF2-40B4-BE49-F238E27FC236}">
                  <a16:creationId xmlns:a16="http://schemas.microsoft.com/office/drawing/2014/main" id="{B9517956-8E74-CCD0-6746-BA1664C7CA60}"/>
                </a:ext>
              </a:extLst>
            </p:cNvPr>
            <p:cNvGrpSpPr/>
            <p:nvPr/>
          </p:nvGrpSpPr>
          <p:grpSpPr>
            <a:xfrm rot="-2852510">
              <a:off x="327050" y="526511"/>
              <a:ext cx="166520" cy="162030"/>
              <a:chOff x="2070280" y="1284575"/>
              <a:chExt cx="56090" cy="54611"/>
            </a:xfrm>
          </p:grpSpPr>
          <p:sp>
            <p:nvSpPr>
              <p:cNvPr id="55333" name="Google Shape;55333;p67">
                <a:extLst>
                  <a:ext uri="{FF2B5EF4-FFF2-40B4-BE49-F238E27FC236}">
                    <a16:creationId xmlns:a16="http://schemas.microsoft.com/office/drawing/2014/main" id="{053AE717-3E80-1615-9657-60AF7D110720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4" name="Google Shape;55334;p67">
                <a:extLst>
                  <a:ext uri="{FF2B5EF4-FFF2-40B4-BE49-F238E27FC236}">
                    <a16:creationId xmlns:a16="http://schemas.microsoft.com/office/drawing/2014/main" id="{07A5BFF2-4273-A946-78BD-8BF4DEC8A3F2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5" name="Google Shape;55335;p67">
                <a:extLst>
                  <a:ext uri="{FF2B5EF4-FFF2-40B4-BE49-F238E27FC236}">
                    <a16:creationId xmlns:a16="http://schemas.microsoft.com/office/drawing/2014/main" id="{16492DD0-F8BE-76B0-9459-453EED2F3A29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6" name="Google Shape;55336;p67">
                <a:extLst>
                  <a:ext uri="{FF2B5EF4-FFF2-40B4-BE49-F238E27FC236}">
                    <a16:creationId xmlns:a16="http://schemas.microsoft.com/office/drawing/2014/main" id="{2A822498-F41E-EEF6-4184-E23B8A0655C2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7" name="Google Shape;55337;p67">
                <a:extLst>
                  <a:ext uri="{FF2B5EF4-FFF2-40B4-BE49-F238E27FC236}">
                    <a16:creationId xmlns:a16="http://schemas.microsoft.com/office/drawing/2014/main" id="{F136803C-DFCD-A0CD-12B3-335D0ADD4404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8" name="Google Shape;55338;p67">
                <a:extLst>
                  <a:ext uri="{FF2B5EF4-FFF2-40B4-BE49-F238E27FC236}">
                    <a16:creationId xmlns:a16="http://schemas.microsoft.com/office/drawing/2014/main" id="{5646FDCC-D363-1B2B-DBB8-818DDE917C25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9" name="Google Shape;55339;p67">
                <a:extLst>
                  <a:ext uri="{FF2B5EF4-FFF2-40B4-BE49-F238E27FC236}">
                    <a16:creationId xmlns:a16="http://schemas.microsoft.com/office/drawing/2014/main" id="{0C506748-71AB-69D5-686A-9C03833DD718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0" name="Google Shape;55340;p67">
                <a:extLst>
                  <a:ext uri="{FF2B5EF4-FFF2-40B4-BE49-F238E27FC236}">
                    <a16:creationId xmlns:a16="http://schemas.microsoft.com/office/drawing/2014/main" id="{645502C2-B4BB-0267-2E4B-ED267057C21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1" name="Google Shape;55341;p67">
                <a:extLst>
                  <a:ext uri="{FF2B5EF4-FFF2-40B4-BE49-F238E27FC236}">
                    <a16:creationId xmlns:a16="http://schemas.microsoft.com/office/drawing/2014/main" id="{53A2E4BE-ADD1-0E29-229B-030D03E50EDF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2" name="Google Shape;55342;p67">
                <a:extLst>
                  <a:ext uri="{FF2B5EF4-FFF2-40B4-BE49-F238E27FC236}">
                    <a16:creationId xmlns:a16="http://schemas.microsoft.com/office/drawing/2014/main" id="{42AE7D34-85E3-A2D4-F961-D43B85ED7959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3" name="Google Shape;55343;p67">
                <a:extLst>
                  <a:ext uri="{FF2B5EF4-FFF2-40B4-BE49-F238E27FC236}">
                    <a16:creationId xmlns:a16="http://schemas.microsoft.com/office/drawing/2014/main" id="{75E25B1E-F3CE-609C-4EC2-EBC02681108F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4" name="Google Shape;55344;p67">
                <a:extLst>
                  <a:ext uri="{FF2B5EF4-FFF2-40B4-BE49-F238E27FC236}">
                    <a16:creationId xmlns:a16="http://schemas.microsoft.com/office/drawing/2014/main" id="{C8B7E20C-BC23-AA7E-A4DC-8EC90136B834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5" name="Google Shape;55345;p67">
                <a:extLst>
                  <a:ext uri="{FF2B5EF4-FFF2-40B4-BE49-F238E27FC236}">
                    <a16:creationId xmlns:a16="http://schemas.microsoft.com/office/drawing/2014/main" id="{A484BBFA-7850-F288-6927-973A341BECC8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6" name="Google Shape;55346;p67">
                <a:extLst>
                  <a:ext uri="{FF2B5EF4-FFF2-40B4-BE49-F238E27FC236}">
                    <a16:creationId xmlns:a16="http://schemas.microsoft.com/office/drawing/2014/main" id="{51E2B364-97C6-DF02-BD87-964C8ABC92A1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347" name="Google Shape;55347;p67">
            <a:extLst>
              <a:ext uri="{FF2B5EF4-FFF2-40B4-BE49-F238E27FC236}">
                <a16:creationId xmlns:a16="http://schemas.microsoft.com/office/drawing/2014/main" id="{144D4A93-F24D-3791-5BE8-4A0DC973DDC3}"/>
              </a:ext>
            </a:extLst>
          </p:cNvPr>
          <p:cNvGrpSpPr/>
          <p:nvPr/>
        </p:nvGrpSpPr>
        <p:grpSpPr>
          <a:xfrm>
            <a:off x="4403050" y="267433"/>
            <a:ext cx="5045707" cy="4610121"/>
            <a:chOff x="4403050" y="419833"/>
            <a:chExt cx="5045707" cy="4610121"/>
          </a:xfrm>
        </p:grpSpPr>
        <p:sp>
          <p:nvSpPr>
            <p:cNvPr id="55348" name="Google Shape;55348;p67">
              <a:extLst>
                <a:ext uri="{FF2B5EF4-FFF2-40B4-BE49-F238E27FC236}">
                  <a16:creationId xmlns:a16="http://schemas.microsoft.com/office/drawing/2014/main" id="{7EE8FDE5-33B1-80EA-BC8B-9A80A67B810F}"/>
                </a:ext>
              </a:extLst>
            </p:cNvPr>
            <p:cNvSpPr/>
            <p:nvPr/>
          </p:nvSpPr>
          <p:spPr>
            <a:xfrm>
              <a:off x="6025185" y="1538658"/>
              <a:ext cx="3423572" cy="3401588"/>
            </a:xfrm>
            <a:custGeom>
              <a:avLst/>
              <a:gdLst/>
              <a:ahLst/>
              <a:cxnLst/>
              <a:rect l="l" t="t" r="r" b="b"/>
              <a:pathLst>
                <a:path w="18999" h="18877" extrusionOk="0">
                  <a:moveTo>
                    <a:pt x="10380" y="3814"/>
                  </a:moveTo>
                  <a:cubicBezTo>
                    <a:pt x="10381" y="3814"/>
                    <a:pt x="10384" y="3814"/>
                    <a:pt x="10387" y="3814"/>
                  </a:cubicBezTo>
                  <a:lnTo>
                    <a:pt x="10387" y="3824"/>
                  </a:lnTo>
                  <a:cubicBezTo>
                    <a:pt x="10387" y="3824"/>
                    <a:pt x="10383" y="3820"/>
                    <a:pt x="10380" y="3814"/>
                  </a:cubicBezTo>
                  <a:close/>
                  <a:moveTo>
                    <a:pt x="13938" y="9251"/>
                  </a:moveTo>
                  <a:lnTo>
                    <a:pt x="13938" y="9251"/>
                  </a:lnTo>
                  <a:cubicBezTo>
                    <a:pt x="13947" y="9261"/>
                    <a:pt x="13968" y="9272"/>
                    <a:pt x="13978" y="9292"/>
                  </a:cubicBezTo>
                  <a:lnTo>
                    <a:pt x="13958" y="9272"/>
                  </a:lnTo>
                  <a:lnTo>
                    <a:pt x="13938" y="9251"/>
                  </a:lnTo>
                  <a:close/>
                  <a:moveTo>
                    <a:pt x="10133" y="0"/>
                  </a:moveTo>
                  <a:lnTo>
                    <a:pt x="10133" y="0"/>
                  </a:lnTo>
                  <a:cubicBezTo>
                    <a:pt x="10032" y="335"/>
                    <a:pt x="9941" y="680"/>
                    <a:pt x="9910" y="1035"/>
                  </a:cubicBezTo>
                  <a:cubicBezTo>
                    <a:pt x="9901" y="1227"/>
                    <a:pt x="9961" y="1421"/>
                    <a:pt x="10012" y="1583"/>
                  </a:cubicBezTo>
                  <a:cubicBezTo>
                    <a:pt x="10063" y="1745"/>
                    <a:pt x="10083" y="1897"/>
                    <a:pt x="10073" y="2049"/>
                  </a:cubicBezTo>
                  <a:cubicBezTo>
                    <a:pt x="10043" y="2363"/>
                    <a:pt x="9901" y="2688"/>
                    <a:pt x="9840" y="3064"/>
                  </a:cubicBezTo>
                  <a:cubicBezTo>
                    <a:pt x="9819" y="3165"/>
                    <a:pt x="9819" y="3256"/>
                    <a:pt x="9819" y="3368"/>
                  </a:cubicBezTo>
                  <a:lnTo>
                    <a:pt x="9829" y="3642"/>
                  </a:lnTo>
                  <a:cubicBezTo>
                    <a:pt x="9840" y="3733"/>
                    <a:pt x="9849" y="3824"/>
                    <a:pt x="9870" y="3926"/>
                  </a:cubicBezTo>
                  <a:cubicBezTo>
                    <a:pt x="9870" y="3956"/>
                    <a:pt x="9880" y="3986"/>
                    <a:pt x="9890" y="4027"/>
                  </a:cubicBezTo>
                  <a:cubicBezTo>
                    <a:pt x="9901" y="4047"/>
                    <a:pt x="9910" y="4058"/>
                    <a:pt x="9921" y="4088"/>
                  </a:cubicBezTo>
                  <a:cubicBezTo>
                    <a:pt x="9931" y="4108"/>
                    <a:pt x="9941" y="4128"/>
                    <a:pt x="9951" y="4139"/>
                  </a:cubicBezTo>
                  <a:lnTo>
                    <a:pt x="9971" y="4159"/>
                  </a:lnTo>
                  <a:lnTo>
                    <a:pt x="10052" y="4270"/>
                  </a:lnTo>
                  <a:cubicBezTo>
                    <a:pt x="10174" y="4412"/>
                    <a:pt x="10286" y="4545"/>
                    <a:pt x="10387" y="4666"/>
                  </a:cubicBezTo>
                  <a:cubicBezTo>
                    <a:pt x="10438" y="4748"/>
                    <a:pt x="10417" y="4717"/>
                    <a:pt x="10438" y="4798"/>
                  </a:cubicBezTo>
                  <a:lnTo>
                    <a:pt x="10469" y="4910"/>
                  </a:lnTo>
                  <a:lnTo>
                    <a:pt x="10499" y="5032"/>
                  </a:lnTo>
                  <a:cubicBezTo>
                    <a:pt x="10519" y="5113"/>
                    <a:pt x="10529" y="5183"/>
                    <a:pt x="10550" y="5264"/>
                  </a:cubicBezTo>
                  <a:cubicBezTo>
                    <a:pt x="10559" y="5356"/>
                    <a:pt x="10580" y="5467"/>
                    <a:pt x="10620" y="5569"/>
                  </a:cubicBezTo>
                  <a:cubicBezTo>
                    <a:pt x="10681" y="5762"/>
                    <a:pt x="10762" y="5934"/>
                    <a:pt x="10823" y="6096"/>
                  </a:cubicBezTo>
                  <a:cubicBezTo>
                    <a:pt x="10762" y="6066"/>
                    <a:pt x="10692" y="6035"/>
                    <a:pt x="10620" y="6015"/>
                  </a:cubicBezTo>
                  <a:lnTo>
                    <a:pt x="10367" y="5944"/>
                  </a:lnTo>
                  <a:cubicBezTo>
                    <a:pt x="10286" y="5914"/>
                    <a:pt x="10205" y="5904"/>
                    <a:pt x="10113" y="5893"/>
                  </a:cubicBezTo>
                  <a:lnTo>
                    <a:pt x="9860" y="5853"/>
                  </a:lnTo>
                  <a:lnTo>
                    <a:pt x="9637" y="5843"/>
                  </a:lnTo>
                  <a:cubicBezTo>
                    <a:pt x="9434" y="5681"/>
                    <a:pt x="9231" y="5559"/>
                    <a:pt x="9028" y="5467"/>
                  </a:cubicBezTo>
                  <a:cubicBezTo>
                    <a:pt x="8815" y="5376"/>
                    <a:pt x="8612" y="5295"/>
                    <a:pt x="8409" y="5194"/>
                  </a:cubicBezTo>
                  <a:lnTo>
                    <a:pt x="8409" y="5194"/>
                  </a:lnTo>
                  <a:cubicBezTo>
                    <a:pt x="8450" y="5417"/>
                    <a:pt x="8521" y="5640"/>
                    <a:pt x="8562" y="5863"/>
                  </a:cubicBezTo>
                  <a:lnTo>
                    <a:pt x="8510" y="5863"/>
                  </a:lnTo>
                  <a:cubicBezTo>
                    <a:pt x="7973" y="5863"/>
                    <a:pt x="7456" y="5812"/>
                    <a:pt x="7040" y="5600"/>
                  </a:cubicBezTo>
                  <a:cubicBezTo>
                    <a:pt x="6928" y="5539"/>
                    <a:pt x="6837" y="5478"/>
                    <a:pt x="6746" y="5406"/>
                  </a:cubicBezTo>
                  <a:cubicBezTo>
                    <a:pt x="6695" y="5376"/>
                    <a:pt x="6655" y="5325"/>
                    <a:pt x="6603" y="5285"/>
                  </a:cubicBezTo>
                  <a:cubicBezTo>
                    <a:pt x="6563" y="5244"/>
                    <a:pt x="6502" y="5194"/>
                    <a:pt x="6452" y="5143"/>
                  </a:cubicBezTo>
                  <a:lnTo>
                    <a:pt x="5843" y="4534"/>
                  </a:lnTo>
                  <a:cubicBezTo>
                    <a:pt x="5427" y="4119"/>
                    <a:pt x="4991" y="3702"/>
                    <a:pt x="4484" y="3368"/>
                  </a:cubicBezTo>
                  <a:cubicBezTo>
                    <a:pt x="4230" y="3206"/>
                    <a:pt x="3956" y="3064"/>
                    <a:pt x="3672" y="2952"/>
                  </a:cubicBezTo>
                  <a:cubicBezTo>
                    <a:pt x="3388" y="2850"/>
                    <a:pt x="3084" y="2780"/>
                    <a:pt x="2790" y="2749"/>
                  </a:cubicBezTo>
                  <a:cubicBezTo>
                    <a:pt x="2485" y="2688"/>
                    <a:pt x="2181" y="2536"/>
                    <a:pt x="1908" y="2343"/>
                  </a:cubicBezTo>
                  <a:cubicBezTo>
                    <a:pt x="1633" y="2151"/>
                    <a:pt x="1390" y="1907"/>
                    <a:pt x="1157" y="1653"/>
                  </a:cubicBezTo>
                  <a:lnTo>
                    <a:pt x="1146" y="1653"/>
                  </a:lnTo>
                  <a:cubicBezTo>
                    <a:pt x="995" y="1542"/>
                    <a:pt x="822" y="1481"/>
                    <a:pt x="650" y="1430"/>
                  </a:cubicBezTo>
                  <a:cubicBezTo>
                    <a:pt x="477" y="1380"/>
                    <a:pt x="315" y="1339"/>
                    <a:pt x="143" y="1288"/>
                  </a:cubicBezTo>
                  <a:lnTo>
                    <a:pt x="143" y="1288"/>
                  </a:lnTo>
                  <a:cubicBezTo>
                    <a:pt x="305" y="1360"/>
                    <a:pt x="467" y="1410"/>
                    <a:pt x="629" y="1481"/>
                  </a:cubicBezTo>
                  <a:cubicBezTo>
                    <a:pt x="792" y="1542"/>
                    <a:pt x="954" y="1623"/>
                    <a:pt x="1076" y="1735"/>
                  </a:cubicBezTo>
                  <a:cubicBezTo>
                    <a:pt x="1279" y="2009"/>
                    <a:pt x="1512" y="2273"/>
                    <a:pt x="1775" y="2516"/>
                  </a:cubicBezTo>
                  <a:cubicBezTo>
                    <a:pt x="2050" y="2749"/>
                    <a:pt x="2354" y="2962"/>
                    <a:pt x="2719" y="3064"/>
                  </a:cubicBezTo>
                  <a:lnTo>
                    <a:pt x="2739" y="3064"/>
                  </a:lnTo>
                  <a:cubicBezTo>
                    <a:pt x="3003" y="3125"/>
                    <a:pt x="3267" y="3215"/>
                    <a:pt x="3510" y="3337"/>
                  </a:cubicBezTo>
                  <a:cubicBezTo>
                    <a:pt x="3754" y="3459"/>
                    <a:pt x="3977" y="3611"/>
                    <a:pt x="4189" y="3774"/>
                  </a:cubicBezTo>
                  <a:cubicBezTo>
                    <a:pt x="4615" y="4128"/>
                    <a:pt x="4981" y="4545"/>
                    <a:pt x="5336" y="4991"/>
                  </a:cubicBezTo>
                  <a:lnTo>
                    <a:pt x="5884" y="5660"/>
                  </a:lnTo>
                  <a:cubicBezTo>
                    <a:pt x="5934" y="5711"/>
                    <a:pt x="5975" y="5762"/>
                    <a:pt x="6026" y="5833"/>
                  </a:cubicBezTo>
                  <a:cubicBezTo>
                    <a:pt x="6087" y="5893"/>
                    <a:pt x="6137" y="5954"/>
                    <a:pt x="6198" y="6015"/>
                  </a:cubicBezTo>
                  <a:cubicBezTo>
                    <a:pt x="6208" y="6015"/>
                    <a:pt x="6218" y="6026"/>
                    <a:pt x="6218" y="6035"/>
                  </a:cubicBezTo>
                  <a:cubicBezTo>
                    <a:pt x="6147" y="6046"/>
                    <a:pt x="6066" y="6046"/>
                    <a:pt x="5985" y="6046"/>
                  </a:cubicBezTo>
                  <a:lnTo>
                    <a:pt x="5528" y="6046"/>
                  </a:lnTo>
                  <a:cubicBezTo>
                    <a:pt x="5366" y="6056"/>
                    <a:pt x="5204" y="6096"/>
                    <a:pt x="5052" y="6157"/>
                  </a:cubicBezTo>
                  <a:cubicBezTo>
                    <a:pt x="4748" y="6279"/>
                    <a:pt x="4534" y="6492"/>
                    <a:pt x="4291" y="6655"/>
                  </a:cubicBezTo>
                  <a:cubicBezTo>
                    <a:pt x="4083" y="6806"/>
                    <a:pt x="3832" y="6930"/>
                    <a:pt x="3560" y="6930"/>
                  </a:cubicBezTo>
                  <a:cubicBezTo>
                    <a:pt x="3540" y="6930"/>
                    <a:pt x="3520" y="6929"/>
                    <a:pt x="3500" y="6928"/>
                  </a:cubicBezTo>
                  <a:lnTo>
                    <a:pt x="3500" y="6928"/>
                  </a:lnTo>
                  <a:cubicBezTo>
                    <a:pt x="3571" y="6943"/>
                    <a:pt x="3644" y="6951"/>
                    <a:pt x="3718" y="6951"/>
                  </a:cubicBezTo>
                  <a:cubicBezTo>
                    <a:pt x="3792" y="6951"/>
                    <a:pt x="3865" y="6943"/>
                    <a:pt x="3936" y="6928"/>
                  </a:cubicBezTo>
                  <a:cubicBezTo>
                    <a:pt x="4088" y="6898"/>
                    <a:pt x="4230" y="6837"/>
                    <a:pt x="4362" y="6766"/>
                  </a:cubicBezTo>
                  <a:cubicBezTo>
                    <a:pt x="4636" y="6634"/>
                    <a:pt x="4879" y="6472"/>
                    <a:pt x="5143" y="6411"/>
                  </a:cubicBezTo>
                  <a:cubicBezTo>
                    <a:pt x="5226" y="6391"/>
                    <a:pt x="5309" y="6383"/>
                    <a:pt x="5393" y="6383"/>
                  </a:cubicBezTo>
                  <a:cubicBezTo>
                    <a:pt x="5568" y="6383"/>
                    <a:pt x="5749" y="6417"/>
                    <a:pt x="5954" y="6452"/>
                  </a:cubicBezTo>
                  <a:cubicBezTo>
                    <a:pt x="6050" y="6464"/>
                    <a:pt x="6150" y="6477"/>
                    <a:pt x="6257" y="6477"/>
                  </a:cubicBezTo>
                  <a:cubicBezTo>
                    <a:pt x="6319" y="6477"/>
                    <a:pt x="6384" y="6473"/>
                    <a:pt x="6452" y="6461"/>
                  </a:cubicBezTo>
                  <a:cubicBezTo>
                    <a:pt x="6543" y="6452"/>
                    <a:pt x="6624" y="6431"/>
                    <a:pt x="6715" y="6401"/>
                  </a:cubicBezTo>
                  <a:cubicBezTo>
                    <a:pt x="6969" y="6553"/>
                    <a:pt x="7243" y="6655"/>
                    <a:pt x="7516" y="6736"/>
                  </a:cubicBezTo>
                  <a:cubicBezTo>
                    <a:pt x="7831" y="6817"/>
                    <a:pt x="8145" y="6867"/>
                    <a:pt x="8450" y="6898"/>
                  </a:cubicBezTo>
                  <a:cubicBezTo>
                    <a:pt x="8602" y="6918"/>
                    <a:pt x="8754" y="6928"/>
                    <a:pt x="8906" y="6939"/>
                  </a:cubicBezTo>
                  <a:lnTo>
                    <a:pt x="9342" y="6959"/>
                  </a:lnTo>
                  <a:lnTo>
                    <a:pt x="9393" y="6959"/>
                  </a:lnTo>
                  <a:lnTo>
                    <a:pt x="9434" y="6969"/>
                  </a:lnTo>
                  <a:lnTo>
                    <a:pt x="9515" y="6979"/>
                  </a:lnTo>
                  <a:lnTo>
                    <a:pt x="9687" y="7009"/>
                  </a:lnTo>
                  <a:lnTo>
                    <a:pt x="9860" y="7050"/>
                  </a:lnTo>
                  <a:cubicBezTo>
                    <a:pt x="9910" y="7070"/>
                    <a:pt x="9971" y="7081"/>
                    <a:pt x="10022" y="7111"/>
                  </a:cubicBezTo>
                  <a:lnTo>
                    <a:pt x="10174" y="7171"/>
                  </a:lnTo>
                  <a:cubicBezTo>
                    <a:pt x="10225" y="7192"/>
                    <a:pt x="10275" y="7223"/>
                    <a:pt x="10327" y="7253"/>
                  </a:cubicBezTo>
                  <a:cubicBezTo>
                    <a:pt x="10428" y="7293"/>
                    <a:pt x="10519" y="7374"/>
                    <a:pt x="10611" y="7435"/>
                  </a:cubicBezTo>
                  <a:cubicBezTo>
                    <a:pt x="10793" y="7577"/>
                    <a:pt x="10965" y="7739"/>
                    <a:pt x="11127" y="7933"/>
                  </a:cubicBezTo>
                  <a:cubicBezTo>
                    <a:pt x="11442" y="8308"/>
                    <a:pt x="11726" y="8774"/>
                    <a:pt x="12010" y="9261"/>
                  </a:cubicBezTo>
                  <a:lnTo>
                    <a:pt x="12122" y="9454"/>
                  </a:lnTo>
                  <a:cubicBezTo>
                    <a:pt x="11919" y="9495"/>
                    <a:pt x="11716" y="9556"/>
                    <a:pt x="11523" y="9637"/>
                  </a:cubicBezTo>
                  <a:cubicBezTo>
                    <a:pt x="11452" y="9667"/>
                    <a:pt x="11371" y="9698"/>
                    <a:pt x="11321" y="9728"/>
                  </a:cubicBezTo>
                  <a:lnTo>
                    <a:pt x="11158" y="9819"/>
                  </a:lnTo>
                  <a:lnTo>
                    <a:pt x="10843" y="9982"/>
                  </a:lnTo>
                  <a:cubicBezTo>
                    <a:pt x="10631" y="10093"/>
                    <a:pt x="10448" y="10184"/>
                    <a:pt x="10255" y="10255"/>
                  </a:cubicBezTo>
                  <a:cubicBezTo>
                    <a:pt x="10225" y="10266"/>
                    <a:pt x="10194" y="10266"/>
                    <a:pt x="10164" y="10275"/>
                  </a:cubicBezTo>
                  <a:cubicBezTo>
                    <a:pt x="10144" y="10266"/>
                    <a:pt x="10113" y="10245"/>
                    <a:pt x="10083" y="10235"/>
                  </a:cubicBezTo>
                  <a:cubicBezTo>
                    <a:pt x="9910" y="10154"/>
                    <a:pt x="9738" y="10093"/>
                    <a:pt x="9565" y="10042"/>
                  </a:cubicBezTo>
                  <a:cubicBezTo>
                    <a:pt x="9484" y="10012"/>
                    <a:pt x="9393" y="9991"/>
                    <a:pt x="9312" y="9971"/>
                  </a:cubicBezTo>
                  <a:cubicBezTo>
                    <a:pt x="9211" y="9930"/>
                    <a:pt x="9109" y="9921"/>
                    <a:pt x="9018" y="9910"/>
                  </a:cubicBezTo>
                  <a:cubicBezTo>
                    <a:pt x="8965" y="9907"/>
                    <a:pt x="8916" y="9907"/>
                    <a:pt x="8867" y="9907"/>
                  </a:cubicBezTo>
                  <a:cubicBezTo>
                    <a:pt x="8852" y="9907"/>
                    <a:pt x="8837" y="9907"/>
                    <a:pt x="8822" y="9907"/>
                  </a:cubicBezTo>
                  <a:cubicBezTo>
                    <a:pt x="8718" y="9907"/>
                    <a:pt x="8618" y="9906"/>
                    <a:pt x="8510" y="9880"/>
                  </a:cubicBezTo>
                  <a:lnTo>
                    <a:pt x="8510" y="9880"/>
                  </a:lnTo>
                  <a:cubicBezTo>
                    <a:pt x="8622" y="10012"/>
                    <a:pt x="8794" y="10103"/>
                    <a:pt x="8916" y="10194"/>
                  </a:cubicBezTo>
                  <a:cubicBezTo>
                    <a:pt x="8988" y="10245"/>
                    <a:pt x="9028" y="10296"/>
                    <a:pt x="9069" y="10347"/>
                  </a:cubicBezTo>
                  <a:lnTo>
                    <a:pt x="9220" y="10529"/>
                  </a:lnTo>
                  <a:cubicBezTo>
                    <a:pt x="9089" y="10570"/>
                    <a:pt x="8967" y="10610"/>
                    <a:pt x="8846" y="10661"/>
                  </a:cubicBezTo>
                  <a:cubicBezTo>
                    <a:pt x="8592" y="10773"/>
                    <a:pt x="8348" y="10925"/>
                    <a:pt x="8136" y="11087"/>
                  </a:cubicBezTo>
                  <a:cubicBezTo>
                    <a:pt x="7973" y="11219"/>
                    <a:pt x="7780" y="11341"/>
                    <a:pt x="7577" y="11463"/>
                  </a:cubicBezTo>
                  <a:cubicBezTo>
                    <a:pt x="7466" y="11533"/>
                    <a:pt x="7344" y="11614"/>
                    <a:pt x="7232" y="11695"/>
                  </a:cubicBezTo>
                  <a:cubicBezTo>
                    <a:pt x="7020" y="11777"/>
                    <a:pt x="6776" y="11837"/>
                    <a:pt x="6513" y="11878"/>
                  </a:cubicBezTo>
                  <a:cubicBezTo>
                    <a:pt x="6208" y="11939"/>
                    <a:pt x="5863" y="11990"/>
                    <a:pt x="5539" y="12101"/>
                  </a:cubicBezTo>
                  <a:cubicBezTo>
                    <a:pt x="5357" y="12167"/>
                    <a:pt x="5166" y="12196"/>
                    <a:pt x="4964" y="12196"/>
                  </a:cubicBezTo>
                  <a:cubicBezTo>
                    <a:pt x="4883" y="12196"/>
                    <a:pt x="4801" y="12191"/>
                    <a:pt x="4717" y="12182"/>
                  </a:cubicBezTo>
                  <a:cubicBezTo>
                    <a:pt x="4423" y="12152"/>
                    <a:pt x="4108" y="12081"/>
                    <a:pt x="3794" y="12020"/>
                  </a:cubicBezTo>
                  <a:cubicBezTo>
                    <a:pt x="3186" y="11909"/>
                    <a:pt x="2557" y="11695"/>
                    <a:pt x="1897" y="11686"/>
                  </a:cubicBezTo>
                  <a:cubicBezTo>
                    <a:pt x="1872" y="11685"/>
                    <a:pt x="1847" y="11684"/>
                    <a:pt x="1822" y="11684"/>
                  </a:cubicBezTo>
                  <a:cubicBezTo>
                    <a:pt x="1523" y="11684"/>
                    <a:pt x="1224" y="11741"/>
                    <a:pt x="934" y="11797"/>
                  </a:cubicBezTo>
                  <a:cubicBezTo>
                    <a:pt x="745" y="11835"/>
                    <a:pt x="553" y="11861"/>
                    <a:pt x="359" y="11861"/>
                  </a:cubicBezTo>
                  <a:cubicBezTo>
                    <a:pt x="240" y="11861"/>
                    <a:pt x="120" y="11851"/>
                    <a:pt x="1" y="11828"/>
                  </a:cubicBezTo>
                  <a:lnTo>
                    <a:pt x="1" y="11828"/>
                  </a:lnTo>
                  <a:cubicBezTo>
                    <a:pt x="206" y="11889"/>
                    <a:pt x="422" y="11914"/>
                    <a:pt x="640" y="11914"/>
                  </a:cubicBezTo>
                  <a:cubicBezTo>
                    <a:pt x="744" y="11914"/>
                    <a:pt x="849" y="11908"/>
                    <a:pt x="954" y="11898"/>
                  </a:cubicBezTo>
                  <a:cubicBezTo>
                    <a:pt x="1142" y="11880"/>
                    <a:pt x="1331" y="11866"/>
                    <a:pt x="1517" y="11866"/>
                  </a:cubicBezTo>
                  <a:cubicBezTo>
                    <a:pt x="1642" y="11866"/>
                    <a:pt x="1765" y="11872"/>
                    <a:pt x="1887" y="11889"/>
                  </a:cubicBezTo>
                  <a:cubicBezTo>
                    <a:pt x="2496" y="11959"/>
                    <a:pt x="3074" y="12223"/>
                    <a:pt x="3693" y="12416"/>
                  </a:cubicBezTo>
                  <a:cubicBezTo>
                    <a:pt x="4007" y="12507"/>
                    <a:pt x="4301" y="12608"/>
                    <a:pt x="4636" y="12680"/>
                  </a:cubicBezTo>
                  <a:cubicBezTo>
                    <a:pt x="4820" y="12718"/>
                    <a:pt x="5015" y="12742"/>
                    <a:pt x="5213" y="12742"/>
                  </a:cubicBezTo>
                  <a:cubicBezTo>
                    <a:pt x="5376" y="12742"/>
                    <a:pt x="5541" y="12726"/>
                    <a:pt x="5701" y="12689"/>
                  </a:cubicBezTo>
                  <a:cubicBezTo>
                    <a:pt x="5945" y="12629"/>
                    <a:pt x="6188" y="12608"/>
                    <a:pt x="6461" y="12588"/>
                  </a:cubicBezTo>
                  <a:lnTo>
                    <a:pt x="6461" y="12588"/>
                  </a:lnTo>
                  <a:cubicBezTo>
                    <a:pt x="6452" y="12608"/>
                    <a:pt x="6441" y="12619"/>
                    <a:pt x="6441" y="12629"/>
                  </a:cubicBezTo>
                  <a:cubicBezTo>
                    <a:pt x="6319" y="12852"/>
                    <a:pt x="6218" y="13065"/>
                    <a:pt x="6117" y="13268"/>
                  </a:cubicBezTo>
                  <a:cubicBezTo>
                    <a:pt x="6005" y="13460"/>
                    <a:pt x="5893" y="13663"/>
                    <a:pt x="5762" y="13805"/>
                  </a:cubicBezTo>
                  <a:lnTo>
                    <a:pt x="5670" y="13897"/>
                  </a:lnTo>
                  <a:cubicBezTo>
                    <a:pt x="5661" y="13907"/>
                    <a:pt x="5650" y="13917"/>
                    <a:pt x="5630" y="13927"/>
                  </a:cubicBezTo>
                  <a:lnTo>
                    <a:pt x="5620" y="13938"/>
                  </a:lnTo>
                  <a:cubicBezTo>
                    <a:pt x="5620" y="13947"/>
                    <a:pt x="5579" y="13947"/>
                    <a:pt x="5528" y="13958"/>
                  </a:cubicBezTo>
                  <a:lnTo>
                    <a:pt x="5386" y="13958"/>
                  </a:lnTo>
                  <a:cubicBezTo>
                    <a:pt x="5275" y="13947"/>
                    <a:pt x="5153" y="13938"/>
                    <a:pt x="5032" y="13927"/>
                  </a:cubicBezTo>
                  <a:cubicBezTo>
                    <a:pt x="4971" y="13927"/>
                    <a:pt x="4899" y="13917"/>
                    <a:pt x="4829" y="13917"/>
                  </a:cubicBezTo>
                  <a:cubicBezTo>
                    <a:pt x="4798" y="13917"/>
                    <a:pt x="4748" y="13927"/>
                    <a:pt x="4717" y="13927"/>
                  </a:cubicBezTo>
                  <a:lnTo>
                    <a:pt x="4626" y="13938"/>
                  </a:lnTo>
                  <a:cubicBezTo>
                    <a:pt x="4372" y="13958"/>
                    <a:pt x="4129" y="13998"/>
                    <a:pt x="3875" y="14069"/>
                  </a:cubicBezTo>
                  <a:cubicBezTo>
                    <a:pt x="3632" y="14130"/>
                    <a:pt x="3398" y="14222"/>
                    <a:pt x="3175" y="14303"/>
                  </a:cubicBezTo>
                  <a:cubicBezTo>
                    <a:pt x="2719" y="14485"/>
                    <a:pt x="2273" y="14698"/>
                    <a:pt x="1856" y="14982"/>
                  </a:cubicBezTo>
                  <a:cubicBezTo>
                    <a:pt x="1654" y="15114"/>
                    <a:pt x="1461" y="15276"/>
                    <a:pt x="1279" y="15449"/>
                  </a:cubicBezTo>
                  <a:cubicBezTo>
                    <a:pt x="1197" y="15540"/>
                    <a:pt x="1106" y="15631"/>
                    <a:pt x="1025" y="15723"/>
                  </a:cubicBezTo>
                  <a:cubicBezTo>
                    <a:pt x="984" y="15773"/>
                    <a:pt x="954" y="15824"/>
                    <a:pt x="913" y="15875"/>
                  </a:cubicBezTo>
                  <a:cubicBezTo>
                    <a:pt x="873" y="15926"/>
                    <a:pt x="853" y="15987"/>
                    <a:pt x="812" y="16037"/>
                  </a:cubicBezTo>
                  <a:cubicBezTo>
                    <a:pt x="578" y="16483"/>
                    <a:pt x="477" y="16960"/>
                    <a:pt x="406" y="17437"/>
                  </a:cubicBezTo>
                  <a:cubicBezTo>
                    <a:pt x="335" y="17924"/>
                    <a:pt x="315" y="18401"/>
                    <a:pt x="335" y="18877"/>
                  </a:cubicBezTo>
                  <a:cubicBezTo>
                    <a:pt x="355" y="18401"/>
                    <a:pt x="416" y="17924"/>
                    <a:pt x="508" y="17457"/>
                  </a:cubicBezTo>
                  <a:cubicBezTo>
                    <a:pt x="609" y="17001"/>
                    <a:pt x="761" y="16534"/>
                    <a:pt x="1004" y="16149"/>
                  </a:cubicBezTo>
                  <a:cubicBezTo>
                    <a:pt x="1035" y="16108"/>
                    <a:pt x="1065" y="16057"/>
                    <a:pt x="1106" y="16017"/>
                  </a:cubicBezTo>
                  <a:cubicBezTo>
                    <a:pt x="1137" y="15966"/>
                    <a:pt x="1167" y="15926"/>
                    <a:pt x="1207" y="15885"/>
                  </a:cubicBezTo>
                  <a:cubicBezTo>
                    <a:pt x="1288" y="15804"/>
                    <a:pt x="1380" y="15723"/>
                    <a:pt x="1461" y="15651"/>
                  </a:cubicBezTo>
                  <a:cubicBezTo>
                    <a:pt x="1644" y="15500"/>
                    <a:pt x="1836" y="15367"/>
                    <a:pt x="2029" y="15256"/>
                  </a:cubicBezTo>
                  <a:cubicBezTo>
                    <a:pt x="2435" y="15022"/>
                    <a:pt x="2871" y="14850"/>
                    <a:pt x="3317" y="14718"/>
                  </a:cubicBezTo>
                  <a:cubicBezTo>
                    <a:pt x="3540" y="14648"/>
                    <a:pt x="3763" y="14587"/>
                    <a:pt x="3987" y="14546"/>
                  </a:cubicBezTo>
                  <a:cubicBezTo>
                    <a:pt x="4210" y="14506"/>
                    <a:pt x="4433" y="14485"/>
                    <a:pt x="4656" y="14475"/>
                  </a:cubicBezTo>
                  <a:lnTo>
                    <a:pt x="4748" y="14475"/>
                  </a:lnTo>
                  <a:cubicBezTo>
                    <a:pt x="4778" y="14475"/>
                    <a:pt x="4788" y="14475"/>
                    <a:pt x="4809" y="14485"/>
                  </a:cubicBezTo>
                  <a:cubicBezTo>
                    <a:pt x="4859" y="14485"/>
                    <a:pt x="4910" y="14495"/>
                    <a:pt x="4971" y="14495"/>
                  </a:cubicBezTo>
                  <a:cubicBezTo>
                    <a:pt x="5082" y="14515"/>
                    <a:pt x="5204" y="14536"/>
                    <a:pt x="5336" y="14556"/>
                  </a:cubicBezTo>
                  <a:cubicBezTo>
                    <a:pt x="5402" y="14561"/>
                    <a:pt x="5465" y="14569"/>
                    <a:pt x="5540" y="14569"/>
                  </a:cubicBezTo>
                  <a:cubicBezTo>
                    <a:pt x="5615" y="14569"/>
                    <a:pt x="5701" y="14561"/>
                    <a:pt x="5812" y="14536"/>
                  </a:cubicBezTo>
                  <a:cubicBezTo>
                    <a:pt x="5833" y="14526"/>
                    <a:pt x="5873" y="14515"/>
                    <a:pt x="5893" y="14506"/>
                  </a:cubicBezTo>
                  <a:lnTo>
                    <a:pt x="5954" y="14475"/>
                  </a:lnTo>
                  <a:cubicBezTo>
                    <a:pt x="5995" y="14454"/>
                    <a:pt x="6035" y="14434"/>
                    <a:pt x="6066" y="14404"/>
                  </a:cubicBezTo>
                  <a:cubicBezTo>
                    <a:pt x="6127" y="14353"/>
                    <a:pt x="6188" y="14303"/>
                    <a:pt x="6238" y="14252"/>
                  </a:cubicBezTo>
                  <a:cubicBezTo>
                    <a:pt x="6441" y="14049"/>
                    <a:pt x="6583" y="13836"/>
                    <a:pt x="6725" y="13623"/>
                  </a:cubicBezTo>
                  <a:cubicBezTo>
                    <a:pt x="6857" y="13420"/>
                    <a:pt x="6979" y="13207"/>
                    <a:pt x="7101" y="13004"/>
                  </a:cubicBezTo>
                  <a:cubicBezTo>
                    <a:pt x="7223" y="12811"/>
                    <a:pt x="7324" y="12680"/>
                    <a:pt x="7476" y="12558"/>
                  </a:cubicBezTo>
                  <a:cubicBezTo>
                    <a:pt x="7628" y="12436"/>
                    <a:pt x="7811" y="12335"/>
                    <a:pt x="8014" y="12223"/>
                  </a:cubicBezTo>
                  <a:cubicBezTo>
                    <a:pt x="8217" y="12112"/>
                    <a:pt x="8450" y="12000"/>
                    <a:pt x="8673" y="11848"/>
                  </a:cubicBezTo>
                  <a:cubicBezTo>
                    <a:pt x="8855" y="11726"/>
                    <a:pt x="9018" y="11645"/>
                    <a:pt x="9211" y="11574"/>
                  </a:cubicBezTo>
                  <a:cubicBezTo>
                    <a:pt x="9403" y="11513"/>
                    <a:pt x="9606" y="11472"/>
                    <a:pt x="9819" y="11432"/>
                  </a:cubicBezTo>
                  <a:lnTo>
                    <a:pt x="9982" y="11411"/>
                  </a:lnTo>
                  <a:cubicBezTo>
                    <a:pt x="10052" y="11402"/>
                    <a:pt x="10113" y="11391"/>
                    <a:pt x="10185" y="11381"/>
                  </a:cubicBezTo>
                  <a:cubicBezTo>
                    <a:pt x="10316" y="11361"/>
                    <a:pt x="10448" y="11330"/>
                    <a:pt x="10590" y="11290"/>
                  </a:cubicBezTo>
                  <a:cubicBezTo>
                    <a:pt x="10854" y="11219"/>
                    <a:pt x="11107" y="11118"/>
                    <a:pt x="11330" y="11016"/>
                  </a:cubicBezTo>
                  <a:lnTo>
                    <a:pt x="11665" y="10874"/>
                  </a:lnTo>
                  <a:lnTo>
                    <a:pt x="11828" y="10803"/>
                  </a:lnTo>
                  <a:cubicBezTo>
                    <a:pt x="11878" y="10783"/>
                    <a:pt x="11909" y="10773"/>
                    <a:pt x="11959" y="10752"/>
                  </a:cubicBezTo>
                  <a:cubicBezTo>
                    <a:pt x="12167" y="10683"/>
                    <a:pt x="12404" y="10652"/>
                    <a:pt x="12652" y="10652"/>
                  </a:cubicBezTo>
                  <a:cubicBezTo>
                    <a:pt x="12768" y="10652"/>
                    <a:pt x="12885" y="10658"/>
                    <a:pt x="13004" y="10671"/>
                  </a:cubicBezTo>
                  <a:cubicBezTo>
                    <a:pt x="13014" y="10671"/>
                    <a:pt x="13014" y="10681"/>
                    <a:pt x="13025" y="10681"/>
                  </a:cubicBezTo>
                  <a:lnTo>
                    <a:pt x="13014" y="10671"/>
                  </a:lnTo>
                  <a:cubicBezTo>
                    <a:pt x="13045" y="10671"/>
                    <a:pt x="13065" y="10671"/>
                    <a:pt x="13095" y="10681"/>
                  </a:cubicBezTo>
                  <a:cubicBezTo>
                    <a:pt x="13501" y="10732"/>
                    <a:pt x="13917" y="10843"/>
                    <a:pt x="14303" y="11006"/>
                  </a:cubicBezTo>
                  <a:cubicBezTo>
                    <a:pt x="14394" y="11046"/>
                    <a:pt x="14495" y="11087"/>
                    <a:pt x="14587" y="11138"/>
                  </a:cubicBezTo>
                  <a:lnTo>
                    <a:pt x="14657" y="11179"/>
                  </a:lnTo>
                  <a:lnTo>
                    <a:pt x="14688" y="11188"/>
                  </a:lnTo>
                  <a:lnTo>
                    <a:pt x="14708" y="11209"/>
                  </a:lnTo>
                  <a:cubicBezTo>
                    <a:pt x="14729" y="11209"/>
                    <a:pt x="14739" y="11219"/>
                    <a:pt x="14759" y="11239"/>
                  </a:cubicBezTo>
                  <a:lnTo>
                    <a:pt x="14820" y="11269"/>
                  </a:lnTo>
                  <a:cubicBezTo>
                    <a:pt x="14941" y="11361"/>
                    <a:pt x="15083" y="11463"/>
                    <a:pt x="15236" y="11584"/>
                  </a:cubicBezTo>
                  <a:cubicBezTo>
                    <a:pt x="15205" y="11605"/>
                    <a:pt x="15165" y="11635"/>
                    <a:pt x="15124" y="11665"/>
                  </a:cubicBezTo>
                  <a:cubicBezTo>
                    <a:pt x="15053" y="11726"/>
                    <a:pt x="14962" y="11797"/>
                    <a:pt x="14901" y="11878"/>
                  </a:cubicBezTo>
                  <a:cubicBezTo>
                    <a:pt x="14840" y="11949"/>
                    <a:pt x="14790" y="12031"/>
                    <a:pt x="14739" y="12112"/>
                  </a:cubicBezTo>
                  <a:cubicBezTo>
                    <a:pt x="14657" y="12263"/>
                    <a:pt x="14587" y="12405"/>
                    <a:pt x="14485" y="12547"/>
                  </a:cubicBezTo>
                  <a:cubicBezTo>
                    <a:pt x="14648" y="12487"/>
                    <a:pt x="14799" y="12396"/>
                    <a:pt x="14952" y="12324"/>
                  </a:cubicBezTo>
                  <a:cubicBezTo>
                    <a:pt x="15023" y="12294"/>
                    <a:pt x="15094" y="12263"/>
                    <a:pt x="15165" y="12243"/>
                  </a:cubicBezTo>
                  <a:cubicBezTo>
                    <a:pt x="15236" y="12233"/>
                    <a:pt x="15297" y="12223"/>
                    <a:pt x="15367" y="12223"/>
                  </a:cubicBezTo>
                  <a:cubicBezTo>
                    <a:pt x="15459" y="12213"/>
                    <a:pt x="15550" y="12213"/>
                    <a:pt x="15651" y="12213"/>
                  </a:cubicBezTo>
                  <a:lnTo>
                    <a:pt x="15845" y="12213"/>
                  </a:lnTo>
                  <a:cubicBezTo>
                    <a:pt x="15935" y="12213"/>
                    <a:pt x="16027" y="12213"/>
                    <a:pt x="16129" y="12203"/>
                  </a:cubicBezTo>
                  <a:cubicBezTo>
                    <a:pt x="16321" y="12315"/>
                    <a:pt x="16524" y="12426"/>
                    <a:pt x="16757" y="12517"/>
                  </a:cubicBezTo>
                  <a:cubicBezTo>
                    <a:pt x="17026" y="12619"/>
                    <a:pt x="17337" y="12712"/>
                    <a:pt x="17713" y="12712"/>
                  </a:cubicBezTo>
                  <a:cubicBezTo>
                    <a:pt x="17749" y="12712"/>
                    <a:pt x="17785" y="12712"/>
                    <a:pt x="17822" y="12710"/>
                  </a:cubicBezTo>
                  <a:cubicBezTo>
                    <a:pt x="18036" y="12689"/>
                    <a:pt x="18248" y="12639"/>
                    <a:pt x="18462" y="12547"/>
                  </a:cubicBezTo>
                  <a:cubicBezTo>
                    <a:pt x="18664" y="12457"/>
                    <a:pt x="18847" y="12324"/>
                    <a:pt x="18999" y="12182"/>
                  </a:cubicBezTo>
                  <a:lnTo>
                    <a:pt x="17761" y="10945"/>
                  </a:lnTo>
                  <a:cubicBezTo>
                    <a:pt x="17711" y="10996"/>
                    <a:pt x="17721" y="11006"/>
                    <a:pt x="17670" y="11026"/>
                  </a:cubicBezTo>
                  <a:cubicBezTo>
                    <a:pt x="17657" y="11028"/>
                    <a:pt x="17639" y="11030"/>
                    <a:pt x="17618" y="11030"/>
                  </a:cubicBezTo>
                  <a:cubicBezTo>
                    <a:pt x="17548" y="11030"/>
                    <a:pt x="17443" y="11015"/>
                    <a:pt x="17325" y="10976"/>
                  </a:cubicBezTo>
                  <a:cubicBezTo>
                    <a:pt x="17001" y="10884"/>
                    <a:pt x="16615" y="10661"/>
                    <a:pt x="16230" y="10408"/>
                  </a:cubicBezTo>
                  <a:cubicBezTo>
                    <a:pt x="16027" y="10286"/>
                    <a:pt x="15834" y="10154"/>
                    <a:pt x="15581" y="10012"/>
                  </a:cubicBezTo>
                  <a:cubicBezTo>
                    <a:pt x="15550" y="9991"/>
                    <a:pt x="15520" y="9971"/>
                    <a:pt x="15479" y="9961"/>
                  </a:cubicBezTo>
                  <a:cubicBezTo>
                    <a:pt x="15449" y="9941"/>
                    <a:pt x="15419" y="9921"/>
                    <a:pt x="15378" y="9900"/>
                  </a:cubicBezTo>
                  <a:lnTo>
                    <a:pt x="15317" y="9880"/>
                  </a:lnTo>
                  <a:lnTo>
                    <a:pt x="15266" y="9860"/>
                  </a:lnTo>
                  <a:lnTo>
                    <a:pt x="15175" y="9819"/>
                  </a:lnTo>
                  <a:cubicBezTo>
                    <a:pt x="15053" y="9768"/>
                    <a:pt x="14921" y="9718"/>
                    <a:pt x="14790" y="9677"/>
                  </a:cubicBezTo>
                  <a:cubicBezTo>
                    <a:pt x="14637" y="9626"/>
                    <a:pt x="14485" y="9586"/>
                    <a:pt x="14333" y="9545"/>
                  </a:cubicBezTo>
                  <a:cubicBezTo>
                    <a:pt x="14323" y="9525"/>
                    <a:pt x="14303" y="9504"/>
                    <a:pt x="14292" y="9495"/>
                  </a:cubicBezTo>
                  <a:cubicBezTo>
                    <a:pt x="14201" y="9403"/>
                    <a:pt x="14130" y="9362"/>
                    <a:pt x="14080" y="9322"/>
                  </a:cubicBezTo>
                  <a:cubicBezTo>
                    <a:pt x="13988" y="9261"/>
                    <a:pt x="13938" y="9231"/>
                    <a:pt x="13927" y="9231"/>
                  </a:cubicBezTo>
                  <a:lnTo>
                    <a:pt x="13826" y="9099"/>
                  </a:lnTo>
                  <a:lnTo>
                    <a:pt x="13318" y="8399"/>
                  </a:lnTo>
                  <a:cubicBezTo>
                    <a:pt x="13014" y="7973"/>
                    <a:pt x="12680" y="7527"/>
                    <a:pt x="12274" y="7111"/>
                  </a:cubicBezTo>
                  <a:cubicBezTo>
                    <a:pt x="12182" y="6959"/>
                    <a:pt x="12101" y="6817"/>
                    <a:pt x="12040" y="6705"/>
                  </a:cubicBezTo>
                  <a:lnTo>
                    <a:pt x="12010" y="6644"/>
                  </a:lnTo>
                  <a:cubicBezTo>
                    <a:pt x="12010" y="6634"/>
                    <a:pt x="12010" y="6634"/>
                    <a:pt x="12000" y="6634"/>
                  </a:cubicBezTo>
                  <a:lnTo>
                    <a:pt x="12000" y="6614"/>
                  </a:lnTo>
                  <a:lnTo>
                    <a:pt x="11990" y="6573"/>
                  </a:lnTo>
                  <a:cubicBezTo>
                    <a:pt x="11970" y="6441"/>
                    <a:pt x="11929" y="6330"/>
                    <a:pt x="11889" y="6218"/>
                  </a:cubicBezTo>
                  <a:cubicBezTo>
                    <a:pt x="11797" y="6005"/>
                    <a:pt x="11686" y="5843"/>
                    <a:pt x="11584" y="5691"/>
                  </a:cubicBezTo>
                  <a:cubicBezTo>
                    <a:pt x="11483" y="5548"/>
                    <a:pt x="11402" y="5427"/>
                    <a:pt x="11341" y="5295"/>
                  </a:cubicBezTo>
                  <a:cubicBezTo>
                    <a:pt x="11310" y="5234"/>
                    <a:pt x="11290" y="5174"/>
                    <a:pt x="11260" y="5092"/>
                  </a:cubicBezTo>
                  <a:cubicBezTo>
                    <a:pt x="11239" y="5011"/>
                    <a:pt x="11209" y="4920"/>
                    <a:pt x="11168" y="4829"/>
                  </a:cubicBezTo>
                  <a:lnTo>
                    <a:pt x="11118" y="4696"/>
                  </a:lnTo>
                  <a:lnTo>
                    <a:pt x="11067" y="4565"/>
                  </a:lnTo>
                  <a:cubicBezTo>
                    <a:pt x="11046" y="4524"/>
                    <a:pt x="11016" y="4464"/>
                    <a:pt x="10976" y="4392"/>
                  </a:cubicBezTo>
                  <a:cubicBezTo>
                    <a:pt x="10935" y="4322"/>
                    <a:pt x="10884" y="4281"/>
                    <a:pt x="10854" y="4250"/>
                  </a:cubicBezTo>
                  <a:cubicBezTo>
                    <a:pt x="10722" y="4119"/>
                    <a:pt x="10590" y="4007"/>
                    <a:pt x="10469" y="3885"/>
                  </a:cubicBezTo>
                  <a:lnTo>
                    <a:pt x="10377" y="3804"/>
                  </a:lnTo>
                  <a:lnTo>
                    <a:pt x="10367" y="3794"/>
                  </a:lnTo>
                  <a:cubicBezTo>
                    <a:pt x="10347" y="3733"/>
                    <a:pt x="10327" y="3652"/>
                    <a:pt x="10316" y="3571"/>
                  </a:cubicBezTo>
                  <a:lnTo>
                    <a:pt x="10266" y="3327"/>
                  </a:lnTo>
                  <a:cubicBezTo>
                    <a:pt x="10255" y="3256"/>
                    <a:pt x="10255" y="3185"/>
                    <a:pt x="10255" y="3104"/>
                  </a:cubicBezTo>
                  <a:cubicBezTo>
                    <a:pt x="10255" y="2789"/>
                    <a:pt x="10357" y="2445"/>
                    <a:pt x="10347" y="2049"/>
                  </a:cubicBezTo>
                  <a:cubicBezTo>
                    <a:pt x="10347" y="1856"/>
                    <a:pt x="10275" y="1664"/>
                    <a:pt x="10205" y="1502"/>
                  </a:cubicBezTo>
                  <a:cubicBezTo>
                    <a:pt x="10133" y="1339"/>
                    <a:pt x="10063" y="1197"/>
                    <a:pt x="10052" y="1035"/>
                  </a:cubicBezTo>
                  <a:cubicBezTo>
                    <a:pt x="10032" y="700"/>
                    <a:pt x="10073" y="345"/>
                    <a:pt x="10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349" name="Google Shape;55349;p67">
              <a:extLst>
                <a:ext uri="{FF2B5EF4-FFF2-40B4-BE49-F238E27FC236}">
                  <a16:creationId xmlns:a16="http://schemas.microsoft.com/office/drawing/2014/main" id="{6BE00A41-26D3-DD55-97C3-7FA7D3FD5011}"/>
                </a:ext>
              </a:extLst>
            </p:cNvPr>
            <p:cNvGrpSpPr/>
            <p:nvPr/>
          </p:nvGrpSpPr>
          <p:grpSpPr>
            <a:xfrm>
              <a:off x="5938324" y="4612974"/>
              <a:ext cx="394995" cy="416980"/>
              <a:chOff x="2193097" y="745802"/>
              <a:chExt cx="104549" cy="110368"/>
            </a:xfrm>
          </p:grpSpPr>
          <p:sp>
            <p:nvSpPr>
              <p:cNvPr id="55350" name="Google Shape;55350;p67">
                <a:extLst>
                  <a:ext uri="{FF2B5EF4-FFF2-40B4-BE49-F238E27FC236}">
                    <a16:creationId xmlns:a16="http://schemas.microsoft.com/office/drawing/2014/main" id="{9C89ECB8-FDAC-9F29-8FC1-493051250AB8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1" name="Google Shape;55351;p67">
                <a:extLst>
                  <a:ext uri="{FF2B5EF4-FFF2-40B4-BE49-F238E27FC236}">
                    <a16:creationId xmlns:a16="http://schemas.microsoft.com/office/drawing/2014/main" id="{F3B8D7F0-38D3-C5A7-940A-18050728520D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2" name="Google Shape;55352;p67">
                <a:extLst>
                  <a:ext uri="{FF2B5EF4-FFF2-40B4-BE49-F238E27FC236}">
                    <a16:creationId xmlns:a16="http://schemas.microsoft.com/office/drawing/2014/main" id="{B447BFEF-522D-4B45-B111-06114328A5A9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3" name="Google Shape;55353;p67">
                <a:extLst>
                  <a:ext uri="{FF2B5EF4-FFF2-40B4-BE49-F238E27FC236}">
                    <a16:creationId xmlns:a16="http://schemas.microsoft.com/office/drawing/2014/main" id="{7AC57979-93A9-54B6-FDE0-616E0357697A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4" name="Google Shape;55354;p67">
                <a:extLst>
                  <a:ext uri="{FF2B5EF4-FFF2-40B4-BE49-F238E27FC236}">
                    <a16:creationId xmlns:a16="http://schemas.microsoft.com/office/drawing/2014/main" id="{990CD00D-4D77-9873-E9D5-6EF9E3333FAD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5" name="Google Shape;55355;p67">
                <a:extLst>
                  <a:ext uri="{FF2B5EF4-FFF2-40B4-BE49-F238E27FC236}">
                    <a16:creationId xmlns:a16="http://schemas.microsoft.com/office/drawing/2014/main" id="{7F71A2FC-C4DC-620D-03AF-1C57C45E2CD5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6" name="Google Shape;55356;p67">
                <a:extLst>
                  <a:ext uri="{FF2B5EF4-FFF2-40B4-BE49-F238E27FC236}">
                    <a16:creationId xmlns:a16="http://schemas.microsoft.com/office/drawing/2014/main" id="{FEA73163-7007-5F9A-41F8-DD910395B58C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7" name="Google Shape;55357;p67">
                <a:extLst>
                  <a:ext uri="{FF2B5EF4-FFF2-40B4-BE49-F238E27FC236}">
                    <a16:creationId xmlns:a16="http://schemas.microsoft.com/office/drawing/2014/main" id="{3A0F0049-2198-F9A7-8CC0-6F355BEC9181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8" name="Google Shape;55358;p67">
                <a:extLst>
                  <a:ext uri="{FF2B5EF4-FFF2-40B4-BE49-F238E27FC236}">
                    <a16:creationId xmlns:a16="http://schemas.microsoft.com/office/drawing/2014/main" id="{BADE8D9B-5D84-EEEF-D754-0208CFFDD10C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9" name="Google Shape;55359;p67">
                <a:extLst>
                  <a:ext uri="{FF2B5EF4-FFF2-40B4-BE49-F238E27FC236}">
                    <a16:creationId xmlns:a16="http://schemas.microsoft.com/office/drawing/2014/main" id="{74CACB6F-A274-82CC-F297-B75D98166B1B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0" name="Google Shape;55360;p67">
                <a:extLst>
                  <a:ext uri="{FF2B5EF4-FFF2-40B4-BE49-F238E27FC236}">
                    <a16:creationId xmlns:a16="http://schemas.microsoft.com/office/drawing/2014/main" id="{6CB68A15-4BD5-2D4A-1089-D78EED84926C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1" name="Google Shape;55361;p67">
                <a:extLst>
                  <a:ext uri="{FF2B5EF4-FFF2-40B4-BE49-F238E27FC236}">
                    <a16:creationId xmlns:a16="http://schemas.microsoft.com/office/drawing/2014/main" id="{81280588-2C88-0D14-5135-809311FAFD1C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2" name="Google Shape;55362;p67">
                <a:extLst>
                  <a:ext uri="{FF2B5EF4-FFF2-40B4-BE49-F238E27FC236}">
                    <a16:creationId xmlns:a16="http://schemas.microsoft.com/office/drawing/2014/main" id="{97B90CBA-DB14-F659-D5F5-99210C91505F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3" name="Google Shape;55363;p67">
                <a:extLst>
                  <a:ext uri="{FF2B5EF4-FFF2-40B4-BE49-F238E27FC236}">
                    <a16:creationId xmlns:a16="http://schemas.microsoft.com/office/drawing/2014/main" id="{3FBAE935-15B6-E2C2-EC25-1021806705A3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64" name="Google Shape;55364;p67">
              <a:extLst>
                <a:ext uri="{FF2B5EF4-FFF2-40B4-BE49-F238E27FC236}">
                  <a16:creationId xmlns:a16="http://schemas.microsoft.com/office/drawing/2014/main" id="{1AE54506-AFA4-70C8-6078-5E16D7337372}"/>
                </a:ext>
              </a:extLst>
            </p:cNvPr>
            <p:cNvGrpSpPr/>
            <p:nvPr/>
          </p:nvGrpSpPr>
          <p:grpSpPr>
            <a:xfrm>
              <a:off x="8540302" y="3583017"/>
              <a:ext cx="394995" cy="416980"/>
              <a:chOff x="2193097" y="745802"/>
              <a:chExt cx="104549" cy="110368"/>
            </a:xfrm>
          </p:grpSpPr>
          <p:sp>
            <p:nvSpPr>
              <p:cNvPr id="55365" name="Google Shape;55365;p67">
                <a:extLst>
                  <a:ext uri="{FF2B5EF4-FFF2-40B4-BE49-F238E27FC236}">
                    <a16:creationId xmlns:a16="http://schemas.microsoft.com/office/drawing/2014/main" id="{5C9FB1E9-4121-59B7-115D-553F2E2DF700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6" name="Google Shape;55366;p67">
                <a:extLst>
                  <a:ext uri="{FF2B5EF4-FFF2-40B4-BE49-F238E27FC236}">
                    <a16:creationId xmlns:a16="http://schemas.microsoft.com/office/drawing/2014/main" id="{2FA8F633-805B-5EAA-45A3-98FE1F06BA73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7" name="Google Shape;55367;p67">
                <a:extLst>
                  <a:ext uri="{FF2B5EF4-FFF2-40B4-BE49-F238E27FC236}">
                    <a16:creationId xmlns:a16="http://schemas.microsoft.com/office/drawing/2014/main" id="{143B2099-1B4D-FA60-0AEA-C57ABB3E1561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8" name="Google Shape;55368;p67">
                <a:extLst>
                  <a:ext uri="{FF2B5EF4-FFF2-40B4-BE49-F238E27FC236}">
                    <a16:creationId xmlns:a16="http://schemas.microsoft.com/office/drawing/2014/main" id="{FC073457-84CB-D81C-8517-F5586E0B84C6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9" name="Google Shape;55369;p67">
                <a:extLst>
                  <a:ext uri="{FF2B5EF4-FFF2-40B4-BE49-F238E27FC236}">
                    <a16:creationId xmlns:a16="http://schemas.microsoft.com/office/drawing/2014/main" id="{A1FFD207-4E63-E13E-920A-6D045F3DC26E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0" name="Google Shape;55370;p67">
                <a:extLst>
                  <a:ext uri="{FF2B5EF4-FFF2-40B4-BE49-F238E27FC236}">
                    <a16:creationId xmlns:a16="http://schemas.microsoft.com/office/drawing/2014/main" id="{F0D8C5D4-EA78-6B0F-4CFB-22163A28397F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1" name="Google Shape;55371;p67">
                <a:extLst>
                  <a:ext uri="{FF2B5EF4-FFF2-40B4-BE49-F238E27FC236}">
                    <a16:creationId xmlns:a16="http://schemas.microsoft.com/office/drawing/2014/main" id="{78F2E5C5-43C7-81E5-31F2-5986F7C43916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2" name="Google Shape;55372;p67">
                <a:extLst>
                  <a:ext uri="{FF2B5EF4-FFF2-40B4-BE49-F238E27FC236}">
                    <a16:creationId xmlns:a16="http://schemas.microsoft.com/office/drawing/2014/main" id="{7E258AE8-564F-FB6C-34E8-A7CC901B3640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3" name="Google Shape;55373;p67">
                <a:extLst>
                  <a:ext uri="{FF2B5EF4-FFF2-40B4-BE49-F238E27FC236}">
                    <a16:creationId xmlns:a16="http://schemas.microsoft.com/office/drawing/2014/main" id="{B8B1F3DB-6FB1-DFDA-BC15-4D49C6B43F0B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4" name="Google Shape;55374;p67">
                <a:extLst>
                  <a:ext uri="{FF2B5EF4-FFF2-40B4-BE49-F238E27FC236}">
                    <a16:creationId xmlns:a16="http://schemas.microsoft.com/office/drawing/2014/main" id="{C18ED288-75F5-06D3-DE22-7347645839CC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5" name="Google Shape;55375;p67">
                <a:extLst>
                  <a:ext uri="{FF2B5EF4-FFF2-40B4-BE49-F238E27FC236}">
                    <a16:creationId xmlns:a16="http://schemas.microsoft.com/office/drawing/2014/main" id="{602A3B9D-CBD4-360A-9415-8F117441A430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6" name="Google Shape;55376;p67">
                <a:extLst>
                  <a:ext uri="{FF2B5EF4-FFF2-40B4-BE49-F238E27FC236}">
                    <a16:creationId xmlns:a16="http://schemas.microsoft.com/office/drawing/2014/main" id="{A0282202-F5D2-E5CD-A27B-635692C2B353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7" name="Google Shape;55377;p67">
                <a:extLst>
                  <a:ext uri="{FF2B5EF4-FFF2-40B4-BE49-F238E27FC236}">
                    <a16:creationId xmlns:a16="http://schemas.microsoft.com/office/drawing/2014/main" id="{26AAA576-94D2-296C-916F-E894802E3032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8" name="Google Shape;55378;p67">
                <a:extLst>
                  <a:ext uri="{FF2B5EF4-FFF2-40B4-BE49-F238E27FC236}">
                    <a16:creationId xmlns:a16="http://schemas.microsoft.com/office/drawing/2014/main" id="{FA35875F-AF04-9BA8-11BB-852E50E30C0C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79" name="Google Shape;55379;p67">
              <a:extLst>
                <a:ext uri="{FF2B5EF4-FFF2-40B4-BE49-F238E27FC236}">
                  <a16:creationId xmlns:a16="http://schemas.microsoft.com/office/drawing/2014/main" id="{FAC38A95-80E5-A1A1-17B7-ACEE34D15497}"/>
                </a:ext>
              </a:extLst>
            </p:cNvPr>
            <p:cNvGrpSpPr/>
            <p:nvPr/>
          </p:nvGrpSpPr>
          <p:grpSpPr>
            <a:xfrm>
              <a:off x="8218502" y="2828861"/>
              <a:ext cx="394995" cy="416980"/>
              <a:chOff x="2193097" y="745802"/>
              <a:chExt cx="104549" cy="110368"/>
            </a:xfrm>
          </p:grpSpPr>
          <p:sp>
            <p:nvSpPr>
              <p:cNvPr id="55380" name="Google Shape;55380;p67">
                <a:extLst>
                  <a:ext uri="{FF2B5EF4-FFF2-40B4-BE49-F238E27FC236}">
                    <a16:creationId xmlns:a16="http://schemas.microsoft.com/office/drawing/2014/main" id="{0ED7136A-2698-2605-437C-65C413923AD1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1" name="Google Shape;55381;p67">
                <a:extLst>
                  <a:ext uri="{FF2B5EF4-FFF2-40B4-BE49-F238E27FC236}">
                    <a16:creationId xmlns:a16="http://schemas.microsoft.com/office/drawing/2014/main" id="{7A198A47-A4E4-6493-788C-AC3A64897F14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2" name="Google Shape;55382;p67">
                <a:extLst>
                  <a:ext uri="{FF2B5EF4-FFF2-40B4-BE49-F238E27FC236}">
                    <a16:creationId xmlns:a16="http://schemas.microsoft.com/office/drawing/2014/main" id="{79A68FF8-4858-AB94-BDC5-0EE1F1C457BD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3" name="Google Shape;55383;p67">
                <a:extLst>
                  <a:ext uri="{FF2B5EF4-FFF2-40B4-BE49-F238E27FC236}">
                    <a16:creationId xmlns:a16="http://schemas.microsoft.com/office/drawing/2014/main" id="{8CFCA9D2-0719-4931-478E-B34BBFBEA386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4" name="Google Shape;55384;p67">
                <a:extLst>
                  <a:ext uri="{FF2B5EF4-FFF2-40B4-BE49-F238E27FC236}">
                    <a16:creationId xmlns:a16="http://schemas.microsoft.com/office/drawing/2014/main" id="{927518EF-A44B-DB17-37B4-031204D016EA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5" name="Google Shape;55385;p67">
                <a:extLst>
                  <a:ext uri="{FF2B5EF4-FFF2-40B4-BE49-F238E27FC236}">
                    <a16:creationId xmlns:a16="http://schemas.microsoft.com/office/drawing/2014/main" id="{7EDCFB77-A493-39F0-4CB6-0AAAE33DD5E7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6" name="Google Shape;55386;p67">
                <a:extLst>
                  <a:ext uri="{FF2B5EF4-FFF2-40B4-BE49-F238E27FC236}">
                    <a16:creationId xmlns:a16="http://schemas.microsoft.com/office/drawing/2014/main" id="{37C7AD50-6BDE-93B2-F44C-13166C2F90C7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7" name="Google Shape;55387;p67">
                <a:extLst>
                  <a:ext uri="{FF2B5EF4-FFF2-40B4-BE49-F238E27FC236}">
                    <a16:creationId xmlns:a16="http://schemas.microsoft.com/office/drawing/2014/main" id="{AD076D0F-323C-2211-D1CB-BADC67FFA040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8" name="Google Shape;55388;p67">
                <a:extLst>
                  <a:ext uri="{FF2B5EF4-FFF2-40B4-BE49-F238E27FC236}">
                    <a16:creationId xmlns:a16="http://schemas.microsoft.com/office/drawing/2014/main" id="{ABE9E64A-2C42-248C-E402-14463F049A76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9" name="Google Shape;55389;p67">
                <a:extLst>
                  <a:ext uri="{FF2B5EF4-FFF2-40B4-BE49-F238E27FC236}">
                    <a16:creationId xmlns:a16="http://schemas.microsoft.com/office/drawing/2014/main" id="{C5A26BAE-6011-71CE-FD90-AFC9F73CC72D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0" name="Google Shape;55390;p67">
                <a:extLst>
                  <a:ext uri="{FF2B5EF4-FFF2-40B4-BE49-F238E27FC236}">
                    <a16:creationId xmlns:a16="http://schemas.microsoft.com/office/drawing/2014/main" id="{4ED94BDF-C113-CBCD-38CF-EA079CB0D90A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1" name="Google Shape;55391;p67">
                <a:extLst>
                  <a:ext uri="{FF2B5EF4-FFF2-40B4-BE49-F238E27FC236}">
                    <a16:creationId xmlns:a16="http://schemas.microsoft.com/office/drawing/2014/main" id="{EF852F95-591A-7639-2939-575EB4EABB82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2" name="Google Shape;55392;p67">
                <a:extLst>
                  <a:ext uri="{FF2B5EF4-FFF2-40B4-BE49-F238E27FC236}">
                    <a16:creationId xmlns:a16="http://schemas.microsoft.com/office/drawing/2014/main" id="{A417851C-BC53-8FBC-70AE-9C483E72766C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3" name="Google Shape;55393;p67">
                <a:extLst>
                  <a:ext uri="{FF2B5EF4-FFF2-40B4-BE49-F238E27FC236}">
                    <a16:creationId xmlns:a16="http://schemas.microsoft.com/office/drawing/2014/main" id="{E40D7FF7-5500-894B-EF0F-7AC8D5F744C3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94" name="Google Shape;55394;p67">
              <a:extLst>
                <a:ext uri="{FF2B5EF4-FFF2-40B4-BE49-F238E27FC236}">
                  <a16:creationId xmlns:a16="http://schemas.microsoft.com/office/drawing/2014/main" id="{319C3199-A927-77AD-C508-CADCDFA892C0}"/>
                </a:ext>
              </a:extLst>
            </p:cNvPr>
            <p:cNvGrpSpPr/>
            <p:nvPr/>
          </p:nvGrpSpPr>
          <p:grpSpPr>
            <a:xfrm>
              <a:off x="6505889" y="2581395"/>
              <a:ext cx="394995" cy="416980"/>
              <a:chOff x="2193097" y="745802"/>
              <a:chExt cx="104549" cy="110368"/>
            </a:xfrm>
          </p:grpSpPr>
          <p:sp>
            <p:nvSpPr>
              <p:cNvPr id="55395" name="Google Shape;55395;p67">
                <a:extLst>
                  <a:ext uri="{FF2B5EF4-FFF2-40B4-BE49-F238E27FC236}">
                    <a16:creationId xmlns:a16="http://schemas.microsoft.com/office/drawing/2014/main" id="{1F478265-D2A3-78F9-C1CE-0B32B2983854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6" name="Google Shape;55396;p67">
                <a:extLst>
                  <a:ext uri="{FF2B5EF4-FFF2-40B4-BE49-F238E27FC236}">
                    <a16:creationId xmlns:a16="http://schemas.microsoft.com/office/drawing/2014/main" id="{AE71DDAD-4A17-5892-80FD-7CFDA03159CB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7" name="Google Shape;55397;p67">
                <a:extLst>
                  <a:ext uri="{FF2B5EF4-FFF2-40B4-BE49-F238E27FC236}">
                    <a16:creationId xmlns:a16="http://schemas.microsoft.com/office/drawing/2014/main" id="{EA40FEBF-A866-F3BD-9C94-34D5D65921FB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8" name="Google Shape;55398;p67">
                <a:extLst>
                  <a:ext uri="{FF2B5EF4-FFF2-40B4-BE49-F238E27FC236}">
                    <a16:creationId xmlns:a16="http://schemas.microsoft.com/office/drawing/2014/main" id="{CA302EF7-8365-00CF-3A83-45F95B0BFD12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9" name="Google Shape;55399;p67">
                <a:extLst>
                  <a:ext uri="{FF2B5EF4-FFF2-40B4-BE49-F238E27FC236}">
                    <a16:creationId xmlns:a16="http://schemas.microsoft.com/office/drawing/2014/main" id="{B1462FF1-7368-A480-EE6D-0CB4BB20B512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0" name="Google Shape;55400;p67">
                <a:extLst>
                  <a:ext uri="{FF2B5EF4-FFF2-40B4-BE49-F238E27FC236}">
                    <a16:creationId xmlns:a16="http://schemas.microsoft.com/office/drawing/2014/main" id="{ACE283FF-10A4-757C-5C78-FA0EDA09B071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1" name="Google Shape;55401;p67">
                <a:extLst>
                  <a:ext uri="{FF2B5EF4-FFF2-40B4-BE49-F238E27FC236}">
                    <a16:creationId xmlns:a16="http://schemas.microsoft.com/office/drawing/2014/main" id="{4E88E876-1578-BB42-0C5E-6EBB7B031EE7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2" name="Google Shape;55402;p67">
                <a:extLst>
                  <a:ext uri="{FF2B5EF4-FFF2-40B4-BE49-F238E27FC236}">
                    <a16:creationId xmlns:a16="http://schemas.microsoft.com/office/drawing/2014/main" id="{B8554663-4652-CC5C-E010-BC5360084DAC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3" name="Google Shape;55403;p67">
                <a:extLst>
                  <a:ext uri="{FF2B5EF4-FFF2-40B4-BE49-F238E27FC236}">
                    <a16:creationId xmlns:a16="http://schemas.microsoft.com/office/drawing/2014/main" id="{97631959-88FA-C108-068B-EE1036AA5F4F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4" name="Google Shape;55404;p67">
                <a:extLst>
                  <a:ext uri="{FF2B5EF4-FFF2-40B4-BE49-F238E27FC236}">
                    <a16:creationId xmlns:a16="http://schemas.microsoft.com/office/drawing/2014/main" id="{E5BDA722-30EF-1EE3-1B70-0D43807F79F7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5" name="Google Shape;55405;p67">
                <a:extLst>
                  <a:ext uri="{FF2B5EF4-FFF2-40B4-BE49-F238E27FC236}">
                    <a16:creationId xmlns:a16="http://schemas.microsoft.com/office/drawing/2014/main" id="{FBBDE2AA-98DA-50C9-9805-04839F9EAF4E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6" name="Google Shape;55406;p67">
                <a:extLst>
                  <a:ext uri="{FF2B5EF4-FFF2-40B4-BE49-F238E27FC236}">
                    <a16:creationId xmlns:a16="http://schemas.microsoft.com/office/drawing/2014/main" id="{34DD849B-4F52-4C56-4263-F427562C4481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7" name="Google Shape;55407;p67">
                <a:extLst>
                  <a:ext uri="{FF2B5EF4-FFF2-40B4-BE49-F238E27FC236}">
                    <a16:creationId xmlns:a16="http://schemas.microsoft.com/office/drawing/2014/main" id="{172C138F-4A8A-AF04-1216-D44004A5601B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8" name="Google Shape;55408;p67">
                <a:extLst>
                  <a:ext uri="{FF2B5EF4-FFF2-40B4-BE49-F238E27FC236}">
                    <a16:creationId xmlns:a16="http://schemas.microsoft.com/office/drawing/2014/main" id="{D208989B-0AA2-7CCE-184B-BC730BC589FB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09" name="Google Shape;55409;p67">
              <a:extLst>
                <a:ext uri="{FF2B5EF4-FFF2-40B4-BE49-F238E27FC236}">
                  <a16:creationId xmlns:a16="http://schemas.microsoft.com/office/drawing/2014/main" id="{74908BA6-7B8B-1770-027E-39CBE7F33E83}"/>
                </a:ext>
              </a:extLst>
            </p:cNvPr>
            <p:cNvGrpSpPr/>
            <p:nvPr/>
          </p:nvGrpSpPr>
          <p:grpSpPr>
            <a:xfrm>
              <a:off x="7056028" y="2258793"/>
              <a:ext cx="394995" cy="416980"/>
              <a:chOff x="2193097" y="745802"/>
              <a:chExt cx="104549" cy="110368"/>
            </a:xfrm>
          </p:grpSpPr>
          <p:sp>
            <p:nvSpPr>
              <p:cNvPr id="55410" name="Google Shape;55410;p67">
                <a:extLst>
                  <a:ext uri="{FF2B5EF4-FFF2-40B4-BE49-F238E27FC236}">
                    <a16:creationId xmlns:a16="http://schemas.microsoft.com/office/drawing/2014/main" id="{763A7C81-2BC3-A0ED-BFFA-74A92A29E880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1" name="Google Shape;55411;p67">
                <a:extLst>
                  <a:ext uri="{FF2B5EF4-FFF2-40B4-BE49-F238E27FC236}">
                    <a16:creationId xmlns:a16="http://schemas.microsoft.com/office/drawing/2014/main" id="{0D7DBCCA-8EA5-D418-C8FF-7ADF92C23011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2" name="Google Shape;55412;p67">
                <a:extLst>
                  <a:ext uri="{FF2B5EF4-FFF2-40B4-BE49-F238E27FC236}">
                    <a16:creationId xmlns:a16="http://schemas.microsoft.com/office/drawing/2014/main" id="{C31A9344-2BC6-42B9-E1C2-8B8E0409CACD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3" name="Google Shape;55413;p67">
                <a:extLst>
                  <a:ext uri="{FF2B5EF4-FFF2-40B4-BE49-F238E27FC236}">
                    <a16:creationId xmlns:a16="http://schemas.microsoft.com/office/drawing/2014/main" id="{D1729B74-E32B-623B-E3FB-DE0129019BDC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4" name="Google Shape;55414;p67">
                <a:extLst>
                  <a:ext uri="{FF2B5EF4-FFF2-40B4-BE49-F238E27FC236}">
                    <a16:creationId xmlns:a16="http://schemas.microsoft.com/office/drawing/2014/main" id="{A4E4C680-E05C-4201-6CCB-DC1EBAFD8DC4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5" name="Google Shape;55415;p67">
                <a:extLst>
                  <a:ext uri="{FF2B5EF4-FFF2-40B4-BE49-F238E27FC236}">
                    <a16:creationId xmlns:a16="http://schemas.microsoft.com/office/drawing/2014/main" id="{98793888-FC1B-C0D1-7896-CEB2A5AFE014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6" name="Google Shape;55416;p67">
                <a:extLst>
                  <a:ext uri="{FF2B5EF4-FFF2-40B4-BE49-F238E27FC236}">
                    <a16:creationId xmlns:a16="http://schemas.microsoft.com/office/drawing/2014/main" id="{04C2604C-9D15-9201-C5B9-169A6E271A78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7" name="Google Shape;55417;p67">
                <a:extLst>
                  <a:ext uri="{FF2B5EF4-FFF2-40B4-BE49-F238E27FC236}">
                    <a16:creationId xmlns:a16="http://schemas.microsoft.com/office/drawing/2014/main" id="{DB0A022F-096E-C597-74BA-7997BB560AD3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8" name="Google Shape;55418;p67">
                <a:extLst>
                  <a:ext uri="{FF2B5EF4-FFF2-40B4-BE49-F238E27FC236}">
                    <a16:creationId xmlns:a16="http://schemas.microsoft.com/office/drawing/2014/main" id="{073B17A0-610E-3320-4B41-B2A58FA29671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9" name="Google Shape;55419;p67">
                <a:extLst>
                  <a:ext uri="{FF2B5EF4-FFF2-40B4-BE49-F238E27FC236}">
                    <a16:creationId xmlns:a16="http://schemas.microsoft.com/office/drawing/2014/main" id="{7A9F326F-53BF-0BB2-597D-3561825DDCF2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0" name="Google Shape;55420;p67">
                <a:extLst>
                  <a:ext uri="{FF2B5EF4-FFF2-40B4-BE49-F238E27FC236}">
                    <a16:creationId xmlns:a16="http://schemas.microsoft.com/office/drawing/2014/main" id="{A844CD33-E7E7-6BCE-7A77-6ECA915BC3B9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1" name="Google Shape;55421;p67">
                <a:extLst>
                  <a:ext uri="{FF2B5EF4-FFF2-40B4-BE49-F238E27FC236}">
                    <a16:creationId xmlns:a16="http://schemas.microsoft.com/office/drawing/2014/main" id="{CCC8DCEC-BAC2-493C-AA2C-9C363CF04D49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2" name="Google Shape;55422;p67">
                <a:extLst>
                  <a:ext uri="{FF2B5EF4-FFF2-40B4-BE49-F238E27FC236}">
                    <a16:creationId xmlns:a16="http://schemas.microsoft.com/office/drawing/2014/main" id="{4D46F747-712B-82F5-876C-A3247C01E96B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3" name="Google Shape;55423;p67">
                <a:extLst>
                  <a:ext uri="{FF2B5EF4-FFF2-40B4-BE49-F238E27FC236}">
                    <a16:creationId xmlns:a16="http://schemas.microsoft.com/office/drawing/2014/main" id="{DEC366E9-F20B-55E2-877C-AF46DCA53DDB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24" name="Google Shape;55424;p67">
              <a:extLst>
                <a:ext uri="{FF2B5EF4-FFF2-40B4-BE49-F238E27FC236}">
                  <a16:creationId xmlns:a16="http://schemas.microsoft.com/office/drawing/2014/main" id="{003519CB-A32E-1A27-7E33-73CE810E81A5}"/>
                </a:ext>
              </a:extLst>
            </p:cNvPr>
            <p:cNvGrpSpPr/>
            <p:nvPr/>
          </p:nvGrpSpPr>
          <p:grpSpPr>
            <a:xfrm>
              <a:off x="5993201" y="1618074"/>
              <a:ext cx="394995" cy="416980"/>
              <a:chOff x="2193097" y="745802"/>
              <a:chExt cx="104549" cy="110368"/>
            </a:xfrm>
          </p:grpSpPr>
          <p:sp>
            <p:nvSpPr>
              <p:cNvPr id="55425" name="Google Shape;55425;p67">
                <a:extLst>
                  <a:ext uri="{FF2B5EF4-FFF2-40B4-BE49-F238E27FC236}">
                    <a16:creationId xmlns:a16="http://schemas.microsoft.com/office/drawing/2014/main" id="{E4842965-7551-4A83-602F-BAF407977E35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6" name="Google Shape;55426;p67">
                <a:extLst>
                  <a:ext uri="{FF2B5EF4-FFF2-40B4-BE49-F238E27FC236}">
                    <a16:creationId xmlns:a16="http://schemas.microsoft.com/office/drawing/2014/main" id="{19FD48E1-8B94-4D53-2CED-51C37E4C8035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7" name="Google Shape;55427;p67">
                <a:extLst>
                  <a:ext uri="{FF2B5EF4-FFF2-40B4-BE49-F238E27FC236}">
                    <a16:creationId xmlns:a16="http://schemas.microsoft.com/office/drawing/2014/main" id="{6F9889CE-7789-DA13-A197-A183415EE26F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8" name="Google Shape;55428;p67">
                <a:extLst>
                  <a:ext uri="{FF2B5EF4-FFF2-40B4-BE49-F238E27FC236}">
                    <a16:creationId xmlns:a16="http://schemas.microsoft.com/office/drawing/2014/main" id="{79208E35-1D28-50A8-4D1D-CABF629C5BFF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9" name="Google Shape;55429;p67">
                <a:extLst>
                  <a:ext uri="{FF2B5EF4-FFF2-40B4-BE49-F238E27FC236}">
                    <a16:creationId xmlns:a16="http://schemas.microsoft.com/office/drawing/2014/main" id="{AF5AC752-5495-39D3-F492-7FE20CAB1101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0" name="Google Shape;55430;p67">
                <a:extLst>
                  <a:ext uri="{FF2B5EF4-FFF2-40B4-BE49-F238E27FC236}">
                    <a16:creationId xmlns:a16="http://schemas.microsoft.com/office/drawing/2014/main" id="{78F5A1AB-4471-17A1-ECF1-EACF159822A5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1" name="Google Shape;55431;p67">
                <a:extLst>
                  <a:ext uri="{FF2B5EF4-FFF2-40B4-BE49-F238E27FC236}">
                    <a16:creationId xmlns:a16="http://schemas.microsoft.com/office/drawing/2014/main" id="{0E30A6EE-C28D-2B9F-6AE1-88AD0136A0E8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2" name="Google Shape;55432;p67">
                <a:extLst>
                  <a:ext uri="{FF2B5EF4-FFF2-40B4-BE49-F238E27FC236}">
                    <a16:creationId xmlns:a16="http://schemas.microsoft.com/office/drawing/2014/main" id="{458CFFE0-B841-2B2A-AE41-56F5AD33F582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3" name="Google Shape;55433;p67">
                <a:extLst>
                  <a:ext uri="{FF2B5EF4-FFF2-40B4-BE49-F238E27FC236}">
                    <a16:creationId xmlns:a16="http://schemas.microsoft.com/office/drawing/2014/main" id="{7459C44D-13FA-5D40-EA95-46A951D31988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4" name="Google Shape;55434;p67">
                <a:extLst>
                  <a:ext uri="{FF2B5EF4-FFF2-40B4-BE49-F238E27FC236}">
                    <a16:creationId xmlns:a16="http://schemas.microsoft.com/office/drawing/2014/main" id="{84D63FD0-1519-DB4C-2F88-002F599CC022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5" name="Google Shape;55435;p67">
                <a:extLst>
                  <a:ext uri="{FF2B5EF4-FFF2-40B4-BE49-F238E27FC236}">
                    <a16:creationId xmlns:a16="http://schemas.microsoft.com/office/drawing/2014/main" id="{4EB4F584-CD45-44F4-24B7-1465206E95E8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6" name="Google Shape;55436;p67">
                <a:extLst>
                  <a:ext uri="{FF2B5EF4-FFF2-40B4-BE49-F238E27FC236}">
                    <a16:creationId xmlns:a16="http://schemas.microsoft.com/office/drawing/2014/main" id="{791CC484-2222-5D78-7393-F62747576510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7" name="Google Shape;55437;p67">
                <a:extLst>
                  <a:ext uri="{FF2B5EF4-FFF2-40B4-BE49-F238E27FC236}">
                    <a16:creationId xmlns:a16="http://schemas.microsoft.com/office/drawing/2014/main" id="{9F628108-9458-E93C-9744-AECA986A7BCA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8" name="Google Shape;55438;p67">
                <a:extLst>
                  <a:ext uri="{FF2B5EF4-FFF2-40B4-BE49-F238E27FC236}">
                    <a16:creationId xmlns:a16="http://schemas.microsoft.com/office/drawing/2014/main" id="{431A6BC4-13A5-F613-A247-94BF90324B06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39" name="Google Shape;55439;p67">
              <a:extLst>
                <a:ext uri="{FF2B5EF4-FFF2-40B4-BE49-F238E27FC236}">
                  <a16:creationId xmlns:a16="http://schemas.microsoft.com/office/drawing/2014/main" id="{0A51A341-A1EC-7D08-9927-BD42228F2C5F}"/>
                </a:ext>
              </a:extLst>
            </p:cNvPr>
            <p:cNvGrpSpPr/>
            <p:nvPr/>
          </p:nvGrpSpPr>
          <p:grpSpPr>
            <a:xfrm>
              <a:off x="7663782" y="1471201"/>
              <a:ext cx="394995" cy="416980"/>
              <a:chOff x="2193097" y="745802"/>
              <a:chExt cx="104549" cy="110368"/>
            </a:xfrm>
          </p:grpSpPr>
          <p:sp>
            <p:nvSpPr>
              <p:cNvPr id="55440" name="Google Shape;55440;p67">
                <a:extLst>
                  <a:ext uri="{FF2B5EF4-FFF2-40B4-BE49-F238E27FC236}">
                    <a16:creationId xmlns:a16="http://schemas.microsoft.com/office/drawing/2014/main" id="{DC092BD5-948B-3D24-2ED5-B66A3CFDFD6D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1" name="Google Shape;55441;p67">
                <a:extLst>
                  <a:ext uri="{FF2B5EF4-FFF2-40B4-BE49-F238E27FC236}">
                    <a16:creationId xmlns:a16="http://schemas.microsoft.com/office/drawing/2014/main" id="{E09F7832-27A9-DCAD-854B-C887B145E4B9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2" name="Google Shape;55442;p67">
                <a:extLst>
                  <a:ext uri="{FF2B5EF4-FFF2-40B4-BE49-F238E27FC236}">
                    <a16:creationId xmlns:a16="http://schemas.microsoft.com/office/drawing/2014/main" id="{29840FCD-28E2-DFA6-3031-E6A38DDFB6D0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3" name="Google Shape;55443;p67">
                <a:extLst>
                  <a:ext uri="{FF2B5EF4-FFF2-40B4-BE49-F238E27FC236}">
                    <a16:creationId xmlns:a16="http://schemas.microsoft.com/office/drawing/2014/main" id="{6EC57B87-6712-66DE-1A5C-D013A683BC5E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4" name="Google Shape;55444;p67">
                <a:extLst>
                  <a:ext uri="{FF2B5EF4-FFF2-40B4-BE49-F238E27FC236}">
                    <a16:creationId xmlns:a16="http://schemas.microsoft.com/office/drawing/2014/main" id="{22CD6A87-486F-C59D-675E-9B610E85BAA5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5" name="Google Shape;55445;p67">
                <a:extLst>
                  <a:ext uri="{FF2B5EF4-FFF2-40B4-BE49-F238E27FC236}">
                    <a16:creationId xmlns:a16="http://schemas.microsoft.com/office/drawing/2014/main" id="{6131EFB6-D61D-2A30-AFE5-819CC2296DC6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6" name="Google Shape;55446;p67">
                <a:extLst>
                  <a:ext uri="{FF2B5EF4-FFF2-40B4-BE49-F238E27FC236}">
                    <a16:creationId xmlns:a16="http://schemas.microsoft.com/office/drawing/2014/main" id="{13FF85B9-F2F4-A54D-870E-4B6FCB054C01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7" name="Google Shape;55447;p67">
                <a:extLst>
                  <a:ext uri="{FF2B5EF4-FFF2-40B4-BE49-F238E27FC236}">
                    <a16:creationId xmlns:a16="http://schemas.microsoft.com/office/drawing/2014/main" id="{E1326215-A824-F781-33F9-5617E7970FC4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8" name="Google Shape;55448;p67">
                <a:extLst>
                  <a:ext uri="{FF2B5EF4-FFF2-40B4-BE49-F238E27FC236}">
                    <a16:creationId xmlns:a16="http://schemas.microsoft.com/office/drawing/2014/main" id="{D86E6BCE-CD9B-4F26-5E69-9D36DB894C70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9" name="Google Shape;55449;p67">
                <a:extLst>
                  <a:ext uri="{FF2B5EF4-FFF2-40B4-BE49-F238E27FC236}">
                    <a16:creationId xmlns:a16="http://schemas.microsoft.com/office/drawing/2014/main" id="{DDBD3F61-07B5-71F3-BED9-D49F44DB3456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0" name="Google Shape;55450;p67">
                <a:extLst>
                  <a:ext uri="{FF2B5EF4-FFF2-40B4-BE49-F238E27FC236}">
                    <a16:creationId xmlns:a16="http://schemas.microsoft.com/office/drawing/2014/main" id="{E9DBB56B-507B-9D31-B6D5-E07A852DE3C7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1" name="Google Shape;55451;p67">
                <a:extLst>
                  <a:ext uri="{FF2B5EF4-FFF2-40B4-BE49-F238E27FC236}">
                    <a16:creationId xmlns:a16="http://schemas.microsoft.com/office/drawing/2014/main" id="{8FBE10B5-E811-9FC6-A542-A9219D000941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2" name="Google Shape;55452;p67">
                <a:extLst>
                  <a:ext uri="{FF2B5EF4-FFF2-40B4-BE49-F238E27FC236}">
                    <a16:creationId xmlns:a16="http://schemas.microsoft.com/office/drawing/2014/main" id="{56001312-A959-8284-7144-C07EE6CB0F1A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3" name="Google Shape;55453;p67">
                <a:extLst>
                  <a:ext uri="{FF2B5EF4-FFF2-40B4-BE49-F238E27FC236}">
                    <a16:creationId xmlns:a16="http://schemas.microsoft.com/office/drawing/2014/main" id="{E63EC748-C483-44B7-5B91-CB0AEBF4AD39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54" name="Google Shape;55454;p67">
              <a:extLst>
                <a:ext uri="{FF2B5EF4-FFF2-40B4-BE49-F238E27FC236}">
                  <a16:creationId xmlns:a16="http://schemas.microsoft.com/office/drawing/2014/main" id="{92052CC5-5266-2CEE-162E-68236F904EBC}"/>
                </a:ext>
              </a:extLst>
            </p:cNvPr>
            <p:cNvGrpSpPr/>
            <p:nvPr/>
          </p:nvGrpSpPr>
          <p:grpSpPr>
            <a:xfrm>
              <a:off x="5954128" y="3572478"/>
              <a:ext cx="211914" cy="206327"/>
              <a:chOff x="2070280" y="1284575"/>
              <a:chExt cx="56090" cy="54611"/>
            </a:xfrm>
          </p:grpSpPr>
          <p:sp>
            <p:nvSpPr>
              <p:cNvPr id="55455" name="Google Shape;55455;p67">
                <a:extLst>
                  <a:ext uri="{FF2B5EF4-FFF2-40B4-BE49-F238E27FC236}">
                    <a16:creationId xmlns:a16="http://schemas.microsoft.com/office/drawing/2014/main" id="{CD3CC007-647A-4BB2-00CD-CBCBC0227762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6" name="Google Shape;55456;p67">
                <a:extLst>
                  <a:ext uri="{FF2B5EF4-FFF2-40B4-BE49-F238E27FC236}">
                    <a16:creationId xmlns:a16="http://schemas.microsoft.com/office/drawing/2014/main" id="{4C8812E8-8A2F-EC74-996F-F09BBD0F5A58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7" name="Google Shape;55457;p67">
                <a:extLst>
                  <a:ext uri="{FF2B5EF4-FFF2-40B4-BE49-F238E27FC236}">
                    <a16:creationId xmlns:a16="http://schemas.microsoft.com/office/drawing/2014/main" id="{BB3F022B-BFD2-639B-61B6-6A67D41EF743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8" name="Google Shape;55458;p67">
                <a:extLst>
                  <a:ext uri="{FF2B5EF4-FFF2-40B4-BE49-F238E27FC236}">
                    <a16:creationId xmlns:a16="http://schemas.microsoft.com/office/drawing/2014/main" id="{E8DBE563-BBC1-83DF-CF91-C4E8633A8A68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9" name="Google Shape;55459;p67">
                <a:extLst>
                  <a:ext uri="{FF2B5EF4-FFF2-40B4-BE49-F238E27FC236}">
                    <a16:creationId xmlns:a16="http://schemas.microsoft.com/office/drawing/2014/main" id="{2E34EF05-7AD6-F326-007F-EF49AA5E18A0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0" name="Google Shape;55460;p67">
                <a:extLst>
                  <a:ext uri="{FF2B5EF4-FFF2-40B4-BE49-F238E27FC236}">
                    <a16:creationId xmlns:a16="http://schemas.microsoft.com/office/drawing/2014/main" id="{51625C80-2BC4-3AD8-C822-05C91751E7B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1" name="Google Shape;55461;p67">
                <a:extLst>
                  <a:ext uri="{FF2B5EF4-FFF2-40B4-BE49-F238E27FC236}">
                    <a16:creationId xmlns:a16="http://schemas.microsoft.com/office/drawing/2014/main" id="{29A38BFE-6594-189B-6C60-F62116D72BE7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2" name="Google Shape;55462;p67">
                <a:extLst>
                  <a:ext uri="{FF2B5EF4-FFF2-40B4-BE49-F238E27FC236}">
                    <a16:creationId xmlns:a16="http://schemas.microsoft.com/office/drawing/2014/main" id="{9AAA62BF-FC17-8D16-DD3F-15813964E327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3" name="Google Shape;55463;p67">
                <a:extLst>
                  <a:ext uri="{FF2B5EF4-FFF2-40B4-BE49-F238E27FC236}">
                    <a16:creationId xmlns:a16="http://schemas.microsoft.com/office/drawing/2014/main" id="{A380F7A8-39BC-9AFD-AE97-BA7E1CFA7DF3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4" name="Google Shape;55464;p67">
                <a:extLst>
                  <a:ext uri="{FF2B5EF4-FFF2-40B4-BE49-F238E27FC236}">
                    <a16:creationId xmlns:a16="http://schemas.microsoft.com/office/drawing/2014/main" id="{19689259-A8D8-9C63-A319-FF773255B5CD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5" name="Google Shape;55465;p67">
                <a:extLst>
                  <a:ext uri="{FF2B5EF4-FFF2-40B4-BE49-F238E27FC236}">
                    <a16:creationId xmlns:a16="http://schemas.microsoft.com/office/drawing/2014/main" id="{A6FFE83A-DD8E-19B0-5C46-2B288CBEC506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6" name="Google Shape;55466;p67">
                <a:extLst>
                  <a:ext uri="{FF2B5EF4-FFF2-40B4-BE49-F238E27FC236}">
                    <a16:creationId xmlns:a16="http://schemas.microsoft.com/office/drawing/2014/main" id="{2EDC5B32-49C5-886D-071C-EB9D2802A379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7" name="Google Shape;55467;p67">
                <a:extLst>
                  <a:ext uri="{FF2B5EF4-FFF2-40B4-BE49-F238E27FC236}">
                    <a16:creationId xmlns:a16="http://schemas.microsoft.com/office/drawing/2014/main" id="{1F56D7DB-2886-ACDB-15CB-EA1294B394D8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8" name="Google Shape;55468;p67">
                <a:extLst>
                  <a:ext uri="{FF2B5EF4-FFF2-40B4-BE49-F238E27FC236}">
                    <a16:creationId xmlns:a16="http://schemas.microsoft.com/office/drawing/2014/main" id="{96629650-964E-7B3B-F37E-0DCBDFD9A6B1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69" name="Google Shape;55469;p67">
              <a:extLst>
                <a:ext uri="{FF2B5EF4-FFF2-40B4-BE49-F238E27FC236}">
                  <a16:creationId xmlns:a16="http://schemas.microsoft.com/office/drawing/2014/main" id="{FED174AC-A543-9BE5-6E76-FAE6ED8452AA}"/>
                </a:ext>
              </a:extLst>
            </p:cNvPr>
            <p:cNvGrpSpPr/>
            <p:nvPr/>
          </p:nvGrpSpPr>
          <p:grpSpPr>
            <a:xfrm>
              <a:off x="6534350" y="3580129"/>
              <a:ext cx="211914" cy="206327"/>
              <a:chOff x="2070280" y="1284575"/>
              <a:chExt cx="56090" cy="54611"/>
            </a:xfrm>
          </p:grpSpPr>
          <p:sp>
            <p:nvSpPr>
              <p:cNvPr id="55470" name="Google Shape;55470;p67">
                <a:extLst>
                  <a:ext uri="{FF2B5EF4-FFF2-40B4-BE49-F238E27FC236}">
                    <a16:creationId xmlns:a16="http://schemas.microsoft.com/office/drawing/2014/main" id="{E4F5C0B8-7A80-6B27-A31F-357DE0787D58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1" name="Google Shape;55471;p67">
                <a:extLst>
                  <a:ext uri="{FF2B5EF4-FFF2-40B4-BE49-F238E27FC236}">
                    <a16:creationId xmlns:a16="http://schemas.microsoft.com/office/drawing/2014/main" id="{51724D06-3280-7428-7C54-F99CF84ED033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2" name="Google Shape;55472;p67">
                <a:extLst>
                  <a:ext uri="{FF2B5EF4-FFF2-40B4-BE49-F238E27FC236}">
                    <a16:creationId xmlns:a16="http://schemas.microsoft.com/office/drawing/2014/main" id="{E221E8FE-DB7F-BD0F-4EC5-FE7F22BCEED5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3" name="Google Shape;55473;p67">
                <a:extLst>
                  <a:ext uri="{FF2B5EF4-FFF2-40B4-BE49-F238E27FC236}">
                    <a16:creationId xmlns:a16="http://schemas.microsoft.com/office/drawing/2014/main" id="{CAEE6646-9BF7-D9E7-D2CD-57E44BBB453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4" name="Google Shape;55474;p67">
                <a:extLst>
                  <a:ext uri="{FF2B5EF4-FFF2-40B4-BE49-F238E27FC236}">
                    <a16:creationId xmlns:a16="http://schemas.microsoft.com/office/drawing/2014/main" id="{ED8717E4-C73E-F1B3-D8BB-C6209F39E0AA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5" name="Google Shape;55475;p67">
                <a:extLst>
                  <a:ext uri="{FF2B5EF4-FFF2-40B4-BE49-F238E27FC236}">
                    <a16:creationId xmlns:a16="http://schemas.microsoft.com/office/drawing/2014/main" id="{41C3D1F3-E514-4047-A7B8-823CBE63B1D3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6" name="Google Shape;55476;p67">
                <a:extLst>
                  <a:ext uri="{FF2B5EF4-FFF2-40B4-BE49-F238E27FC236}">
                    <a16:creationId xmlns:a16="http://schemas.microsoft.com/office/drawing/2014/main" id="{23B53651-0DBE-2284-C3B4-AABDE0CD8CBA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7" name="Google Shape;55477;p67">
                <a:extLst>
                  <a:ext uri="{FF2B5EF4-FFF2-40B4-BE49-F238E27FC236}">
                    <a16:creationId xmlns:a16="http://schemas.microsoft.com/office/drawing/2014/main" id="{593A4380-76BB-6B99-D079-34B6F5809FD9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8" name="Google Shape;55478;p67">
                <a:extLst>
                  <a:ext uri="{FF2B5EF4-FFF2-40B4-BE49-F238E27FC236}">
                    <a16:creationId xmlns:a16="http://schemas.microsoft.com/office/drawing/2014/main" id="{7211EE0C-D089-0A37-50B7-5511CC14F7D6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9" name="Google Shape;55479;p67">
                <a:extLst>
                  <a:ext uri="{FF2B5EF4-FFF2-40B4-BE49-F238E27FC236}">
                    <a16:creationId xmlns:a16="http://schemas.microsoft.com/office/drawing/2014/main" id="{BC1F85E7-8169-4F62-2231-7B9686FCE7D9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0" name="Google Shape;55480;p67">
                <a:extLst>
                  <a:ext uri="{FF2B5EF4-FFF2-40B4-BE49-F238E27FC236}">
                    <a16:creationId xmlns:a16="http://schemas.microsoft.com/office/drawing/2014/main" id="{E31F212B-F712-CB0D-64A5-235B2A733F2D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1" name="Google Shape;55481;p67">
                <a:extLst>
                  <a:ext uri="{FF2B5EF4-FFF2-40B4-BE49-F238E27FC236}">
                    <a16:creationId xmlns:a16="http://schemas.microsoft.com/office/drawing/2014/main" id="{8AC2F04A-5BCE-DDEA-3A86-E6C3D084BCFA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2" name="Google Shape;55482;p67">
                <a:extLst>
                  <a:ext uri="{FF2B5EF4-FFF2-40B4-BE49-F238E27FC236}">
                    <a16:creationId xmlns:a16="http://schemas.microsoft.com/office/drawing/2014/main" id="{344A4E5F-15DD-252A-3381-AA9B55D1C20D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3" name="Google Shape;55483;p67">
                <a:extLst>
                  <a:ext uri="{FF2B5EF4-FFF2-40B4-BE49-F238E27FC236}">
                    <a16:creationId xmlns:a16="http://schemas.microsoft.com/office/drawing/2014/main" id="{BD78468C-D0BC-0045-A055-674E0041CE9F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84" name="Google Shape;55484;p67">
              <a:extLst>
                <a:ext uri="{FF2B5EF4-FFF2-40B4-BE49-F238E27FC236}">
                  <a16:creationId xmlns:a16="http://schemas.microsoft.com/office/drawing/2014/main" id="{BD0D3FA9-AAF5-36B8-0060-D7B6E48A25D3}"/>
                </a:ext>
              </a:extLst>
            </p:cNvPr>
            <p:cNvGrpSpPr/>
            <p:nvPr/>
          </p:nvGrpSpPr>
          <p:grpSpPr>
            <a:xfrm>
              <a:off x="8074020" y="2455011"/>
              <a:ext cx="211914" cy="206327"/>
              <a:chOff x="2070280" y="1284575"/>
              <a:chExt cx="56090" cy="54611"/>
            </a:xfrm>
          </p:grpSpPr>
          <p:sp>
            <p:nvSpPr>
              <p:cNvPr id="55485" name="Google Shape;55485;p67">
                <a:extLst>
                  <a:ext uri="{FF2B5EF4-FFF2-40B4-BE49-F238E27FC236}">
                    <a16:creationId xmlns:a16="http://schemas.microsoft.com/office/drawing/2014/main" id="{388E2D39-9E5A-46C0-265A-915DB654D5B5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6" name="Google Shape;55486;p67">
                <a:extLst>
                  <a:ext uri="{FF2B5EF4-FFF2-40B4-BE49-F238E27FC236}">
                    <a16:creationId xmlns:a16="http://schemas.microsoft.com/office/drawing/2014/main" id="{000AD7B6-999E-171F-9EFF-0B1C8FA717B1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7" name="Google Shape;55487;p67">
                <a:extLst>
                  <a:ext uri="{FF2B5EF4-FFF2-40B4-BE49-F238E27FC236}">
                    <a16:creationId xmlns:a16="http://schemas.microsoft.com/office/drawing/2014/main" id="{29468737-D90A-7CD1-6346-5667ED2803D1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8" name="Google Shape;55488;p67">
                <a:extLst>
                  <a:ext uri="{FF2B5EF4-FFF2-40B4-BE49-F238E27FC236}">
                    <a16:creationId xmlns:a16="http://schemas.microsoft.com/office/drawing/2014/main" id="{C880CFA3-EE77-8FF3-DB6C-5D9FCEE688C3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9" name="Google Shape;55489;p67">
                <a:extLst>
                  <a:ext uri="{FF2B5EF4-FFF2-40B4-BE49-F238E27FC236}">
                    <a16:creationId xmlns:a16="http://schemas.microsoft.com/office/drawing/2014/main" id="{764B73BD-9CE1-AA20-01C1-7AFE8C573FF5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0" name="Google Shape;55490;p67">
                <a:extLst>
                  <a:ext uri="{FF2B5EF4-FFF2-40B4-BE49-F238E27FC236}">
                    <a16:creationId xmlns:a16="http://schemas.microsoft.com/office/drawing/2014/main" id="{C9F68B23-FB99-354D-A4AB-C44EFA4D54E4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1" name="Google Shape;55491;p67">
                <a:extLst>
                  <a:ext uri="{FF2B5EF4-FFF2-40B4-BE49-F238E27FC236}">
                    <a16:creationId xmlns:a16="http://schemas.microsoft.com/office/drawing/2014/main" id="{B684A191-3A4F-5339-B7EE-AC4215D91EEC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2" name="Google Shape;55492;p67">
                <a:extLst>
                  <a:ext uri="{FF2B5EF4-FFF2-40B4-BE49-F238E27FC236}">
                    <a16:creationId xmlns:a16="http://schemas.microsoft.com/office/drawing/2014/main" id="{3095D569-A706-09BF-57AE-22F2E2C9E5B8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3" name="Google Shape;55493;p67">
                <a:extLst>
                  <a:ext uri="{FF2B5EF4-FFF2-40B4-BE49-F238E27FC236}">
                    <a16:creationId xmlns:a16="http://schemas.microsoft.com/office/drawing/2014/main" id="{4AD685A4-EF5E-D6C8-4C6A-51A6603E646C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4" name="Google Shape;55494;p67">
                <a:extLst>
                  <a:ext uri="{FF2B5EF4-FFF2-40B4-BE49-F238E27FC236}">
                    <a16:creationId xmlns:a16="http://schemas.microsoft.com/office/drawing/2014/main" id="{98842645-9D2A-118B-82EE-CD969E3BFC2B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5" name="Google Shape;55495;p67">
                <a:extLst>
                  <a:ext uri="{FF2B5EF4-FFF2-40B4-BE49-F238E27FC236}">
                    <a16:creationId xmlns:a16="http://schemas.microsoft.com/office/drawing/2014/main" id="{6AA36953-66C6-DFAC-D47B-D5CAAE213E66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6" name="Google Shape;55496;p67">
                <a:extLst>
                  <a:ext uri="{FF2B5EF4-FFF2-40B4-BE49-F238E27FC236}">
                    <a16:creationId xmlns:a16="http://schemas.microsoft.com/office/drawing/2014/main" id="{263D6A0E-9F2A-F8B5-1066-A7C5F7B55AC8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7" name="Google Shape;55497;p67">
                <a:extLst>
                  <a:ext uri="{FF2B5EF4-FFF2-40B4-BE49-F238E27FC236}">
                    <a16:creationId xmlns:a16="http://schemas.microsoft.com/office/drawing/2014/main" id="{C8E0EAA4-0186-C39E-F118-E59B418FC926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8" name="Google Shape;55498;p67">
                <a:extLst>
                  <a:ext uri="{FF2B5EF4-FFF2-40B4-BE49-F238E27FC236}">
                    <a16:creationId xmlns:a16="http://schemas.microsoft.com/office/drawing/2014/main" id="{3A36A957-5B6B-C6DB-2C78-E76E35778693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99" name="Google Shape;55499;p67">
              <a:extLst>
                <a:ext uri="{FF2B5EF4-FFF2-40B4-BE49-F238E27FC236}">
                  <a16:creationId xmlns:a16="http://schemas.microsoft.com/office/drawing/2014/main" id="{BFBFDD7A-7E6A-BE72-C800-7C6F3B8092B7}"/>
                </a:ext>
              </a:extLst>
            </p:cNvPr>
            <p:cNvGrpSpPr/>
            <p:nvPr/>
          </p:nvGrpSpPr>
          <p:grpSpPr>
            <a:xfrm>
              <a:off x="7487470" y="2456522"/>
              <a:ext cx="211914" cy="206327"/>
              <a:chOff x="2070280" y="1284575"/>
              <a:chExt cx="56090" cy="54611"/>
            </a:xfrm>
          </p:grpSpPr>
          <p:sp>
            <p:nvSpPr>
              <p:cNvPr id="55500" name="Google Shape;55500;p67">
                <a:extLst>
                  <a:ext uri="{FF2B5EF4-FFF2-40B4-BE49-F238E27FC236}">
                    <a16:creationId xmlns:a16="http://schemas.microsoft.com/office/drawing/2014/main" id="{8B10A24B-7AFB-ADCB-B3C1-072819C3D925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1" name="Google Shape;55501;p67">
                <a:extLst>
                  <a:ext uri="{FF2B5EF4-FFF2-40B4-BE49-F238E27FC236}">
                    <a16:creationId xmlns:a16="http://schemas.microsoft.com/office/drawing/2014/main" id="{0A8A887E-8ACE-0D66-051D-56AE0DFF13C9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2" name="Google Shape;55502;p67">
                <a:extLst>
                  <a:ext uri="{FF2B5EF4-FFF2-40B4-BE49-F238E27FC236}">
                    <a16:creationId xmlns:a16="http://schemas.microsoft.com/office/drawing/2014/main" id="{FF1EF466-BA03-C98C-E1D1-C5011E2F9B1B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3" name="Google Shape;55503;p67">
                <a:extLst>
                  <a:ext uri="{FF2B5EF4-FFF2-40B4-BE49-F238E27FC236}">
                    <a16:creationId xmlns:a16="http://schemas.microsoft.com/office/drawing/2014/main" id="{55C5259F-630E-9EEF-DB4A-8EA47656E2E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4" name="Google Shape;55504;p67">
                <a:extLst>
                  <a:ext uri="{FF2B5EF4-FFF2-40B4-BE49-F238E27FC236}">
                    <a16:creationId xmlns:a16="http://schemas.microsoft.com/office/drawing/2014/main" id="{D0E19997-EE1E-734F-219F-EE26DAEB5D8B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5" name="Google Shape;55505;p67">
                <a:extLst>
                  <a:ext uri="{FF2B5EF4-FFF2-40B4-BE49-F238E27FC236}">
                    <a16:creationId xmlns:a16="http://schemas.microsoft.com/office/drawing/2014/main" id="{2202FE36-B66A-3E4A-F7CF-A503D5952FCD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6" name="Google Shape;55506;p67">
                <a:extLst>
                  <a:ext uri="{FF2B5EF4-FFF2-40B4-BE49-F238E27FC236}">
                    <a16:creationId xmlns:a16="http://schemas.microsoft.com/office/drawing/2014/main" id="{1D3C5F95-78F5-AC77-F329-AFFB61109E43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7" name="Google Shape;55507;p67">
                <a:extLst>
                  <a:ext uri="{FF2B5EF4-FFF2-40B4-BE49-F238E27FC236}">
                    <a16:creationId xmlns:a16="http://schemas.microsoft.com/office/drawing/2014/main" id="{A33AD717-1B6D-CF01-57ED-EDEDD4222B24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8" name="Google Shape;55508;p67">
                <a:extLst>
                  <a:ext uri="{FF2B5EF4-FFF2-40B4-BE49-F238E27FC236}">
                    <a16:creationId xmlns:a16="http://schemas.microsoft.com/office/drawing/2014/main" id="{14764361-C380-1B6E-7462-102330EE930A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9" name="Google Shape;55509;p67">
                <a:extLst>
                  <a:ext uri="{FF2B5EF4-FFF2-40B4-BE49-F238E27FC236}">
                    <a16:creationId xmlns:a16="http://schemas.microsoft.com/office/drawing/2014/main" id="{51FCC927-A36E-A1A3-7D29-07688F5D4BBE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0" name="Google Shape;55510;p67">
                <a:extLst>
                  <a:ext uri="{FF2B5EF4-FFF2-40B4-BE49-F238E27FC236}">
                    <a16:creationId xmlns:a16="http://schemas.microsoft.com/office/drawing/2014/main" id="{2D538A0B-1003-A000-0CCB-AF2980663E18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1" name="Google Shape;55511;p67">
                <a:extLst>
                  <a:ext uri="{FF2B5EF4-FFF2-40B4-BE49-F238E27FC236}">
                    <a16:creationId xmlns:a16="http://schemas.microsoft.com/office/drawing/2014/main" id="{6A7EF67A-00D2-C5C9-CBD6-94B837FFE841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2" name="Google Shape;55512;p67">
                <a:extLst>
                  <a:ext uri="{FF2B5EF4-FFF2-40B4-BE49-F238E27FC236}">
                    <a16:creationId xmlns:a16="http://schemas.microsoft.com/office/drawing/2014/main" id="{34D6B548-0F76-36FD-FFFD-C468BBC40C17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3" name="Google Shape;55513;p67">
                <a:extLst>
                  <a:ext uri="{FF2B5EF4-FFF2-40B4-BE49-F238E27FC236}">
                    <a16:creationId xmlns:a16="http://schemas.microsoft.com/office/drawing/2014/main" id="{621B3DE8-7E4E-5B44-760E-FE9D05B6F30B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14" name="Google Shape;55514;p67">
              <a:extLst>
                <a:ext uri="{FF2B5EF4-FFF2-40B4-BE49-F238E27FC236}">
                  <a16:creationId xmlns:a16="http://schemas.microsoft.com/office/drawing/2014/main" id="{96DBBFDB-D473-EDA7-FB95-D28B382AF5C1}"/>
                </a:ext>
              </a:extLst>
            </p:cNvPr>
            <p:cNvGrpSpPr/>
            <p:nvPr/>
          </p:nvGrpSpPr>
          <p:grpSpPr>
            <a:xfrm>
              <a:off x="7489548" y="3231127"/>
              <a:ext cx="211914" cy="206327"/>
              <a:chOff x="2070280" y="1284575"/>
              <a:chExt cx="56090" cy="54611"/>
            </a:xfrm>
          </p:grpSpPr>
          <p:sp>
            <p:nvSpPr>
              <p:cNvPr id="55515" name="Google Shape;55515;p67">
                <a:extLst>
                  <a:ext uri="{FF2B5EF4-FFF2-40B4-BE49-F238E27FC236}">
                    <a16:creationId xmlns:a16="http://schemas.microsoft.com/office/drawing/2014/main" id="{387AEABF-61A7-35CB-5241-2992ABCCC006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6" name="Google Shape;55516;p67">
                <a:extLst>
                  <a:ext uri="{FF2B5EF4-FFF2-40B4-BE49-F238E27FC236}">
                    <a16:creationId xmlns:a16="http://schemas.microsoft.com/office/drawing/2014/main" id="{00B96A43-7F0B-8B2C-9A79-FB261B0B99AC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7" name="Google Shape;55517;p67">
                <a:extLst>
                  <a:ext uri="{FF2B5EF4-FFF2-40B4-BE49-F238E27FC236}">
                    <a16:creationId xmlns:a16="http://schemas.microsoft.com/office/drawing/2014/main" id="{948D4B32-0925-955A-5479-FA237F28EF26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8" name="Google Shape;55518;p67">
                <a:extLst>
                  <a:ext uri="{FF2B5EF4-FFF2-40B4-BE49-F238E27FC236}">
                    <a16:creationId xmlns:a16="http://schemas.microsoft.com/office/drawing/2014/main" id="{FEF4EA9E-34DD-9199-A476-25EECF099A0C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9" name="Google Shape;55519;p67">
                <a:extLst>
                  <a:ext uri="{FF2B5EF4-FFF2-40B4-BE49-F238E27FC236}">
                    <a16:creationId xmlns:a16="http://schemas.microsoft.com/office/drawing/2014/main" id="{96994EB6-47DD-8ED1-E4F5-1A8590A3A5F8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0" name="Google Shape;55520;p67">
                <a:extLst>
                  <a:ext uri="{FF2B5EF4-FFF2-40B4-BE49-F238E27FC236}">
                    <a16:creationId xmlns:a16="http://schemas.microsoft.com/office/drawing/2014/main" id="{BFD8EB12-B1C5-9A6C-43B6-D3B45E7601D2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1" name="Google Shape;55521;p67">
                <a:extLst>
                  <a:ext uri="{FF2B5EF4-FFF2-40B4-BE49-F238E27FC236}">
                    <a16:creationId xmlns:a16="http://schemas.microsoft.com/office/drawing/2014/main" id="{83E7CEF3-0739-E126-4B57-CF22B9B86931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2" name="Google Shape;55522;p67">
                <a:extLst>
                  <a:ext uri="{FF2B5EF4-FFF2-40B4-BE49-F238E27FC236}">
                    <a16:creationId xmlns:a16="http://schemas.microsoft.com/office/drawing/2014/main" id="{E8477C4A-8D69-84AA-1B31-AA9DC9159B2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3" name="Google Shape;55523;p67">
                <a:extLst>
                  <a:ext uri="{FF2B5EF4-FFF2-40B4-BE49-F238E27FC236}">
                    <a16:creationId xmlns:a16="http://schemas.microsoft.com/office/drawing/2014/main" id="{2085F226-BED0-0035-3D9B-43B5D3D219AC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4" name="Google Shape;55524;p67">
                <a:extLst>
                  <a:ext uri="{FF2B5EF4-FFF2-40B4-BE49-F238E27FC236}">
                    <a16:creationId xmlns:a16="http://schemas.microsoft.com/office/drawing/2014/main" id="{0C63EA09-4C15-34F7-F263-D2D4D78B3FA1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5" name="Google Shape;55525;p67">
                <a:extLst>
                  <a:ext uri="{FF2B5EF4-FFF2-40B4-BE49-F238E27FC236}">
                    <a16:creationId xmlns:a16="http://schemas.microsoft.com/office/drawing/2014/main" id="{C77DC023-7A89-3C47-B868-4CBC1DC05352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6" name="Google Shape;55526;p67">
                <a:extLst>
                  <a:ext uri="{FF2B5EF4-FFF2-40B4-BE49-F238E27FC236}">
                    <a16:creationId xmlns:a16="http://schemas.microsoft.com/office/drawing/2014/main" id="{E2A074C5-2B6E-5A1F-5FA7-E61BB393341C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7" name="Google Shape;55527;p67">
                <a:extLst>
                  <a:ext uri="{FF2B5EF4-FFF2-40B4-BE49-F238E27FC236}">
                    <a16:creationId xmlns:a16="http://schemas.microsoft.com/office/drawing/2014/main" id="{A41DF282-5D10-1439-E973-366CE034CDF3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8" name="Google Shape;55528;p67">
                <a:extLst>
                  <a:ext uri="{FF2B5EF4-FFF2-40B4-BE49-F238E27FC236}">
                    <a16:creationId xmlns:a16="http://schemas.microsoft.com/office/drawing/2014/main" id="{257E6540-C521-015F-0934-FFDB1F600D57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29" name="Google Shape;55529;p67">
              <a:extLst>
                <a:ext uri="{FF2B5EF4-FFF2-40B4-BE49-F238E27FC236}">
                  <a16:creationId xmlns:a16="http://schemas.microsoft.com/office/drawing/2014/main" id="{A30FE3BE-3AFA-FCC7-0606-8F88B5F00B36}"/>
                </a:ext>
              </a:extLst>
            </p:cNvPr>
            <p:cNvGrpSpPr/>
            <p:nvPr/>
          </p:nvGrpSpPr>
          <p:grpSpPr>
            <a:xfrm>
              <a:off x="8113643" y="3413420"/>
              <a:ext cx="211914" cy="206327"/>
              <a:chOff x="2070280" y="1284575"/>
              <a:chExt cx="56090" cy="54611"/>
            </a:xfrm>
          </p:grpSpPr>
          <p:sp>
            <p:nvSpPr>
              <p:cNvPr id="55530" name="Google Shape;55530;p67">
                <a:extLst>
                  <a:ext uri="{FF2B5EF4-FFF2-40B4-BE49-F238E27FC236}">
                    <a16:creationId xmlns:a16="http://schemas.microsoft.com/office/drawing/2014/main" id="{63EC4709-7872-8A64-BD0A-916490EB53CE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1" name="Google Shape;55531;p67">
                <a:extLst>
                  <a:ext uri="{FF2B5EF4-FFF2-40B4-BE49-F238E27FC236}">
                    <a16:creationId xmlns:a16="http://schemas.microsoft.com/office/drawing/2014/main" id="{62A18294-4C50-9BC4-DDF7-5C5F591F7378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2" name="Google Shape;55532;p67">
                <a:extLst>
                  <a:ext uri="{FF2B5EF4-FFF2-40B4-BE49-F238E27FC236}">
                    <a16:creationId xmlns:a16="http://schemas.microsoft.com/office/drawing/2014/main" id="{7635DF48-A88E-B58D-EBAB-07B7E81A677A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3" name="Google Shape;55533;p67">
                <a:extLst>
                  <a:ext uri="{FF2B5EF4-FFF2-40B4-BE49-F238E27FC236}">
                    <a16:creationId xmlns:a16="http://schemas.microsoft.com/office/drawing/2014/main" id="{7E05AE55-907B-9A78-9FFC-A9C292B5D2D9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4" name="Google Shape;55534;p67">
                <a:extLst>
                  <a:ext uri="{FF2B5EF4-FFF2-40B4-BE49-F238E27FC236}">
                    <a16:creationId xmlns:a16="http://schemas.microsoft.com/office/drawing/2014/main" id="{2775FC57-2656-28C4-EF00-DC484A2254AC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5" name="Google Shape;55535;p67">
                <a:extLst>
                  <a:ext uri="{FF2B5EF4-FFF2-40B4-BE49-F238E27FC236}">
                    <a16:creationId xmlns:a16="http://schemas.microsoft.com/office/drawing/2014/main" id="{6B5E65F2-F107-EDEB-1BE0-E1AD85CB4927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6" name="Google Shape;55536;p67">
                <a:extLst>
                  <a:ext uri="{FF2B5EF4-FFF2-40B4-BE49-F238E27FC236}">
                    <a16:creationId xmlns:a16="http://schemas.microsoft.com/office/drawing/2014/main" id="{24129009-AE44-8AAE-333B-2C45651C8EF3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7" name="Google Shape;55537;p67">
                <a:extLst>
                  <a:ext uri="{FF2B5EF4-FFF2-40B4-BE49-F238E27FC236}">
                    <a16:creationId xmlns:a16="http://schemas.microsoft.com/office/drawing/2014/main" id="{A0FDE7F2-24AE-2BCF-BAE9-90CFBB4E1987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8" name="Google Shape;55538;p67">
                <a:extLst>
                  <a:ext uri="{FF2B5EF4-FFF2-40B4-BE49-F238E27FC236}">
                    <a16:creationId xmlns:a16="http://schemas.microsoft.com/office/drawing/2014/main" id="{F5D95DB6-29F2-4927-BD90-D2EB924F0F20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9" name="Google Shape;55539;p67">
                <a:extLst>
                  <a:ext uri="{FF2B5EF4-FFF2-40B4-BE49-F238E27FC236}">
                    <a16:creationId xmlns:a16="http://schemas.microsoft.com/office/drawing/2014/main" id="{5BECBC42-FF99-FE81-5576-1EB524C82F00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0" name="Google Shape;55540;p67">
                <a:extLst>
                  <a:ext uri="{FF2B5EF4-FFF2-40B4-BE49-F238E27FC236}">
                    <a16:creationId xmlns:a16="http://schemas.microsoft.com/office/drawing/2014/main" id="{0F9D9812-858A-700F-8255-EAE183C1CEE2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1" name="Google Shape;55541;p67">
                <a:extLst>
                  <a:ext uri="{FF2B5EF4-FFF2-40B4-BE49-F238E27FC236}">
                    <a16:creationId xmlns:a16="http://schemas.microsoft.com/office/drawing/2014/main" id="{55C53C8E-8C25-961B-DCBC-9F20A096E4EE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2" name="Google Shape;55542;p67">
                <a:extLst>
                  <a:ext uri="{FF2B5EF4-FFF2-40B4-BE49-F238E27FC236}">
                    <a16:creationId xmlns:a16="http://schemas.microsoft.com/office/drawing/2014/main" id="{E7306838-C4BC-7319-1401-93FF21025A55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3" name="Google Shape;55543;p67">
                <a:extLst>
                  <a:ext uri="{FF2B5EF4-FFF2-40B4-BE49-F238E27FC236}">
                    <a16:creationId xmlns:a16="http://schemas.microsoft.com/office/drawing/2014/main" id="{985B5EA2-CB5F-CD6A-D6D5-E5731D69893A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44" name="Google Shape;55544;p67">
              <a:extLst>
                <a:ext uri="{FF2B5EF4-FFF2-40B4-BE49-F238E27FC236}">
                  <a16:creationId xmlns:a16="http://schemas.microsoft.com/office/drawing/2014/main" id="{5745F046-ED75-7AC0-312F-52A3EE67E79C}"/>
                </a:ext>
              </a:extLst>
            </p:cNvPr>
            <p:cNvGrpSpPr/>
            <p:nvPr/>
          </p:nvGrpSpPr>
          <p:grpSpPr>
            <a:xfrm>
              <a:off x="6535063" y="4058726"/>
              <a:ext cx="166522" cy="162029"/>
              <a:chOff x="2070280" y="1284575"/>
              <a:chExt cx="56090" cy="54611"/>
            </a:xfrm>
          </p:grpSpPr>
          <p:sp>
            <p:nvSpPr>
              <p:cNvPr id="55545" name="Google Shape;55545;p67">
                <a:extLst>
                  <a:ext uri="{FF2B5EF4-FFF2-40B4-BE49-F238E27FC236}">
                    <a16:creationId xmlns:a16="http://schemas.microsoft.com/office/drawing/2014/main" id="{B442D20D-BF8F-801C-7FF4-B950B81E923E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6" name="Google Shape;55546;p67">
                <a:extLst>
                  <a:ext uri="{FF2B5EF4-FFF2-40B4-BE49-F238E27FC236}">
                    <a16:creationId xmlns:a16="http://schemas.microsoft.com/office/drawing/2014/main" id="{5EF1ECC6-E19E-868E-505A-B8E639E32BA8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7" name="Google Shape;55547;p67">
                <a:extLst>
                  <a:ext uri="{FF2B5EF4-FFF2-40B4-BE49-F238E27FC236}">
                    <a16:creationId xmlns:a16="http://schemas.microsoft.com/office/drawing/2014/main" id="{F79FE352-CE4C-DED9-86A3-CCB7718EEE76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8" name="Google Shape;55548;p67">
                <a:extLst>
                  <a:ext uri="{FF2B5EF4-FFF2-40B4-BE49-F238E27FC236}">
                    <a16:creationId xmlns:a16="http://schemas.microsoft.com/office/drawing/2014/main" id="{3A0DE318-9D2B-8F97-4DA7-E6C49CB2CB24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9" name="Google Shape;55549;p67">
                <a:extLst>
                  <a:ext uri="{FF2B5EF4-FFF2-40B4-BE49-F238E27FC236}">
                    <a16:creationId xmlns:a16="http://schemas.microsoft.com/office/drawing/2014/main" id="{43E93A1D-2F61-407D-F5BE-325EF7385324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0" name="Google Shape;55550;p67">
                <a:extLst>
                  <a:ext uri="{FF2B5EF4-FFF2-40B4-BE49-F238E27FC236}">
                    <a16:creationId xmlns:a16="http://schemas.microsoft.com/office/drawing/2014/main" id="{828A9462-A02C-7F4A-5DE2-3B64E6FFF982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1" name="Google Shape;55551;p67">
                <a:extLst>
                  <a:ext uri="{FF2B5EF4-FFF2-40B4-BE49-F238E27FC236}">
                    <a16:creationId xmlns:a16="http://schemas.microsoft.com/office/drawing/2014/main" id="{FF08FCC5-EB5F-0752-5825-C45B7101314B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2" name="Google Shape;55552;p67">
                <a:extLst>
                  <a:ext uri="{FF2B5EF4-FFF2-40B4-BE49-F238E27FC236}">
                    <a16:creationId xmlns:a16="http://schemas.microsoft.com/office/drawing/2014/main" id="{1D717DA7-1A84-1E50-B2C3-69228B37B859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3" name="Google Shape;55553;p67">
                <a:extLst>
                  <a:ext uri="{FF2B5EF4-FFF2-40B4-BE49-F238E27FC236}">
                    <a16:creationId xmlns:a16="http://schemas.microsoft.com/office/drawing/2014/main" id="{B5337D57-97EC-46E2-2021-67F7B323FA9A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4" name="Google Shape;55554;p67">
                <a:extLst>
                  <a:ext uri="{FF2B5EF4-FFF2-40B4-BE49-F238E27FC236}">
                    <a16:creationId xmlns:a16="http://schemas.microsoft.com/office/drawing/2014/main" id="{DFA1C1AF-C167-E359-3EB7-5A4B4201CC0A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5" name="Google Shape;55555;p67">
                <a:extLst>
                  <a:ext uri="{FF2B5EF4-FFF2-40B4-BE49-F238E27FC236}">
                    <a16:creationId xmlns:a16="http://schemas.microsoft.com/office/drawing/2014/main" id="{1F7AC68B-737B-E66D-2F5C-B866035DD6CF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6" name="Google Shape;55556;p67">
                <a:extLst>
                  <a:ext uri="{FF2B5EF4-FFF2-40B4-BE49-F238E27FC236}">
                    <a16:creationId xmlns:a16="http://schemas.microsoft.com/office/drawing/2014/main" id="{120D0EC5-E80F-52A7-A746-2CBF00D87450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7" name="Google Shape;55557;p67">
                <a:extLst>
                  <a:ext uri="{FF2B5EF4-FFF2-40B4-BE49-F238E27FC236}">
                    <a16:creationId xmlns:a16="http://schemas.microsoft.com/office/drawing/2014/main" id="{D5A5877D-7354-3ADB-358D-9ACE54441AC1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8" name="Google Shape;55558;p67">
                <a:extLst>
                  <a:ext uri="{FF2B5EF4-FFF2-40B4-BE49-F238E27FC236}">
                    <a16:creationId xmlns:a16="http://schemas.microsoft.com/office/drawing/2014/main" id="{DBE2C251-83A9-546E-92A8-A819DAA952FC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59" name="Google Shape;55559;p67">
              <a:extLst>
                <a:ext uri="{FF2B5EF4-FFF2-40B4-BE49-F238E27FC236}">
                  <a16:creationId xmlns:a16="http://schemas.microsoft.com/office/drawing/2014/main" id="{62FE10BB-0886-E3C8-2C59-22DF47604DBA}"/>
                </a:ext>
              </a:extLst>
            </p:cNvPr>
            <p:cNvGrpSpPr/>
            <p:nvPr/>
          </p:nvGrpSpPr>
          <p:grpSpPr>
            <a:xfrm>
              <a:off x="6052552" y="4350585"/>
              <a:ext cx="166522" cy="162029"/>
              <a:chOff x="2070280" y="1284575"/>
              <a:chExt cx="56090" cy="54611"/>
            </a:xfrm>
          </p:grpSpPr>
          <p:sp>
            <p:nvSpPr>
              <p:cNvPr id="55560" name="Google Shape;55560;p67">
                <a:extLst>
                  <a:ext uri="{FF2B5EF4-FFF2-40B4-BE49-F238E27FC236}">
                    <a16:creationId xmlns:a16="http://schemas.microsoft.com/office/drawing/2014/main" id="{16F9E15A-4F74-A02B-DE8E-DB796FA87353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1" name="Google Shape;55561;p67">
                <a:extLst>
                  <a:ext uri="{FF2B5EF4-FFF2-40B4-BE49-F238E27FC236}">
                    <a16:creationId xmlns:a16="http://schemas.microsoft.com/office/drawing/2014/main" id="{77541B64-61F8-E4C5-2E61-2EEEB7432C2B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2" name="Google Shape;55562;p67">
                <a:extLst>
                  <a:ext uri="{FF2B5EF4-FFF2-40B4-BE49-F238E27FC236}">
                    <a16:creationId xmlns:a16="http://schemas.microsoft.com/office/drawing/2014/main" id="{3E8B178C-64AA-E796-7CF9-1888D7E65E41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3" name="Google Shape;55563;p67">
                <a:extLst>
                  <a:ext uri="{FF2B5EF4-FFF2-40B4-BE49-F238E27FC236}">
                    <a16:creationId xmlns:a16="http://schemas.microsoft.com/office/drawing/2014/main" id="{06655C58-3FDF-F160-0F5D-B59462590BC9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4" name="Google Shape;55564;p67">
                <a:extLst>
                  <a:ext uri="{FF2B5EF4-FFF2-40B4-BE49-F238E27FC236}">
                    <a16:creationId xmlns:a16="http://schemas.microsoft.com/office/drawing/2014/main" id="{6211AEFE-4161-B95F-5281-73FC31CD9DAC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5" name="Google Shape;55565;p67">
                <a:extLst>
                  <a:ext uri="{FF2B5EF4-FFF2-40B4-BE49-F238E27FC236}">
                    <a16:creationId xmlns:a16="http://schemas.microsoft.com/office/drawing/2014/main" id="{B840DFF5-2F73-3D13-EB41-2D1EA0A76CAA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6" name="Google Shape;55566;p67">
                <a:extLst>
                  <a:ext uri="{FF2B5EF4-FFF2-40B4-BE49-F238E27FC236}">
                    <a16:creationId xmlns:a16="http://schemas.microsoft.com/office/drawing/2014/main" id="{0D78324E-3C5D-D849-84AA-26717D4A6BEE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7" name="Google Shape;55567;p67">
                <a:extLst>
                  <a:ext uri="{FF2B5EF4-FFF2-40B4-BE49-F238E27FC236}">
                    <a16:creationId xmlns:a16="http://schemas.microsoft.com/office/drawing/2014/main" id="{1E2D5A28-BBBF-DA04-9B2B-42773AA90549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8" name="Google Shape;55568;p67">
                <a:extLst>
                  <a:ext uri="{FF2B5EF4-FFF2-40B4-BE49-F238E27FC236}">
                    <a16:creationId xmlns:a16="http://schemas.microsoft.com/office/drawing/2014/main" id="{446B8D12-4FB4-2B6B-D0C5-3E74DC7CA5EB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9" name="Google Shape;55569;p67">
                <a:extLst>
                  <a:ext uri="{FF2B5EF4-FFF2-40B4-BE49-F238E27FC236}">
                    <a16:creationId xmlns:a16="http://schemas.microsoft.com/office/drawing/2014/main" id="{709683DF-860F-3B31-E5A5-AF814834E28B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0" name="Google Shape;55570;p67">
                <a:extLst>
                  <a:ext uri="{FF2B5EF4-FFF2-40B4-BE49-F238E27FC236}">
                    <a16:creationId xmlns:a16="http://schemas.microsoft.com/office/drawing/2014/main" id="{7FD3CFEA-4A6F-AAAE-7354-54A5DF77AB04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1" name="Google Shape;55571;p67">
                <a:extLst>
                  <a:ext uri="{FF2B5EF4-FFF2-40B4-BE49-F238E27FC236}">
                    <a16:creationId xmlns:a16="http://schemas.microsoft.com/office/drawing/2014/main" id="{E084F171-F3ED-CF16-A779-1D99DA654560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2" name="Google Shape;55572;p67">
                <a:extLst>
                  <a:ext uri="{FF2B5EF4-FFF2-40B4-BE49-F238E27FC236}">
                    <a16:creationId xmlns:a16="http://schemas.microsoft.com/office/drawing/2014/main" id="{7241F8FE-9314-E2C3-256D-222DCC039CF0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3" name="Google Shape;55573;p67">
                <a:extLst>
                  <a:ext uri="{FF2B5EF4-FFF2-40B4-BE49-F238E27FC236}">
                    <a16:creationId xmlns:a16="http://schemas.microsoft.com/office/drawing/2014/main" id="{C5F0599A-AFD4-163D-5A18-0C9B5D61DB03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74" name="Google Shape;55574;p67">
              <a:extLst>
                <a:ext uri="{FF2B5EF4-FFF2-40B4-BE49-F238E27FC236}">
                  <a16:creationId xmlns:a16="http://schemas.microsoft.com/office/drawing/2014/main" id="{783E5C0F-FFE6-CF62-0299-91C36D1D8B2B}"/>
                </a:ext>
              </a:extLst>
            </p:cNvPr>
            <p:cNvGrpSpPr/>
            <p:nvPr/>
          </p:nvGrpSpPr>
          <p:grpSpPr>
            <a:xfrm>
              <a:off x="7103620" y="3710480"/>
              <a:ext cx="166522" cy="162029"/>
              <a:chOff x="2070280" y="1284575"/>
              <a:chExt cx="56090" cy="54611"/>
            </a:xfrm>
          </p:grpSpPr>
          <p:sp>
            <p:nvSpPr>
              <p:cNvPr id="55575" name="Google Shape;55575;p67">
                <a:extLst>
                  <a:ext uri="{FF2B5EF4-FFF2-40B4-BE49-F238E27FC236}">
                    <a16:creationId xmlns:a16="http://schemas.microsoft.com/office/drawing/2014/main" id="{02A60844-1B01-1BD1-6938-6416EDA664C1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6" name="Google Shape;55576;p67">
                <a:extLst>
                  <a:ext uri="{FF2B5EF4-FFF2-40B4-BE49-F238E27FC236}">
                    <a16:creationId xmlns:a16="http://schemas.microsoft.com/office/drawing/2014/main" id="{53C619A0-BC19-84CC-D88A-65A3C83A740C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7" name="Google Shape;55577;p67">
                <a:extLst>
                  <a:ext uri="{FF2B5EF4-FFF2-40B4-BE49-F238E27FC236}">
                    <a16:creationId xmlns:a16="http://schemas.microsoft.com/office/drawing/2014/main" id="{A7FF3286-52C1-2692-8CE5-2E8A9C646402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8" name="Google Shape;55578;p67">
                <a:extLst>
                  <a:ext uri="{FF2B5EF4-FFF2-40B4-BE49-F238E27FC236}">
                    <a16:creationId xmlns:a16="http://schemas.microsoft.com/office/drawing/2014/main" id="{451DEE05-8D9F-4862-71B3-5950672A7F55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9" name="Google Shape;55579;p67">
                <a:extLst>
                  <a:ext uri="{FF2B5EF4-FFF2-40B4-BE49-F238E27FC236}">
                    <a16:creationId xmlns:a16="http://schemas.microsoft.com/office/drawing/2014/main" id="{87F30ABE-FCE0-C657-30FC-A18F939B39E8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0" name="Google Shape;55580;p67">
                <a:extLst>
                  <a:ext uri="{FF2B5EF4-FFF2-40B4-BE49-F238E27FC236}">
                    <a16:creationId xmlns:a16="http://schemas.microsoft.com/office/drawing/2014/main" id="{1ED16E55-AFE3-39D8-05CC-6BC93B5E91C3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1" name="Google Shape;55581;p67">
                <a:extLst>
                  <a:ext uri="{FF2B5EF4-FFF2-40B4-BE49-F238E27FC236}">
                    <a16:creationId xmlns:a16="http://schemas.microsoft.com/office/drawing/2014/main" id="{1C98A657-8DB8-110F-AEF8-14EA12A6028C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2" name="Google Shape;55582;p67">
                <a:extLst>
                  <a:ext uri="{FF2B5EF4-FFF2-40B4-BE49-F238E27FC236}">
                    <a16:creationId xmlns:a16="http://schemas.microsoft.com/office/drawing/2014/main" id="{BF013F77-ED46-B1BF-8ACB-A8A1DBB47809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3" name="Google Shape;55583;p67">
                <a:extLst>
                  <a:ext uri="{FF2B5EF4-FFF2-40B4-BE49-F238E27FC236}">
                    <a16:creationId xmlns:a16="http://schemas.microsoft.com/office/drawing/2014/main" id="{8051B830-A186-9B32-6159-00BC1BB0E9E1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4" name="Google Shape;55584;p67">
                <a:extLst>
                  <a:ext uri="{FF2B5EF4-FFF2-40B4-BE49-F238E27FC236}">
                    <a16:creationId xmlns:a16="http://schemas.microsoft.com/office/drawing/2014/main" id="{DDE218AF-C9F0-E902-643B-83F59A9B1123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5" name="Google Shape;55585;p67">
                <a:extLst>
                  <a:ext uri="{FF2B5EF4-FFF2-40B4-BE49-F238E27FC236}">
                    <a16:creationId xmlns:a16="http://schemas.microsoft.com/office/drawing/2014/main" id="{8555C02C-C9C8-8338-4A95-A72570FDF204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6" name="Google Shape;55586;p67">
                <a:extLst>
                  <a:ext uri="{FF2B5EF4-FFF2-40B4-BE49-F238E27FC236}">
                    <a16:creationId xmlns:a16="http://schemas.microsoft.com/office/drawing/2014/main" id="{76F85B61-4B15-46D0-FE2C-DB5F63C6A216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7" name="Google Shape;55587;p67">
                <a:extLst>
                  <a:ext uri="{FF2B5EF4-FFF2-40B4-BE49-F238E27FC236}">
                    <a16:creationId xmlns:a16="http://schemas.microsoft.com/office/drawing/2014/main" id="{6B83BF58-B99D-3CCE-DFC8-083C58958855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8" name="Google Shape;55588;p67">
                <a:extLst>
                  <a:ext uri="{FF2B5EF4-FFF2-40B4-BE49-F238E27FC236}">
                    <a16:creationId xmlns:a16="http://schemas.microsoft.com/office/drawing/2014/main" id="{921451C9-4C3B-8DAF-7940-72F0D339EA8D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89" name="Google Shape;55589;p67">
              <a:extLst>
                <a:ext uri="{FF2B5EF4-FFF2-40B4-BE49-F238E27FC236}">
                  <a16:creationId xmlns:a16="http://schemas.microsoft.com/office/drawing/2014/main" id="{B6E6D232-9AE7-2257-10E0-CA4C34EF087E}"/>
                </a:ext>
              </a:extLst>
            </p:cNvPr>
            <p:cNvGrpSpPr/>
            <p:nvPr/>
          </p:nvGrpSpPr>
          <p:grpSpPr>
            <a:xfrm>
              <a:off x="7379468" y="3709583"/>
              <a:ext cx="166522" cy="162029"/>
              <a:chOff x="2070280" y="1284575"/>
              <a:chExt cx="56090" cy="54611"/>
            </a:xfrm>
          </p:grpSpPr>
          <p:sp>
            <p:nvSpPr>
              <p:cNvPr id="55590" name="Google Shape;55590;p67">
                <a:extLst>
                  <a:ext uri="{FF2B5EF4-FFF2-40B4-BE49-F238E27FC236}">
                    <a16:creationId xmlns:a16="http://schemas.microsoft.com/office/drawing/2014/main" id="{15BED3A3-B814-119F-59C0-26CC807808AF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1" name="Google Shape;55591;p67">
                <a:extLst>
                  <a:ext uri="{FF2B5EF4-FFF2-40B4-BE49-F238E27FC236}">
                    <a16:creationId xmlns:a16="http://schemas.microsoft.com/office/drawing/2014/main" id="{C2B2D1A7-893E-4AFE-2C0D-B7C90ABC25FA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2" name="Google Shape;55592;p67">
                <a:extLst>
                  <a:ext uri="{FF2B5EF4-FFF2-40B4-BE49-F238E27FC236}">
                    <a16:creationId xmlns:a16="http://schemas.microsoft.com/office/drawing/2014/main" id="{1C1169B7-9E4F-FB3C-869C-6C559907FA59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3" name="Google Shape;55593;p67">
                <a:extLst>
                  <a:ext uri="{FF2B5EF4-FFF2-40B4-BE49-F238E27FC236}">
                    <a16:creationId xmlns:a16="http://schemas.microsoft.com/office/drawing/2014/main" id="{C0735385-601C-415F-1E16-8343664541ED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4" name="Google Shape;55594;p67">
                <a:extLst>
                  <a:ext uri="{FF2B5EF4-FFF2-40B4-BE49-F238E27FC236}">
                    <a16:creationId xmlns:a16="http://schemas.microsoft.com/office/drawing/2014/main" id="{79F2D3A2-2BB2-8839-25A4-D5E75164F821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5" name="Google Shape;55595;p67">
                <a:extLst>
                  <a:ext uri="{FF2B5EF4-FFF2-40B4-BE49-F238E27FC236}">
                    <a16:creationId xmlns:a16="http://schemas.microsoft.com/office/drawing/2014/main" id="{10D9644C-DAA9-BCF3-A233-858CAA9D4958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6" name="Google Shape;55596;p67">
                <a:extLst>
                  <a:ext uri="{FF2B5EF4-FFF2-40B4-BE49-F238E27FC236}">
                    <a16:creationId xmlns:a16="http://schemas.microsoft.com/office/drawing/2014/main" id="{0BF868DF-2494-2171-83A1-29BE2CEA3299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7" name="Google Shape;55597;p67">
                <a:extLst>
                  <a:ext uri="{FF2B5EF4-FFF2-40B4-BE49-F238E27FC236}">
                    <a16:creationId xmlns:a16="http://schemas.microsoft.com/office/drawing/2014/main" id="{C4D9F114-ACF6-655A-0B33-0A8F85B0330B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8" name="Google Shape;55598;p67">
                <a:extLst>
                  <a:ext uri="{FF2B5EF4-FFF2-40B4-BE49-F238E27FC236}">
                    <a16:creationId xmlns:a16="http://schemas.microsoft.com/office/drawing/2014/main" id="{42F31050-9443-1A3B-A80C-746AC2BE1191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9" name="Google Shape;55599;p67">
                <a:extLst>
                  <a:ext uri="{FF2B5EF4-FFF2-40B4-BE49-F238E27FC236}">
                    <a16:creationId xmlns:a16="http://schemas.microsoft.com/office/drawing/2014/main" id="{667617AE-C6D2-FCD2-16EE-B88AA87B6B40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0" name="Google Shape;55600;p67">
                <a:extLst>
                  <a:ext uri="{FF2B5EF4-FFF2-40B4-BE49-F238E27FC236}">
                    <a16:creationId xmlns:a16="http://schemas.microsoft.com/office/drawing/2014/main" id="{39ACA07D-C090-AD93-032F-0E3C504AE80A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1" name="Google Shape;55601;p67">
                <a:extLst>
                  <a:ext uri="{FF2B5EF4-FFF2-40B4-BE49-F238E27FC236}">
                    <a16:creationId xmlns:a16="http://schemas.microsoft.com/office/drawing/2014/main" id="{5D6CF645-CBAF-65A4-6A89-3894CCE28600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2" name="Google Shape;55602;p67">
                <a:extLst>
                  <a:ext uri="{FF2B5EF4-FFF2-40B4-BE49-F238E27FC236}">
                    <a16:creationId xmlns:a16="http://schemas.microsoft.com/office/drawing/2014/main" id="{BBFDAD50-3017-C571-45C1-C9C3BFEF6686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3" name="Google Shape;55603;p67">
                <a:extLst>
                  <a:ext uri="{FF2B5EF4-FFF2-40B4-BE49-F238E27FC236}">
                    <a16:creationId xmlns:a16="http://schemas.microsoft.com/office/drawing/2014/main" id="{B588D781-C504-D7CA-F0FC-D77E4869D70A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04" name="Google Shape;55604;p67">
              <a:extLst>
                <a:ext uri="{FF2B5EF4-FFF2-40B4-BE49-F238E27FC236}">
                  <a16:creationId xmlns:a16="http://schemas.microsoft.com/office/drawing/2014/main" id="{9E450804-0788-89DC-11EC-466FD742C6E5}"/>
                </a:ext>
              </a:extLst>
            </p:cNvPr>
            <p:cNvGrpSpPr/>
            <p:nvPr/>
          </p:nvGrpSpPr>
          <p:grpSpPr>
            <a:xfrm>
              <a:off x="7742827" y="3454750"/>
              <a:ext cx="166522" cy="162029"/>
              <a:chOff x="2070280" y="1284575"/>
              <a:chExt cx="56090" cy="54611"/>
            </a:xfrm>
          </p:grpSpPr>
          <p:sp>
            <p:nvSpPr>
              <p:cNvPr id="55605" name="Google Shape;55605;p67">
                <a:extLst>
                  <a:ext uri="{FF2B5EF4-FFF2-40B4-BE49-F238E27FC236}">
                    <a16:creationId xmlns:a16="http://schemas.microsoft.com/office/drawing/2014/main" id="{3FD2C36C-D6FF-4000-DC83-9325EF5E2010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6" name="Google Shape;55606;p67">
                <a:extLst>
                  <a:ext uri="{FF2B5EF4-FFF2-40B4-BE49-F238E27FC236}">
                    <a16:creationId xmlns:a16="http://schemas.microsoft.com/office/drawing/2014/main" id="{5AD04C43-50F4-045C-ED92-00AFE4908109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7" name="Google Shape;55607;p67">
                <a:extLst>
                  <a:ext uri="{FF2B5EF4-FFF2-40B4-BE49-F238E27FC236}">
                    <a16:creationId xmlns:a16="http://schemas.microsoft.com/office/drawing/2014/main" id="{4037D6C6-6DBE-18A1-749D-B4B95D369AA2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8" name="Google Shape;55608;p67">
                <a:extLst>
                  <a:ext uri="{FF2B5EF4-FFF2-40B4-BE49-F238E27FC236}">
                    <a16:creationId xmlns:a16="http://schemas.microsoft.com/office/drawing/2014/main" id="{97CA17AC-065F-AB95-0556-FC967116C6FA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9" name="Google Shape;55609;p67">
                <a:extLst>
                  <a:ext uri="{FF2B5EF4-FFF2-40B4-BE49-F238E27FC236}">
                    <a16:creationId xmlns:a16="http://schemas.microsoft.com/office/drawing/2014/main" id="{DF1C9B5C-677E-0E7A-D4F4-F42F3CEE0C09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0" name="Google Shape;55610;p67">
                <a:extLst>
                  <a:ext uri="{FF2B5EF4-FFF2-40B4-BE49-F238E27FC236}">
                    <a16:creationId xmlns:a16="http://schemas.microsoft.com/office/drawing/2014/main" id="{F870893B-C9E0-BB9F-0B65-929ED1DC4C3F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1" name="Google Shape;55611;p67">
                <a:extLst>
                  <a:ext uri="{FF2B5EF4-FFF2-40B4-BE49-F238E27FC236}">
                    <a16:creationId xmlns:a16="http://schemas.microsoft.com/office/drawing/2014/main" id="{461A4525-B6EF-0A62-A614-AF8E45F0DE6A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2" name="Google Shape;55612;p67">
                <a:extLst>
                  <a:ext uri="{FF2B5EF4-FFF2-40B4-BE49-F238E27FC236}">
                    <a16:creationId xmlns:a16="http://schemas.microsoft.com/office/drawing/2014/main" id="{5F7A16C4-FD84-9A1B-24CD-556CA3ACDFA7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3" name="Google Shape;55613;p67">
                <a:extLst>
                  <a:ext uri="{FF2B5EF4-FFF2-40B4-BE49-F238E27FC236}">
                    <a16:creationId xmlns:a16="http://schemas.microsoft.com/office/drawing/2014/main" id="{D0D7B436-06AB-3276-107B-4E0721FF114E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4" name="Google Shape;55614;p67">
                <a:extLst>
                  <a:ext uri="{FF2B5EF4-FFF2-40B4-BE49-F238E27FC236}">
                    <a16:creationId xmlns:a16="http://schemas.microsoft.com/office/drawing/2014/main" id="{D87A626F-FDC2-EBAA-0C34-D190730FA7D0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5" name="Google Shape;55615;p67">
                <a:extLst>
                  <a:ext uri="{FF2B5EF4-FFF2-40B4-BE49-F238E27FC236}">
                    <a16:creationId xmlns:a16="http://schemas.microsoft.com/office/drawing/2014/main" id="{24D378B8-E1F3-FB55-C874-DB4C64F10302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6" name="Google Shape;55616;p67">
                <a:extLst>
                  <a:ext uri="{FF2B5EF4-FFF2-40B4-BE49-F238E27FC236}">
                    <a16:creationId xmlns:a16="http://schemas.microsoft.com/office/drawing/2014/main" id="{8DCE2A8C-4BBE-3345-F99D-86E9A36BB30D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7" name="Google Shape;55617;p67">
                <a:extLst>
                  <a:ext uri="{FF2B5EF4-FFF2-40B4-BE49-F238E27FC236}">
                    <a16:creationId xmlns:a16="http://schemas.microsoft.com/office/drawing/2014/main" id="{A8BAE72A-C7B5-22A7-5F79-27D714120556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8" name="Google Shape;55618;p67">
                <a:extLst>
                  <a:ext uri="{FF2B5EF4-FFF2-40B4-BE49-F238E27FC236}">
                    <a16:creationId xmlns:a16="http://schemas.microsoft.com/office/drawing/2014/main" id="{BE28919B-529E-3236-82B2-4BC127CC9A2C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19" name="Google Shape;55619;p67">
              <a:extLst>
                <a:ext uri="{FF2B5EF4-FFF2-40B4-BE49-F238E27FC236}">
                  <a16:creationId xmlns:a16="http://schemas.microsoft.com/office/drawing/2014/main" id="{A3025343-B3F7-0546-1C54-B73E4D4C033D}"/>
                </a:ext>
              </a:extLst>
            </p:cNvPr>
            <p:cNvGrpSpPr/>
            <p:nvPr/>
          </p:nvGrpSpPr>
          <p:grpSpPr>
            <a:xfrm>
              <a:off x="8829125" y="3357747"/>
              <a:ext cx="166522" cy="162029"/>
              <a:chOff x="2070280" y="1284575"/>
              <a:chExt cx="56090" cy="54611"/>
            </a:xfrm>
          </p:grpSpPr>
          <p:sp>
            <p:nvSpPr>
              <p:cNvPr id="55620" name="Google Shape;55620;p67">
                <a:extLst>
                  <a:ext uri="{FF2B5EF4-FFF2-40B4-BE49-F238E27FC236}">
                    <a16:creationId xmlns:a16="http://schemas.microsoft.com/office/drawing/2014/main" id="{60A24209-7EB2-10B5-66E7-EBED2B519463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1" name="Google Shape;55621;p67">
                <a:extLst>
                  <a:ext uri="{FF2B5EF4-FFF2-40B4-BE49-F238E27FC236}">
                    <a16:creationId xmlns:a16="http://schemas.microsoft.com/office/drawing/2014/main" id="{FD8E21F9-C314-4BB2-4A99-D5444EB0A7DE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2" name="Google Shape;55622;p67">
                <a:extLst>
                  <a:ext uri="{FF2B5EF4-FFF2-40B4-BE49-F238E27FC236}">
                    <a16:creationId xmlns:a16="http://schemas.microsoft.com/office/drawing/2014/main" id="{33F72AA2-8F82-0CB1-697E-D2DF375EA92A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3" name="Google Shape;55623;p67">
                <a:extLst>
                  <a:ext uri="{FF2B5EF4-FFF2-40B4-BE49-F238E27FC236}">
                    <a16:creationId xmlns:a16="http://schemas.microsoft.com/office/drawing/2014/main" id="{C4E8D570-0803-4482-5072-A626A1766B71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4" name="Google Shape;55624;p67">
                <a:extLst>
                  <a:ext uri="{FF2B5EF4-FFF2-40B4-BE49-F238E27FC236}">
                    <a16:creationId xmlns:a16="http://schemas.microsoft.com/office/drawing/2014/main" id="{B851DD4C-ADE3-1E30-CE07-A85773B6FD50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5" name="Google Shape;55625;p67">
                <a:extLst>
                  <a:ext uri="{FF2B5EF4-FFF2-40B4-BE49-F238E27FC236}">
                    <a16:creationId xmlns:a16="http://schemas.microsoft.com/office/drawing/2014/main" id="{607F51AF-C764-D6A5-3B35-DF6A8C2DB772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6" name="Google Shape;55626;p67">
                <a:extLst>
                  <a:ext uri="{FF2B5EF4-FFF2-40B4-BE49-F238E27FC236}">
                    <a16:creationId xmlns:a16="http://schemas.microsoft.com/office/drawing/2014/main" id="{22189186-673D-E281-9F54-26BF6A294B90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7" name="Google Shape;55627;p67">
                <a:extLst>
                  <a:ext uri="{FF2B5EF4-FFF2-40B4-BE49-F238E27FC236}">
                    <a16:creationId xmlns:a16="http://schemas.microsoft.com/office/drawing/2014/main" id="{21246341-D973-4D22-FA63-E8D757A85055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8" name="Google Shape;55628;p67">
                <a:extLst>
                  <a:ext uri="{FF2B5EF4-FFF2-40B4-BE49-F238E27FC236}">
                    <a16:creationId xmlns:a16="http://schemas.microsoft.com/office/drawing/2014/main" id="{C5781257-6A6B-B675-5D62-290D98013312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9" name="Google Shape;55629;p67">
                <a:extLst>
                  <a:ext uri="{FF2B5EF4-FFF2-40B4-BE49-F238E27FC236}">
                    <a16:creationId xmlns:a16="http://schemas.microsoft.com/office/drawing/2014/main" id="{41E6BF58-C0ED-3FD8-A67D-2083D7766381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0" name="Google Shape;55630;p67">
                <a:extLst>
                  <a:ext uri="{FF2B5EF4-FFF2-40B4-BE49-F238E27FC236}">
                    <a16:creationId xmlns:a16="http://schemas.microsoft.com/office/drawing/2014/main" id="{0D001025-E4AC-1E40-DF75-853B5AD21E64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1" name="Google Shape;55631;p67">
                <a:extLst>
                  <a:ext uri="{FF2B5EF4-FFF2-40B4-BE49-F238E27FC236}">
                    <a16:creationId xmlns:a16="http://schemas.microsoft.com/office/drawing/2014/main" id="{CAF9C82C-AABC-EACD-71C2-CD340DA041E6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2" name="Google Shape;55632;p67">
                <a:extLst>
                  <a:ext uri="{FF2B5EF4-FFF2-40B4-BE49-F238E27FC236}">
                    <a16:creationId xmlns:a16="http://schemas.microsoft.com/office/drawing/2014/main" id="{4A751FA7-6EDC-B2E9-925F-1170558A31DB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3" name="Google Shape;55633;p67">
                <a:extLst>
                  <a:ext uri="{FF2B5EF4-FFF2-40B4-BE49-F238E27FC236}">
                    <a16:creationId xmlns:a16="http://schemas.microsoft.com/office/drawing/2014/main" id="{66512FAC-A7AE-9920-1BBD-A4D3E2A703AC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34" name="Google Shape;55634;p67">
              <a:extLst>
                <a:ext uri="{FF2B5EF4-FFF2-40B4-BE49-F238E27FC236}">
                  <a16:creationId xmlns:a16="http://schemas.microsoft.com/office/drawing/2014/main" id="{E6B84254-3E63-6E5B-B2E1-1F442D44E67E}"/>
                </a:ext>
              </a:extLst>
            </p:cNvPr>
            <p:cNvGrpSpPr/>
            <p:nvPr/>
          </p:nvGrpSpPr>
          <p:grpSpPr>
            <a:xfrm>
              <a:off x="7894045" y="2819510"/>
              <a:ext cx="166522" cy="162029"/>
              <a:chOff x="2070280" y="1284575"/>
              <a:chExt cx="56090" cy="54611"/>
            </a:xfrm>
          </p:grpSpPr>
          <p:sp>
            <p:nvSpPr>
              <p:cNvPr id="55635" name="Google Shape;55635;p67">
                <a:extLst>
                  <a:ext uri="{FF2B5EF4-FFF2-40B4-BE49-F238E27FC236}">
                    <a16:creationId xmlns:a16="http://schemas.microsoft.com/office/drawing/2014/main" id="{6BBD611D-513F-EE1D-6D95-90E1537509FB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6" name="Google Shape;55636;p67">
                <a:extLst>
                  <a:ext uri="{FF2B5EF4-FFF2-40B4-BE49-F238E27FC236}">
                    <a16:creationId xmlns:a16="http://schemas.microsoft.com/office/drawing/2014/main" id="{BC14A13A-7FE6-6126-62F1-9148019D9E66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7" name="Google Shape;55637;p67">
                <a:extLst>
                  <a:ext uri="{FF2B5EF4-FFF2-40B4-BE49-F238E27FC236}">
                    <a16:creationId xmlns:a16="http://schemas.microsoft.com/office/drawing/2014/main" id="{C0AEC292-058A-35A1-2B9B-BFED6F95C079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8" name="Google Shape;55638;p67">
                <a:extLst>
                  <a:ext uri="{FF2B5EF4-FFF2-40B4-BE49-F238E27FC236}">
                    <a16:creationId xmlns:a16="http://schemas.microsoft.com/office/drawing/2014/main" id="{F1E032B9-3EA0-7DEE-1D2C-E2627FF8FF97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9" name="Google Shape;55639;p67">
                <a:extLst>
                  <a:ext uri="{FF2B5EF4-FFF2-40B4-BE49-F238E27FC236}">
                    <a16:creationId xmlns:a16="http://schemas.microsoft.com/office/drawing/2014/main" id="{02A8BCFE-14C1-6B78-4EC3-EC699545BB79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0" name="Google Shape;55640;p67">
                <a:extLst>
                  <a:ext uri="{FF2B5EF4-FFF2-40B4-BE49-F238E27FC236}">
                    <a16:creationId xmlns:a16="http://schemas.microsoft.com/office/drawing/2014/main" id="{855189BF-E131-2105-F54F-C073351E0422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1" name="Google Shape;55641;p67">
                <a:extLst>
                  <a:ext uri="{FF2B5EF4-FFF2-40B4-BE49-F238E27FC236}">
                    <a16:creationId xmlns:a16="http://schemas.microsoft.com/office/drawing/2014/main" id="{AE0C0BC1-7950-A1C8-F7B4-AAE3C1645C6D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2" name="Google Shape;55642;p67">
                <a:extLst>
                  <a:ext uri="{FF2B5EF4-FFF2-40B4-BE49-F238E27FC236}">
                    <a16:creationId xmlns:a16="http://schemas.microsoft.com/office/drawing/2014/main" id="{2413C823-6B5F-3470-EC90-0CF95C6C1C3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3" name="Google Shape;55643;p67">
                <a:extLst>
                  <a:ext uri="{FF2B5EF4-FFF2-40B4-BE49-F238E27FC236}">
                    <a16:creationId xmlns:a16="http://schemas.microsoft.com/office/drawing/2014/main" id="{F5DE803E-F72F-B3D3-547D-558AF729757C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4" name="Google Shape;55644;p67">
                <a:extLst>
                  <a:ext uri="{FF2B5EF4-FFF2-40B4-BE49-F238E27FC236}">
                    <a16:creationId xmlns:a16="http://schemas.microsoft.com/office/drawing/2014/main" id="{93F2BD85-FE29-725C-DA02-F893238B3665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5" name="Google Shape;55645;p67">
                <a:extLst>
                  <a:ext uri="{FF2B5EF4-FFF2-40B4-BE49-F238E27FC236}">
                    <a16:creationId xmlns:a16="http://schemas.microsoft.com/office/drawing/2014/main" id="{56AD7BF1-F2BD-DE44-B634-249C557D5BA1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6" name="Google Shape;55646;p67">
                <a:extLst>
                  <a:ext uri="{FF2B5EF4-FFF2-40B4-BE49-F238E27FC236}">
                    <a16:creationId xmlns:a16="http://schemas.microsoft.com/office/drawing/2014/main" id="{764551E8-098C-47DA-D732-3E5DFC8D2293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7" name="Google Shape;55647;p67">
                <a:extLst>
                  <a:ext uri="{FF2B5EF4-FFF2-40B4-BE49-F238E27FC236}">
                    <a16:creationId xmlns:a16="http://schemas.microsoft.com/office/drawing/2014/main" id="{80E160C3-83F3-D776-8A82-C50FDA14619B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8" name="Google Shape;55648;p67">
                <a:extLst>
                  <a:ext uri="{FF2B5EF4-FFF2-40B4-BE49-F238E27FC236}">
                    <a16:creationId xmlns:a16="http://schemas.microsoft.com/office/drawing/2014/main" id="{1DFA0AE5-88C5-D6EC-5327-D1EC45E17D4A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49" name="Google Shape;55649;p67">
              <a:extLst>
                <a:ext uri="{FF2B5EF4-FFF2-40B4-BE49-F238E27FC236}">
                  <a16:creationId xmlns:a16="http://schemas.microsoft.com/office/drawing/2014/main" id="{D047224C-10A9-56E4-0550-46D7CB83230E}"/>
                </a:ext>
              </a:extLst>
            </p:cNvPr>
            <p:cNvGrpSpPr/>
            <p:nvPr/>
          </p:nvGrpSpPr>
          <p:grpSpPr>
            <a:xfrm>
              <a:off x="6622904" y="1972365"/>
              <a:ext cx="166522" cy="162029"/>
              <a:chOff x="2070280" y="1284575"/>
              <a:chExt cx="56090" cy="54611"/>
            </a:xfrm>
          </p:grpSpPr>
          <p:sp>
            <p:nvSpPr>
              <p:cNvPr id="55650" name="Google Shape;55650;p67">
                <a:extLst>
                  <a:ext uri="{FF2B5EF4-FFF2-40B4-BE49-F238E27FC236}">
                    <a16:creationId xmlns:a16="http://schemas.microsoft.com/office/drawing/2014/main" id="{B1E6AC7F-BE6D-277B-6771-DF2628A8C639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1" name="Google Shape;55651;p67">
                <a:extLst>
                  <a:ext uri="{FF2B5EF4-FFF2-40B4-BE49-F238E27FC236}">
                    <a16:creationId xmlns:a16="http://schemas.microsoft.com/office/drawing/2014/main" id="{DDCFF06E-91F5-437E-F741-5FD9F8670FFD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2" name="Google Shape;55652;p67">
                <a:extLst>
                  <a:ext uri="{FF2B5EF4-FFF2-40B4-BE49-F238E27FC236}">
                    <a16:creationId xmlns:a16="http://schemas.microsoft.com/office/drawing/2014/main" id="{34D6A7E4-4A58-7A41-E289-9821CC4BFF74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3" name="Google Shape;55653;p67">
                <a:extLst>
                  <a:ext uri="{FF2B5EF4-FFF2-40B4-BE49-F238E27FC236}">
                    <a16:creationId xmlns:a16="http://schemas.microsoft.com/office/drawing/2014/main" id="{DF5C6171-7370-9B61-569D-48567393FFD6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4" name="Google Shape;55654;p67">
                <a:extLst>
                  <a:ext uri="{FF2B5EF4-FFF2-40B4-BE49-F238E27FC236}">
                    <a16:creationId xmlns:a16="http://schemas.microsoft.com/office/drawing/2014/main" id="{583D68A1-046E-BF93-0663-1B093ECAE84D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5" name="Google Shape;55655;p67">
                <a:extLst>
                  <a:ext uri="{FF2B5EF4-FFF2-40B4-BE49-F238E27FC236}">
                    <a16:creationId xmlns:a16="http://schemas.microsoft.com/office/drawing/2014/main" id="{74BB4AC5-B442-177C-CC8E-6E157A9ABD87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6" name="Google Shape;55656;p67">
                <a:extLst>
                  <a:ext uri="{FF2B5EF4-FFF2-40B4-BE49-F238E27FC236}">
                    <a16:creationId xmlns:a16="http://schemas.microsoft.com/office/drawing/2014/main" id="{7BDC594B-0525-27A8-F7A0-D747FE13D3BE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7" name="Google Shape;55657;p67">
                <a:extLst>
                  <a:ext uri="{FF2B5EF4-FFF2-40B4-BE49-F238E27FC236}">
                    <a16:creationId xmlns:a16="http://schemas.microsoft.com/office/drawing/2014/main" id="{004FDDD6-E1C1-E742-3E4F-22F6DDC2F8CC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8" name="Google Shape;55658;p67">
                <a:extLst>
                  <a:ext uri="{FF2B5EF4-FFF2-40B4-BE49-F238E27FC236}">
                    <a16:creationId xmlns:a16="http://schemas.microsoft.com/office/drawing/2014/main" id="{06EF2712-72D3-2A7E-BF10-2E7B55BC3804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9" name="Google Shape;55659;p67">
                <a:extLst>
                  <a:ext uri="{FF2B5EF4-FFF2-40B4-BE49-F238E27FC236}">
                    <a16:creationId xmlns:a16="http://schemas.microsoft.com/office/drawing/2014/main" id="{FEFEF218-F5B0-5603-A3B6-A41917524616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0" name="Google Shape;55660;p67">
                <a:extLst>
                  <a:ext uri="{FF2B5EF4-FFF2-40B4-BE49-F238E27FC236}">
                    <a16:creationId xmlns:a16="http://schemas.microsoft.com/office/drawing/2014/main" id="{38630A44-F0AB-9FDF-C083-A97A7423F53F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1" name="Google Shape;55661;p67">
                <a:extLst>
                  <a:ext uri="{FF2B5EF4-FFF2-40B4-BE49-F238E27FC236}">
                    <a16:creationId xmlns:a16="http://schemas.microsoft.com/office/drawing/2014/main" id="{3793F5A0-38D2-8302-D39C-688724544A76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2" name="Google Shape;55662;p67">
                <a:extLst>
                  <a:ext uri="{FF2B5EF4-FFF2-40B4-BE49-F238E27FC236}">
                    <a16:creationId xmlns:a16="http://schemas.microsoft.com/office/drawing/2014/main" id="{8EA94BC7-E0B3-021C-5222-FDB679A01CAC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3" name="Google Shape;55663;p67">
                <a:extLst>
                  <a:ext uri="{FF2B5EF4-FFF2-40B4-BE49-F238E27FC236}">
                    <a16:creationId xmlns:a16="http://schemas.microsoft.com/office/drawing/2014/main" id="{08076EEA-B32C-0BAC-D679-0FDEE598E564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64" name="Google Shape;55664;p67">
              <a:extLst>
                <a:ext uri="{FF2B5EF4-FFF2-40B4-BE49-F238E27FC236}">
                  <a16:creationId xmlns:a16="http://schemas.microsoft.com/office/drawing/2014/main" id="{100E3BEF-D3E1-1BE8-DD89-A0D791A36C67}"/>
                </a:ext>
              </a:extLst>
            </p:cNvPr>
            <p:cNvGrpSpPr/>
            <p:nvPr/>
          </p:nvGrpSpPr>
          <p:grpSpPr>
            <a:xfrm>
              <a:off x="8267635" y="4468633"/>
              <a:ext cx="394995" cy="416980"/>
              <a:chOff x="2193097" y="745802"/>
              <a:chExt cx="104549" cy="110368"/>
            </a:xfrm>
          </p:grpSpPr>
          <p:sp>
            <p:nvSpPr>
              <p:cNvPr id="55665" name="Google Shape;55665;p67">
                <a:extLst>
                  <a:ext uri="{FF2B5EF4-FFF2-40B4-BE49-F238E27FC236}">
                    <a16:creationId xmlns:a16="http://schemas.microsoft.com/office/drawing/2014/main" id="{489F032D-1313-3F5D-3BF3-62673040B325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6" name="Google Shape;55666;p67">
                <a:extLst>
                  <a:ext uri="{FF2B5EF4-FFF2-40B4-BE49-F238E27FC236}">
                    <a16:creationId xmlns:a16="http://schemas.microsoft.com/office/drawing/2014/main" id="{4D51CBC4-4D4C-A048-3C22-E06E2E9ECE16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7" name="Google Shape;55667;p67">
                <a:extLst>
                  <a:ext uri="{FF2B5EF4-FFF2-40B4-BE49-F238E27FC236}">
                    <a16:creationId xmlns:a16="http://schemas.microsoft.com/office/drawing/2014/main" id="{A714376D-3981-2902-35E2-89724897EED6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8" name="Google Shape;55668;p67">
                <a:extLst>
                  <a:ext uri="{FF2B5EF4-FFF2-40B4-BE49-F238E27FC236}">
                    <a16:creationId xmlns:a16="http://schemas.microsoft.com/office/drawing/2014/main" id="{B5F2E37F-CC69-F809-70AA-E66A41EBCF3A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9" name="Google Shape;55669;p67">
                <a:extLst>
                  <a:ext uri="{FF2B5EF4-FFF2-40B4-BE49-F238E27FC236}">
                    <a16:creationId xmlns:a16="http://schemas.microsoft.com/office/drawing/2014/main" id="{DE0BEEE2-0AAB-28DE-97EC-EF4C506830CD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0" name="Google Shape;55670;p67">
                <a:extLst>
                  <a:ext uri="{FF2B5EF4-FFF2-40B4-BE49-F238E27FC236}">
                    <a16:creationId xmlns:a16="http://schemas.microsoft.com/office/drawing/2014/main" id="{8AB1CADA-F436-4A50-4BDD-AF96A3070449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1" name="Google Shape;55671;p67">
                <a:extLst>
                  <a:ext uri="{FF2B5EF4-FFF2-40B4-BE49-F238E27FC236}">
                    <a16:creationId xmlns:a16="http://schemas.microsoft.com/office/drawing/2014/main" id="{574DF5D4-DBD5-48B7-514D-15668355FC3E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2" name="Google Shape;55672;p67">
                <a:extLst>
                  <a:ext uri="{FF2B5EF4-FFF2-40B4-BE49-F238E27FC236}">
                    <a16:creationId xmlns:a16="http://schemas.microsoft.com/office/drawing/2014/main" id="{56C8E7EE-67B6-7C26-1BBE-F764591FED89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3" name="Google Shape;55673;p67">
                <a:extLst>
                  <a:ext uri="{FF2B5EF4-FFF2-40B4-BE49-F238E27FC236}">
                    <a16:creationId xmlns:a16="http://schemas.microsoft.com/office/drawing/2014/main" id="{42BB9A04-6F2C-E348-4618-3C3872080D05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4" name="Google Shape;55674;p67">
                <a:extLst>
                  <a:ext uri="{FF2B5EF4-FFF2-40B4-BE49-F238E27FC236}">
                    <a16:creationId xmlns:a16="http://schemas.microsoft.com/office/drawing/2014/main" id="{675C19D6-E751-1A8D-39ED-CF5282F455C3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5" name="Google Shape;55675;p67">
                <a:extLst>
                  <a:ext uri="{FF2B5EF4-FFF2-40B4-BE49-F238E27FC236}">
                    <a16:creationId xmlns:a16="http://schemas.microsoft.com/office/drawing/2014/main" id="{D0456D9A-000F-360D-B15E-B0BA0645C040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6" name="Google Shape;55676;p67">
                <a:extLst>
                  <a:ext uri="{FF2B5EF4-FFF2-40B4-BE49-F238E27FC236}">
                    <a16:creationId xmlns:a16="http://schemas.microsoft.com/office/drawing/2014/main" id="{65D03929-6AFF-B337-5913-52A4DF296070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7" name="Google Shape;55677;p67">
                <a:extLst>
                  <a:ext uri="{FF2B5EF4-FFF2-40B4-BE49-F238E27FC236}">
                    <a16:creationId xmlns:a16="http://schemas.microsoft.com/office/drawing/2014/main" id="{8B276032-B1E1-4881-7F69-343D489683DA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8" name="Google Shape;55678;p67">
                <a:extLst>
                  <a:ext uri="{FF2B5EF4-FFF2-40B4-BE49-F238E27FC236}">
                    <a16:creationId xmlns:a16="http://schemas.microsoft.com/office/drawing/2014/main" id="{5BDA825B-C669-8AC5-8550-ECE439345A46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79" name="Google Shape;55679;p67">
              <a:extLst>
                <a:ext uri="{FF2B5EF4-FFF2-40B4-BE49-F238E27FC236}">
                  <a16:creationId xmlns:a16="http://schemas.microsoft.com/office/drawing/2014/main" id="{586F323D-EBD4-4975-F87E-ED29DC843C29}"/>
                </a:ext>
              </a:extLst>
            </p:cNvPr>
            <p:cNvGrpSpPr/>
            <p:nvPr/>
          </p:nvGrpSpPr>
          <p:grpSpPr>
            <a:xfrm>
              <a:off x="5246471" y="4000007"/>
              <a:ext cx="211914" cy="206327"/>
              <a:chOff x="2070280" y="1284575"/>
              <a:chExt cx="56090" cy="54611"/>
            </a:xfrm>
          </p:grpSpPr>
          <p:sp>
            <p:nvSpPr>
              <p:cNvPr id="55680" name="Google Shape;55680;p67">
                <a:extLst>
                  <a:ext uri="{FF2B5EF4-FFF2-40B4-BE49-F238E27FC236}">
                    <a16:creationId xmlns:a16="http://schemas.microsoft.com/office/drawing/2014/main" id="{6A4D01A3-593A-961A-F964-1A3ED3F89326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1" name="Google Shape;55681;p67">
                <a:extLst>
                  <a:ext uri="{FF2B5EF4-FFF2-40B4-BE49-F238E27FC236}">
                    <a16:creationId xmlns:a16="http://schemas.microsoft.com/office/drawing/2014/main" id="{CE0AB3D9-ACBF-40F5-99B3-696126B349C3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2" name="Google Shape;55682;p67">
                <a:extLst>
                  <a:ext uri="{FF2B5EF4-FFF2-40B4-BE49-F238E27FC236}">
                    <a16:creationId xmlns:a16="http://schemas.microsoft.com/office/drawing/2014/main" id="{5287A8C0-F608-DEEC-07E7-4393C7228E5D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3" name="Google Shape;55683;p67">
                <a:extLst>
                  <a:ext uri="{FF2B5EF4-FFF2-40B4-BE49-F238E27FC236}">
                    <a16:creationId xmlns:a16="http://schemas.microsoft.com/office/drawing/2014/main" id="{0E4823F1-E1FD-3510-1045-240D9CB6C696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4" name="Google Shape;55684;p67">
                <a:extLst>
                  <a:ext uri="{FF2B5EF4-FFF2-40B4-BE49-F238E27FC236}">
                    <a16:creationId xmlns:a16="http://schemas.microsoft.com/office/drawing/2014/main" id="{2BFBCC89-843B-A08E-578D-20C723262CB2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5" name="Google Shape;55685;p67">
                <a:extLst>
                  <a:ext uri="{FF2B5EF4-FFF2-40B4-BE49-F238E27FC236}">
                    <a16:creationId xmlns:a16="http://schemas.microsoft.com/office/drawing/2014/main" id="{D2964565-A1DE-D77D-848E-B7B56019AE22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6" name="Google Shape;55686;p67">
                <a:extLst>
                  <a:ext uri="{FF2B5EF4-FFF2-40B4-BE49-F238E27FC236}">
                    <a16:creationId xmlns:a16="http://schemas.microsoft.com/office/drawing/2014/main" id="{9AA099AC-3FEF-C00B-D1BB-1305C04A4399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7" name="Google Shape;55687;p67">
                <a:extLst>
                  <a:ext uri="{FF2B5EF4-FFF2-40B4-BE49-F238E27FC236}">
                    <a16:creationId xmlns:a16="http://schemas.microsoft.com/office/drawing/2014/main" id="{FF3E556C-7B23-D272-A6B9-CE3F76741EC2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8" name="Google Shape;55688;p67">
                <a:extLst>
                  <a:ext uri="{FF2B5EF4-FFF2-40B4-BE49-F238E27FC236}">
                    <a16:creationId xmlns:a16="http://schemas.microsoft.com/office/drawing/2014/main" id="{5F601B9D-FBB1-4531-8C0E-284AC3DE4FE2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9" name="Google Shape;55689;p67">
                <a:extLst>
                  <a:ext uri="{FF2B5EF4-FFF2-40B4-BE49-F238E27FC236}">
                    <a16:creationId xmlns:a16="http://schemas.microsoft.com/office/drawing/2014/main" id="{B9B5B4A3-0903-A959-842B-E7CDBDEA1EA4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0" name="Google Shape;55690;p67">
                <a:extLst>
                  <a:ext uri="{FF2B5EF4-FFF2-40B4-BE49-F238E27FC236}">
                    <a16:creationId xmlns:a16="http://schemas.microsoft.com/office/drawing/2014/main" id="{F4181131-026E-4867-EE28-5DE0084D0156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1" name="Google Shape;55691;p67">
                <a:extLst>
                  <a:ext uri="{FF2B5EF4-FFF2-40B4-BE49-F238E27FC236}">
                    <a16:creationId xmlns:a16="http://schemas.microsoft.com/office/drawing/2014/main" id="{929CB93A-D096-6A24-D3C5-7EA0AE70A38B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2" name="Google Shape;55692;p67">
                <a:extLst>
                  <a:ext uri="{FF2B5EF4-FFF2-40B4-BE49-F238E27FC236}">
                    <a16:creationId xmlns:a16="http://schemas.microsoft.com/office/drawing/2014/main" id="{DE7327E6-2D37-BA8C-4445-C8BFFDC445E9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3" name="Google Shape;55693;p67">
                <a:extLst>
                  <a:ext uri="{FF2B5EF4-FFF2-40B4-BE49-F238E27FC236}">
                    <a16:creationId xmlns:a16="http://schemas.microsoft.com/office/drawing/2014/main" id="{F3B6C2A3-4454-75F1-1CF2-669F21D62B68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94" name="Google Shape;55694;p67">
              <a:extLst>
                <a:ext uri="{FF2B5EF4-FFF2-40B4-BE49-F238E27FC236}">
                  <a16:creationId xmlns:a16="http://schemas.microsoft.com/office/drawing/2014/main" id="{C8358F89-8EC8-EA50-422E-67B461C2EA13}"/>
                </a:ext>
              </a:extLst>
            </p:cNvPr>
            <p:cNvGrpSpPr/>
            <p:nvPr/>
          </p:nvGrpSpPr>
          <p:grpSpPr>
            <a:xfrm>
              <a:off x="7337514" y="4596107"/>
              <a:ext cx="166520" cy="162027"/>
              <a:chOff x="2070280" y="1284575"/>
              <a:chExt cx="56090" cy="54611"/>
            </a:xfrm>
          </p:grpSpPr>
          <p:sp>
            <p:nvSpPr>
              <p:cNvPr id="55695" name="Google Shape;55695;p67">
                <a:extLst>
                  <a:ext uri="{FF2B5EF4-FFF2-40B4-BE49-F238E27FC236}">
                    <a16:creationId xmlns:a16="http://schemas.microsoft.com/office/drawing/2014/main" id="{EB38CE21-8E1C-3C0E-3765-869D171E0FB8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6" name="Google Shape;55696;p67">
                <a:extLst>
                  <a:ext uri="{FF2B5EF4-FFF2-40B4-BE49-F238E27FC236}">
                    <a16:creationId xmlns:a16="http://schemas.microsoft.com/office/drawing/2014/main" id="{9360DB26-EC1C-F7E5-D7BE-9F2F5C9E9848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7" name="Google Shape;55697;p67">
                <a:extLst>
                  <a:ext uri="{FF2B5EF4-FFF2-40B4-BE49-F238E27FC236}">
                    <a16:creationId xmlns:a16="http://schemas.microsoft.com/office/drawing/2014/main" id="{BF1C4B04-F568-6B82-69F1-705BFA74A0CF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8" name="Google Shape;55698;p67">
                <a:extLst>
                  <a:ext uri="{FF2B5EF4-FFF2-40B4-BE49-F238E27FC236}">
                    <a16:creationId xmlns:a16="http://schemas.microsoft.com/office/drawing/2014/main" id="{481BEF0A-5C17-0262-944B-33DA9356B6BB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9" name="Google Shape;55699;p67">
                <a:extLst>
                  <a:ext uri="{FF2B5EF4-FFF2-40B4-BE49-F238E27FC236}">
                    <a16:creationId xmlns:a16="http://schemas.microsoft.com/office/drawing/2014/main" id="{68C9898E-C6F3-D8EB-1404-27C9CE3FAEDD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0" name="Google Shape;55700;p67">
                <a:extLst>
                  <a:ext uri="{FF2B5EF4-FFF2-40B4-BE49-F238E27FC236}">
                    <a16:creationId xmlns:a16="http://schemas.microsoft.com/office/drawing/2014/main" id="{7303E829-7B19-867D-DA06-EBDBCAA67D17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1" name="Google Shape;55701;p67">
                <a:extLst>
                  <a:ext uri="{FF2B5EF4-FFF2-40B4-BE49-F238E27FC236}">
                    <a16:creationId xmlns:a16="http://schemas.microsoft.com/office/drawing/2014/main" id="{288C4FC4-D887-1DD1-58BE-A3FE025B0367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2" name="Google Shape;55702;p67">
                <a:extLst>
                  <a:ext uri="{FF2B5EF4-FFF2-40B4-BE49-F238E27FC236}">
                    <a16:creationId xmlns:a16="http://schemas.microsoft.com/office/drawing/2014/main" id="{D512D1B2-2926-F35D-E0C0-CDECB0307C65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3" name="Google Shape;55703;p67">
                <a:extLst>
                  <a:ext uri="{FF2B5EF4-FFF2-40B4-BE49-F238E27FC236}">
                    <a16:creationId xmlns:a16="http://schemas.microsoft.com/office/drawing/2014/main" id="{9979E63A-9A5B-9319-06C4-1DE4B61A32F6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4" name="Google Shape;55704;p67">
                <a:extLst>
                  <a:ext uri="{FF2B5EF4-FFF2-40B4-BE49-F238E27FC236}">
                    <a16:creationId xmlns:a16="http://schemas.microsoft.com/office/drawing/2014/main" id="{467777B3-74EB-66FD-1924-0BBF1FFF778A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5" name="Google Shape;55705;p67">
                <a:extLst>
                  <a:ext uri="{FF2B5EF4-FFF2-40B4-BE49-F238E27FC236}">
                    <a16:creationId xmlns:a16="http://schemas.microsoft.com/office/drawing/2014/main" id="{1D28B80D-D06C-830F-E8D2-C25F449D6E5F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6" name="Google Shape;55706;p67">
                <a:extLst>
                  <a:ext uri="{FF2B5EF4-FFF2-40B4-BE49-F238E27FC236}">
                    <a16:creationId xmlns:a16="http://schemas.microsoft.com/office/drawing/2014/main" id="{56FC919C-B55C-4814-EE1E-33439FED4C49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7" name="Google Shape;55707;p67">
                <a:extLst>
                  <a:ext uri="{FF2B5EF4-FFF2-40B4-BE49-F238E27FC236}">
                    <a16:creationId xmlns:a16="http://schemas.microsoft.com/office/drawing/2014/main" id="{F935D54F-58CA-6229-0BC1-D8159D22AD83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8" name="Google Shape;55708;p67">
                <a:extLst>
                  <a:ext uri="{FF2B5EF4-FFF2-40B4-BE49-F238E27FC236}">
                    <a16:creationId xmlns:a16="http://schemas.microsoft.com/office/drawing/2014/main" id="{BF3D89A0-C20E-5CD4-191D-3C6B74A69172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09" name="Google Shape;55709;p67">
              <a:extLst>
                <a:ext uri="{FF2B5EF4-FFF2-40B4-BE49-F238E27FC236}">
                  <a16:creationId xmlns:a16="http://schemas.microsoft.com/office/drawing/2014/main" id="{972FE49C-4CA0-9EC7-6EC4-4997EA0264AF}"/>
                </a:ext>
              </a:extLst>
            </p:cNvPr>
            <p:cNvGrpSpPr/>
            <p:nvPr/>
          </p:nvGrpSpPr>
          <p:grpSpPr>
            <a:xfrm>
              <a:off x="6980021" y="1099332"/>
              <a:ext cx="211914" cy="206327"/>
              <a:chOff x="2070280" y="1284575"/>
              <a:chExt cx="56090" cy="54611"/>
            </a:xfrm>
          </p:grpSpPr>
          <p:sp>
            <p:nvSpPr>
              <p:cNvPr id="55710" name="Google Shape;55710;p67">
                <a:extLst>
                  <a:ext uri="{FF2B5EF4-FFF2-40B4-BE49-F238E27FC236}">
                    <a16:creationId xmlns:a16="http://schemas.microsoft.com/office/drawing/2014/main" id="{11F6EEFC-8C06-C7D7-854F-6961DF52583D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1" name="Google Shape;55711;p67">
                <a:extLst>
                  <a:ext uri="{FF2B5EF4-FFF2-40B4-BE49-F238E27FC236}">
                    <a16:creationId xmlns:a16="http://schemas.microsoft.com/office/drawing/2014/main" id="{EB5D14A4-C6A5-F03F-4EF2-1F6B9BD1F607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2" name="Google Shape;55712;p67">
                <a:extLst>
                  <a:ext uri="{FF2B5EF4-FFF2-40B4-BE49-F238E27FC236}">
                    <a16:creationId xmlns:a16="http://schemas.microsoft.com/office/drawing/2014/main" id="{76EC5181-048F-B3AD-DB19-6BABD1387362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3" name="Google Shape;55713;p67">
                <a:extLst>
                  <a:ext uri="{FF2B5EF4-FFF2-40B4-BE49-F238E27FC236}">
                    <a16:creationId xmlns:a16="http://schemas.microsoft.com/office/drawing/2014/main" id="{79B589F4-6C9F-6856-CF2F-974B214EAD95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4" name="Google Shape;55714;p67">
                <a:extLst>
                  <a:ext uri="{FF2B5EF4-FFF2-40B4-BE49-F238E27FC236}">
                    <a16:creationId xmlns:a16="http://schemas.microsoft.com/office/drawing/2014/main" id="{98C97859-E626-48B1-A740-2ADCF4F16CEA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5" name="Google Shape;55715;p67">
                <a:extLst>
                  <a:ext uri="{FF2B5EF4-FFF2-40B4-BE49-F238E27FC236}">
                    <a16:creationId xmlns:a16="http://schemas.microsoft.com/office/drawing/2014/main" id="{3D162964-2958-89C2-E17B-02121644485C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6" name="Google Shape;55716;p67">
                <a:extLst>
                  <a:ext uri="{FF2B5EF4-FFF2-40B4-BE49-F238E27FC236}">
                    <a16:creationId xmlns:a16="http://schemas.microsoft.com/office/drawing/2014/main" id="{26CAFD87-6308-0FEA-7887-D678A628169C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7" name="Google Shape;55717;p67">
                <a:extLst>
                  <a:ext uri="{FF2B5EF4-FFF2-40B4-BE49-F238E27FC236}">
                    <a16:creationId xmlns:a16="http://schemas.microsoft.com/office/drawing/2014/main" id="{EDB35D62-EA03-C35D-1F72-09353F7B7677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8" name="Google Shape;55718;p67">
                <a:extLst>
                  <a:ext uri="{FF2B5EF4-FFF2-40B4-BE49-F238E27FC236}">
                    <a16:creationId xmlns:a16="http://schemas.microsoft.com/office/drawing/2014/main" id="{D46F8659-4BAD-0414-AE0C-57491B18273F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9" name="Google Shape;55719;p67">
                <a:extLst>
                  <a:ext uri="{FF2B5EF4-FFF2-40B4-BE49-F238E27FC236}">
                    <a16:creationId xmlns:a16="http://schemas.microsoft.com/office/drawing/2014/main" id="{0D7223F8-D74B-099C-1461-56DD3FE1E493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0" name="Google Shape;55720;p67">
                <a:extLst>
                  <a:ext uri="{FF2B5EF4-FFF2-40B4-BE49-F238E27FC236}">
                    <a16:creationId xmlns:a16="http://schemas.microsoft.com/office/drawing/2014/main" id="{8BDFD26B-A398-B4FA-2C83-C9CE41A2C58C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1" name="Google Shape;55721;p67">
                <a:extLst>
                  <a:ext uri="{FF2B5EF4-FFF2-40B4-BE49-F238E27FC236}">
                    <a16:creationId xmlns:a16="http://schemas.microsoft.com/office/drawing/2014/main" id="{DD6DCC6E-4174-D1A4-3CD4-0561CD1B605F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2" name="Google Shape;55722;p67">
                <a:extLst>
                  <a:ext uri="{FF2B5EF4-FFF2-40B4-BE49-F238E27FC236}">
                    <a16:creationId xmlns:a16="http://schemas.microsoft.com/office/drawing/2014/main" id="{0A46519D-7B81-2E30-2C68-2B881D2DF453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3" name="Google Shape;55723;p67">
                <a:extLst>
                  <a:ext uri="{FF2B5EF4-FFF2-40B4-BE49-F238E27FC236}">
                    <a16:creationId xmlns:a16="http://schemas.microsoft.com/office/drawing/2014/main" id="{E1F6D591-840A-325A-82C1-F50355404991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24" name="Google Shape;55724;p67">
              <a:extLst>
                <a:ext uri="{FF2B5EF4-FFF2-40B4-BE49-F238E27FC236}">
                  <a16:creationId xmlns:a16="http://schemas.microsoft.com/office/drawing/2014/main" id="{08D0039F-09FB-CDF2-8D3C-088A75246690}"/>
                </a:ext>
              </a:extLst>
            </p:cNvPr>
            <p:cNvGrpSpPr/>
            <p:nvPr/>
          </p:nvGrpSpPr>
          <p:grpSpPr>
            <a:xfrm>
              <a:off x="5771060" y="419833"/>
              <a:ext cx="394995" cy="416980"/>
              <a:chOff x="2193097" y="745802"/>
              <a:chExt cx="104549" cy="110368"/>
            </a:xfrm>
          </p:grpSpPr>
          <p:sp>
            <p:nvSpPr>
              <p:cNvPr id="55725" name="Google Shape;55725;p67">
                <a:extLst>
                  <a:ext uri="{FF2B5EF4-FFF2-40B4-BE49-F238E27FC236}">
                    <a16:creationId xmlns:a16="http://schemas.microsoft.com/office/drawing/2014/main" id="{44C8F299-D665-9B88-366D-EB178BF3CD2A}"/>
                  </a:ext>
                </a:extLst>
              </p:cNvPr>
              <p:cNvSpPr/>
              <p:nvPr/>
            </p:nvSpPr>
            <p:spPr>
              <a:xfrm>
                <a:off x="2222144" y="745802"/>
                <a:ext cx="46503" cy="4211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3" extrusionOk="0">
                    <a:moveTo>
                      <a:pt x="467" y="0"/>
                    </a:moveTo>
                    <a:cubicBezTo>
                      <a:pt x="244" y="30"/>
                      <a:pt x="1" y="224"/>
                      <a:pt x="82" y="436"/>
                    </a:cubicBezTo>
                    <a:cubicBezTo>
                      <a:pt x="173" y="659"/>
                      <a:pt x="315" y="842"/>
                      <a:pt x="467" y="873"/>
                    </a:cubicBezTo>
                    <a:cubicBezTo>
                      <a:pt x="477" y="873"/>
                      <a:pt x="477" y="882"/>
                      <a:pt x="487" y="882"/>
                    </a:cubicBezTo>
                    <a:cubicBezTo>
                      <a:pt x="487" y="882"/>
                      <a:pt x="497" y="873"/>
                      <a:pt x="508" y="873"/>
                    </a:cubicBezTo>
                    <a:cubicBezTo>
                      <a:pt x="659" y="842"/>
                      <a:pt x="801" y="659"/>
                      <a:pt x="893" y="436"/>
                    </a:cubicBezTo>
                    <a:cubicBezTo>
                      <a:pt x="974" y="224"/>
                      <a:pt x="731" y="3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6" name="Google Shape;55726;p67">
                <a:extLst>
                  <a:ext uri="{FF2B5EF4-FFF2-40B4-BE49-F238E27FC236}">
                    <a16:creationId xmlns:a16="http://schemas.microsoft.com/office/drawing/2014/main" id="{C8707342-EC5A-0DA6-7642-9BC5B45553AA}"/>
                  </a:ext>
                </a:extLst>
              </p:cNvPr>
              <p:cNvSpPr/>
              <p:nvPr/>
            </p:nvSpPr>
            <p:spPr>
              <a:xfrm>
                <a:off x="2236644" y="771415"/>
                <a:ext cx="17504" cy="1454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5" extrusionOk="0">
                    <a:moveTo>
                      <a:pt x="173" y="1"/>
                    </a:moveTo>
                    <a:cubicBezTo>
                      <a:pt x="92" y="11"/>
                      <a:pt x="1" y="92"/>
                      <a:pt x="31" y="173"/>
                    </a:cubicBezTo>
                    <a:cubicBezTo>
                      <a:pt x="51" y="224"/>
                      <a:pt x="82" y="275"/>
                      <a:pt x="112" y="305"/>
                    </a:cubicBezTo>
                    <a:cubicBezTo>
                      <a:pt x="132" y="295"/>
                      <a:pt x="163" y="295"/>
                      <a:pt x="183" y="295"/>
                    </a:cubicBezTo>
                    <a:cubicBezTo>
                      <a:pt x="204" y="295"/>
                      <a:pt x="234" y="295"/>
                      <a:pt x="254" y="305"/>
                    </a:cubicBezTo>
                    <a:cubicBezTo>
                      <a:pt x="285" y="275"/>
                      <a:pt x="315" y="224"/>
                      <a:pt x="335" y="173"/>
                    </a:cubicBezTo>
                    <a:cubicBezTo>
                      <a:pt x="366" y="92"/>
                      <a:pt x="274" y="11"/>
                      <a:pt x="1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7" name="Google Shape;55727;p67">
                <a:extLst>
                  <a:ext uri="{FF2B5EF4-FFF2-40B4-BE49-F238E27FC236}">
                    <a16:creationId xmlns:a16="http://schemas.microsoft.com/office/drawing/2014/main" id="{9A4D1DB7-EF02-9466-9099-E946FB6D0F42}"/>
                  </a:ext>
                </a:extLst>
              </p:cNvPr>
              <p:cNvSpPr/>
              <p:nvPr/>
            </p:nvSpPr>
            <p:spPr>
              <a:xfrm>
                <a:off x="2193097" y="762830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79" y="1"/>
                    </a:moveTo>
                    <a:cubicBezTo>
                      <a:pt x="346" y="1"/>
                      <a:pt x="193" y="84"/>
                      <a:pt x="102" y="201"/>
                    </a:cubicBezTo>
                    <a:cubicBezTo>
                      <a:pt x="102" y="211"/>
                      <a:pt x="92" y="211"/>
                      <a:pt x="92" y="221"/>
                    </a:cubicBezTo>
                    <a:cubicBezTo>
                      <a:pt x="92" y="221"/>
                      <a:pt x="92" y="232"/>
                      <a:pt x="82" y="232"/>
                    </a:cubicBezTo>
                    <a:cubicBezTo>
                      <a:pt x="1" y="444"/>
                      <a:pt x="51" y="759"/>
                      <a:pt x="274" y="789"/>
                    </a:cubicBezTo>
                    <a:cubicBezTo>
                      <a:pt x="332" y="797"/>
                      <a:pt x="389" y="800"/>
                      <a:pt x="443" y="800"/>
                    </a:cubicBezTo>
                    <a:cubicBezTo>
                      <a:pt x="617" y="800"/>
                      <a:pt x="765" y="760"/>
                      <a:pt x="842" y="667"/>
                    </a:cubicBezTo>
                    <a:cubicBezTo>
                      <a:pt x="853" y="667"/>
                      <a:pt x="853" y="667"/>
                      <a:pt x="853" y="658"/>
                    </a:cubicBezTo>
                    <a:cubicBezTo>
                      <a:pt x="863" y="658"/>
                      <a:pt x="863" y="647"/>
                      <a:pt x="863" y="647"/>
                    </a:cubicBezTo>
                    <a:cubicBezTo>
                      <a:pt x="914" y="495"/>
                      <a:pt x="822" y="282"/>
                      <a:pt x="670" y="90"/>
                    </a:cubicBezTo>
                    <a:cubicBezTo>
                      <a:pt x="623" y="27"/>
                      <a:pt x="554" y="1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8" name="Google Shape;55728;p67">
                <a:extLst>
                  <a:ext uri="{FF2B5EF4-FFF2-40B4-BE49-F238E27FC236}">
                    <a16:creationId xmlns:a16="http://schemas.microsoft.com/office/drawing/2014/main" id="{41330E3A-1F3D-1CA5-339F-44D864ECFB43}"/>
                  </a:ext>
                </a:extLst>
              </p:cNvPr>
              <p:cNvSpPr/>
              <p:nvPr/>
            </p:nvSpPr>
            <p:spPr>
              <a:xfrm>
                <a:off x="2218281" y="782051"/>
                <a:ext cx="15978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6" extrusionOk="0">
                    <a:moveTo>
                      <a:pt x="183" y="1"/>
                    </a:moveTo>
                    <a:cubicBezTo>
                      <a:pt x="132" y="1"/>
                      <a:pt x="71" y="41"/>
                      <a:pt x="41" y="82"/>
                    </a:cubicBezTo>
                    <a:cubicBezTo>
                      <a:pt x="41" y="82"/>
                      <a:pt x="30" y="82"/>
                      <a:pt x="30" y="92"/>
                    </a:cubicBezTo>
                    <a:cubicBezTo>
                      <a:pt x="0" y="174"/>
                      <a:pt x="21" y="295"/>
                      <a:pt x="102" y="305"/>
                    </a:cubicBezTo>
                    <a:cubicBezTo>
                      <a:pt x="132" y="305"/>
                      <a:pt x="152" y="316"/>
                      <a:pt x="172" y="316"/>
                    </a:cubicBezTo>
                    <a:cubicBezTo>
                      <a:pt x="203" y="316"/>
                      <a:pt x="233" y="305"/>
                      <a:pt x="254" y="305"/>
                    </a:cubicBezTo>
                    <a:cubicBezTo>
                      <a:pt x="274" y="255"/>
                      <a:pt x="294" y="214"/>
                      <a:pt x="335" y="174"/>
                    </a:cubicBezTo>
                    <a:cubicBezTo>
                      <a:pt x="325" y="133"/>
                      <a:pt x="294" y="82"/>
                      <a:pt x="254" y="41"/>
                    </a:cubicBezTo>
                    <a:cubicBezTo>
                      <a:pt x="244" y="1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9" name="Google Shape;55729;p67">
                <a:extLst>
                  <a:ext uri="{FF2B5EF4-FFF2-40B4-BE49-F238E27FC236}">
                    <a16:creationId xmlns:a16="http://schemas.microsoft.com/office/drawing/2014/main" id="{70840383-0EDD-5047-4521-317F3F9EF96D}"/>
                  </a:ext>
                </a:extLst>
              </p:cNvPr>
              <p:cNvSpPr/>
              <p:nvPr/>
            </p:nvSpPr>
            <p:spPr>
              <a:xfrm>
                <a:off x="2193097" y="800843"/>
                <a:ext cx="43593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4" h="801" extrusionOk="0">
                    <a:moveTo>
                      <a:pt x="461" y="0"/>
                    </a:moveTo>
                    <a:cubicBezTo>
                      <a:pt x="401" y="0"/>
                      <a:pt x="338" y="5"/>
                      <a:pt x="274" y="12"/>
                    </a:cubicBezTo>
                    <a:cubicBezTo>
                      <a:pt x="51" y="43"/>
                      <a:pt x="1" y="357"/>
                      <a:pt x="82" y="571"/>
                    </a:cubicBezTo>
                    <a:cubicBezTo>
                      <a:pt x="92" y="571"/>
                      <a:pt x="92" y="581"/>
                      <a:pt x="92" y="581"/>
                    </a:cubicBezTo>
                    <a:cubicBezTo>
                      <a:pt x="92" y="591"/>
                      <a:pt x="102" y="591"/>
                      <a:pt x="102" y="591"/>
                    </a:cubicBezTo>
                    <a:cubicBezTo>
                      <a:pt x="194" y="715"/>
                      <a:pt x="348" y="801"/>
                      <a:pt x="481" y="801"/>
                    </a:cubicBezTo>
                    <a:cubicBezTo>
                      <a:pt x="555" y="801"/>
                      <a:pt x="623" y="774"/>
                      <a:pt x="670" y="713"/>
                    </a:cubicBezTo>
                    <a:cubicBezTo>
                      <a:pt x="822" y="520"/>
                      <a:pt x="914" y="307"/>
                      <a:pt x="863" y="155"/>
                    </a:cubicBezTo>
                    <a:cubicBezTo>
                      <a:pt x="863" y="155"/>
                      <a:pt x="863" y="145"/>
                      <a:pt x="853" y="145"/>
                    </a:cubicBezTo>
                    <a:cubicBezTo>
                      <a:pt x="853" y="134"/>
                      <a:pt x="853" y="134"/>
                      <a:pt x="842" y="124"/>
                    </a:cubicBezTo>
                    <a:cubicBezTo>
                      <a:pt x="768" y="35"/>
                      <a:pt x="627" y="0"/>
                      <a:pt x="4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0" name="Google Shape;55730;p67">
                <a:extLst>
                  <a:ext uri="{FF2B5EF4-FFF2-40B4-BE49-F238E27FC236}">
                    <a16:creationId xmlns:a16="http://schemas.microsoft.com/office/drawing/2014/main" id="{9A5BEB98-AABD-7CEF-9078-925A82C06077}"/>
                  </a:ext>
                </a:extLst>
              </p:cNvPr>
              <p:cNvSpPr/>
              <p:nvPr/>
            </p:nvSpPr>
            <p:spPr>
              <a:xfrm>
                <a:off x="2218281" y="804802"/>
                <a:ext cx="15978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5" extrusionOk="0">
                    <a:moveTo>
                      <a:pt x="172" y="1"/>
                    </a:moveTo>
                    <a:cubicBezTo>
                      <a:pt x="152" y="1"/>
                      <a:pt x="132" y="1"/>
                      <a:pt x="102" y="11"/>
                    </a:cubicBezTo>
                    <a:cubicBezTo>
                      <a:pt x="21" y="21"/>
                      <a:pt x="0" y="143"/>
                      <a:pt x="30" y="224"/>
                    </a:cubicBezTo>
                    <a:lnTo>
                      <a:pt x="41" y="234"/>
                    </a:lnTo>
                    <a:cubicBezTo>
                      <a:pt x="71" y="274"/>
                      <a:pt x="132" y="315"/>
                      <a:pt x="183" y="315"/>
                    </a:cubicBezTo>
                    <a:cubicBezTo>
                      <a:pt x="213" y="315"/>
                      <a:pt x="244" y="305"/>
                      <a:pt x="254" y="274"/>
                    </a:cubicBezTo>
                    <a:cubicBezTo>
                      <a:pt x="294" y="234"/>
                      <a:pt x="325" y="183"/>
                      <a:pt x="335" y="143"/>
                    </a:cubicBezTo>
                    <a:cubicBezTo>
                      <a:pt x="294" y="102"/>
                      <a:pt x="274" y="62"/>
                      <a:pt x="254" y="11"/>
                    </a:cubicBezTo>
                    <a:cubicBezTo>
                      <a:pt x="233" y="11"/>
                      <a:pt x="203" y="1"/>
                      <a:pt x="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1" name="Google Shape;55731;p67">
                <a:extLst>
                  <a:ext uri="{FF2B5EF4-FFF2-40B4-BE49-F238E27FC236}">
                    <a16:creationId xmlns:a16="http://schemas.microsoft.com/office/drawing/2014/main" id="{DD90AC71-4BCE-0788-8A49-A323A10CDA32}"/>
                  </a:ext>
                </a:extLst>
              </p:cNvPr>
              <p:cNvSpPr/>
              <p:nvPr/>
            </p:nvSpPr>
            <p:spPr>
              <a:xfrm>
                <a:off x="2222144" y="814007"/>
                <a:ext cx="46503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884" extrusionOk="0">
                    <a:moveTo>
                      <a:pt x="467" y="0"/>
                    </a:moveTo>
                    <a:cubicBezTo>
                      <a:pt x="315" y="41"/>
                      <a:pt x="173" y="214"/>
                      <a:pt x="82" y="447"/>
                    </a:cubicBezTo>
                    <a:cubicBezTo>
                      <a:pt x="1" y="649"/>
                      <a:pt x="244" y="852"/>
                      <a:pt x="467" y="883"/>
                    </a:cubicBezTo>
                    <a:lnTo>
                      <a:pt x="508" y="883"/>
                    </a:lnTo>
                    <a:cubicBezTo>
                      <a:pt x="731" y="852"/>
                      <a:pt x="974" y="649"/>
                      <a:pt x="893" y="447"/>
                    </a:cubicBezTo>
                    <a:cubicBezTo>
                      <a:pt x="801" y="214"/>
                      <a:pt x="659" y="41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2" name="Google Shape;55732;p67">
                <a:extLst>
                  <a:ext uri="{FF2B5EF4-FFF2-40B4-BE49-F238E27FC236}">
                    <a16:creationId xmlns:a16="http://schemas.microsoft.com/office/drawing/2014/main" id="{C26B8C61-D2C2-EF2C-F25B-195AF83048BB}"/>
                  </a:ext>
                </a:extLst>
              </p:cNvPr>
              <p:cNvSpPr/>
              <p:nvPr/>
            </p:nvSpPr>
            <p:spPr>
              <a:xfrm>
                <a:off x="2236644" y="815915"/>
                <a:ext cx="17504" cy="1459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6" extrusionOk="0">
                    <a:moveTo>
                      <a:pt x="112" y="1"/>
                    </a:moveTo>
                    <a:cubicBezTo>
                      <a:pt x="82" y="32"/>
                      <a:pt x="51" y="82"/>
                      <a:pt x="31" y="133"/>
                    </a:cubicBezTo>
                    <a:cubicBezTo>
                      <a:pt x="1" y="214"/>
                      <a:pt x="92" y="295"/>
                      <a:pt x="173" y="305"/>
                    </a:cubicBezTo>
                    <a:lnTo>
                      <a:pt x="193" y="305"/>
                    </a:lnTo>
                    <a:cubicBezTo>
                      <a:pt x="274" y="295"/>
                      <a:pt x="366" y="214"/>
                      <a:pt x="335" y="133"/>
                    </a:cubicBezTo>
                    <a:cubicBezTo>
                      <a:pt x="315" y="82"/>
                      <a:pt x="285" y="32"/>
                      <a:pt x="254" y="1"/>
                    </a:cubicBezTo>
                    <a:cubicBezTo>
                      <a:pt x="234" y="11"/>
                      <a:pt x="204" y="11"/>
                      <a:pt x="183" y="11"/>
                    </a:cubicBezTo>
                    <a:cubicBezTo>
                      <a:pt x="163" y="11"/>
                      <a:pt x="132" y="11"/>
                      <a:pt x="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3" name="Google Shape;55733;p67">
                <a:extLst>
                  <a:ext uri="{FF2B5EF4-FFF2-40B4-BE49-F238E27FC236}">
                    <a16:creationId xmlns:a16="http://schemas.microsoft.com/office/drawing/2014/main" id="{0C5FC5AA-784C-15E7-EF23-D33E926DD9CE}"/>
                  </a:ext>
                </a:extLst>
              </p:cNvPr>
              <p:cNvSpPr/>
              <p:nvPr/>
            </p:nvSpPr>
            <p:spPr>
              <a:xfrm>
                <a:off x="2254100" y="800843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53" y="0"/>
                    </a:moveTo>
                    <a:cubicBezTo>
                      <a:pt x="286" y="0"/>
                      <a:pt x="145" y="35"/>
                      <a:pt x="71" y="124"/>
                    </a:cubicBezTo>
                    <a:cubicBezTo>
                      <a:pt x="61" y="134"/>
                      <a:pt x="61" y="134"/>
                      <a:pt x="61" y="145"/>
                    </a:cubicBezTo>
                    <a:cubicBezTo>
                      <a:pt x="50" y="145"/>
                      <a:pt x="50" y="155"/>
                      <a:pt x="50" y="155"/>
                    </a:cubicBezTo>
                    <a:cubicBezTo>
                      <a:pt x="0" y="307"/>
                      <a:pt x="91" y="520"/>
                      <a:pt x="233" y="713"/>
                    </a:cubicBezTo>
                    <a:cubicBezTo>
                      <a:pt x="284" y="774"/>
                      <a:pt x="354" y="801"/>
                      <a:pt x="430" y="801"/>
                    </a:cubicBezTo>
                    <a:cubicBezTo>
                      <a:pt x="566" y="801"/>
                      <a:pt x="720" y="715"/>
                      <a:pt x="811" y="591"/>
                    </a:cubicBezTo>
                    <a:cubicBezTo>
                      <a:pt x="811" y="591"/>
                      <a:pt x="821" y="591"/>
                      <a:pt x="821" y="581"/>
                    </a:cubicBezTo>
                    <a:cubicBezTo>
                      <a:pt x="821" y="581"/>
                      <a:pt x="821" y="571"/>
                      <a:pt x="832" y="571"/>
                    </a:cubicBezTo>
                    <a:cubicBezTo>
                      <a:pt x="913" y="357"/>
                      <a:pt x="862" y="43"/>
                      <a:pt x="639" y="12"/>
                    </a:cubicBezTo>
                    <a:cubicBezTo>
                      <a:pt x="575" y="5"/>
                      <a:pt x="512" y="0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4" name="Google Shape;55734;p67">
                <a:extLst>
                  <a:ext uri="{FF2B5EF4-FFF2-40B4-BE49-F238E27FC236}">
                    <a16:creationId xmlns:a16="http://schemas.microsoft.com/office/drawing/2014/main" id="{C51F304A-D9F7-D58D-056B-EA7CCFED24DF}"/>
                  </a:ext>
                </a:extLst>
              </p:cNvPr>
              <p:cNvSpPr/>
              <p:nvPr/>
            </p:nvSpPr>
            <p:spPr>
              <a:xfrm>
                <a:off x="2256485" y="804802"/>
                <a:ext cx="16026" cy="1502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5" extrusionOk="0">
                    <a:moveTo>
                      <a:pt x="163" y="1"/>
                    </a:moveTo>
                    <a:cubicBezTo>
                      <a:pt x="133" y="1"/>
                      <a:pt x="102" y="11"/>
                      <a:pt x="72" y="11"/>
                    </a:cubicBezTo>
                    <a:cubicBezTo>
                      <a:pt x="61" y="62"/>
                      <a:pt x="41" y="102"/>
                      <a:pt x="0" y="143"/>
                    </a:cubicBezTo>
                    <a:cubicBezTo>
                      <a:pt x="11" y="183"/>
                      <a:pt x="41" y="234"/>
                      <a:pt x="72" y="274"/>
                    </a:cubicBezTo>
                    <a:cubicBezTo>
                      <a:pt x="92" y="305"/>
                      <a:pt x="122" y="315"/>
                      <a:pt x="153" y="315"/>
                    </a:cubicBezTo>
                    <a:cubicBezTo>
                      <a:pt x="203" y="315"/>
                      <a:pt x="264" y="274"/>
                      <a:pt x="295" y="234"/>
                    </a:cubicBezTo>
                    <a:lnTo>
                      <a:pt x="305" y="224"/>
                    </a:lnTo>
                    <a:cubicBezTo>
                      <a:pt x="335" y="143"/>
                      <a:pt x="315" y="21"/>
                      <a:pt x="234" y="11"/>
                    </a:cubicBezTo>
                    <a:cubicBezTo>
                      <a:pt x="203" y="1"/>
                      <a:pt x="183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5" name="Google Shape;55735;p67">
                <a:extLst>
                  <a:ext uri="{FF2B5EF4-FFF2-40B4-BE49-F238E27FC236}">
                    <a16:creationId xmlns:a16="http://schemas.microsoft.com/office/drawing/2014/main" id="{C6805B66-44B6-B485-5F25-B19C50AE6D3F}"/>
                  </a:ext>
                </a:extLst>
              </p:cNvPr>
              <p:cNvSpPr/>
              <p:nvPr/>
            </p:nvSpPr>
            <p:spPr>
              <a:xfrm>
                <a:off x="2254100" y="762830"/>
                <a:ext cx="43546" cy="3820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1" extrusionOk="0">
                    <a:moveTo>
                      <a:pt x="432" y="1"/>
                    </a:moveTo>
                    <a:cubicBezTo>
                      <a:pt x="355" y="1"/>
                      <a:pt x="284" y="27"/>
                      <a:pt x="233" y="90"/>
                    </a:cubicBezTo>
                    <a:cubicBezTo>
                      <a:pt x="91" y="282"/>
                      <a:pt x="0" y="495"/>
                      <a:pt x="50" y="647"/>
                    </a:cubicBezTo>
                    <a:cubicBezTo>
                      <a:pt x="50" y="647"/>
                      <a:pt x="50" y="658"/>
                      <a:pt x="61" y="658"/>
                    </a:cubicBezTo>
                    <a:cubicBezTo>
                      <a:pt x="61" y="667"/>
                      <a:pt x="61" y="667"/>
                      <a:pt x="71" y="667"/>
                    </a:cubicBezTo>
                    <a:cubicBezTo>
                      <a:pt x="148" y="760"/>
                      <a:pt x="296" y="800"/>
                      <a:pt x="471" y="800"/>
                    </a:cubicBezTo>
                    <a:cubicBezTo>
                      <a:pt x="525" y="800"/>
                      <a:pt x="581" y="797"/>
                      <a:pt x="639" y="789"/>
                    </a:cubicBezTo>
                    <a:cubicBezTo>
                      <a:pt x="862" y="759"/>
                      <a:pt x="913" y="444"/>
                      <a:pt x="832" y="232"/>
                    </a:cubicBezTo>
                    <a:cubicBezTo>
                      <a:pt x="821" y="232"/>
                      <a:pt x="821" y="221"/>
                      <a:pt x="821" y="221"/>
                    </a:cubicBezTo>
                    <a:cubicBezTo>
                      <a:pt x="821" y="211"/>
                      <a:pt x="811" y="211"/>
                      <a:pt x="811" y="201"/>
                    </a:cubicBezTo>
                    <a:cubicBezTo>
                      <a:pt x="721" y="84"/>
                      <a:pt x="568" y="1"/>
                      <a:pt x="4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6" name="Google Shape;55736;p67">
                <a:extLst>
                  <a:ext uri="{FF2B5EF4-FFF2-40B4-BE49-F238E27FC236}">
                    <a16:creationId xmlns:a16="http://schemas.microsoft.com/office/drawing/2014/main" id="{B430614B-BA05-3880-D8DA-12BE5810987D}"/>
                  </a:ext>
                </a:extLst>
              </p:cNvPr>
              <p:cNvSpPr/>
              <p:nvPr/>
            </p:nvSpPr>
            <p:spPr>
              <a:xfrm>
                <a:off x="2256485" y="782051"/>
                <a:ext cx="16026" cy="1507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6" extrusionOk="0">
                    <a:moveTo>
                      <a:pt x="153" y="1"/>
                    </a:moveTo>
                    <a:cubicBezTo>
                      <a:pt x="122" y="1"/>
                      <a:pt x="92" y="11"/>
                      <a:pt x="72" y="41"/>
                    </a:cubicBezTo>
                    <a:cubicBezTo>
                      <a:pt x="41" y="82"/>
                      <a:pt x="11" y="133"/>
                      <a:pt x="0" y="174"/>
                    </a:cubicBezTo>
                    <a:cubicBezTo>
                      <a:pt x="41" y="214"/>
                      <a:pt x="61" y="255"/>
                      <a:pt x="72" y="305"/>
                    </a:cubicBezTo>
                    <a:cubicBezTo>
                      <a:pt x="102" y="305"/>
                      <a:pt x="133" y="316"/>
                      <a:pt x="163" y="316"/>
                    </a:cubicBezTo>
                    <a:cubicBezTo>
                      <a:pt x="183" y="316"/>
                      <a:pt x="203" y="305"/>
                      <a:pt x="234" y="305"/>
                    </a:cubicBezTo>
                    <a:cubicBezTo>
                      <a:pt x="315" y="295"/>
                      <a:pt x="335" y="174"/>
                      <a:pt x="305" y="92"/>
                    </a:cubicBezTo>
                    <a:cubicBezTo>
                      <a:pt x="305" y="82"/>
                      <a:pt x="295" y="82"/>
                      <a:pt x="295" y="82"/>
                    </a:cubicBezTo>
                    <a:cubicBezTo>
                      <a:pt x="264" y="41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7" name="Google Shape;55737;p67">
                <a:extLst>
                  <a:ext uri="{FF2B5EF4-FFF2-40B4-BE49-F238E27FC236}">
                    <a16:creationId xmlns:a16="http://schemas.microsoft.com/office/drawing/2014/main" id="{251633E8-33EA-9B4F-F0A1-3B58F2185415}"/>
                  </a:ext>
                </a:extLst>
              </p:cNvPr>
              <p:cNvSpPr/>
              <p:nvPr/>
            </p:nvSpPr>
            <p:spPr>
              <a:xfrm>
                <a:off x="2229871" y="785485"/>
                <a:ext cx="31049" cy="31002"/>
              </a:xfrm>
              <a:custGeom>
                <a:avLst/>
                <a:gdLst/>
                <a:ahLst/>
                <a:cxnLst/>
                <a:rect l="l" t="t" r="r" b="b"/>
                <a:pathLst>
                  <a:path w="651" h="650" extrusionOk="0">
                    <a:moveTo>
                      <a:pt x="325" y="0"/>
                    </a:moveTo>
                    <a:cubicBezTo>
                      <a:pt x="143" y="0"/>
                      <a:pt x="1" y="142"/>
                      <a:pt x="1" y="325"/>
                    </a:cubicBezTo>
                    <a:cubicBezTo>
                      <a:pt x="1" y="507"/>
                      <a:pt x="143" y="649"/>
                      <a:pt x="325" y="649"/>
                    </a:cubicBezTo>
                    <a:cubicBezTo>
                      <a:pt x="508" y="649"/>
                      <a:pt x="650" y="507"/>
                      <a:pt x="650" y="325"/>
                    </a:cubicBezTo>
                    <a:cubicBezTo>
                      <a:pt x="650" y="142"/>
                      <a:pt x="508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8" name="Google Shape;55738;p67">
                <a:extLst>
                  <a:ext uri="{FF2B5EF4-FFF2-40B4-BE49-F238E27FC236}">
                    <a16:creationId xmlns:a16="http://schemas.microsoft.com/office/drawing/2014/main" id="{0A24E932-D234-D3EB-8DDC-24BD0DFF0C4B}"/>
                  </a:ext>
                </a:extLst>
              </p:cNvPr>
              <p:cNvSpPr/>
              <p:nvPr/>
            </p:nvSpPr>
            <p:spPr>
              <a:xfrm>
                <a:off x="2239076" y="794643"/>
                <a:ext cx="12591" cy="12639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5" extrusionOk="0">
                    <a:moveTo>
                      <a:pt x="132" y="0"/>
                    </a:moveTo>
                    <a:cubicBezTo>
                      <a:pt x="61" y="0"/>
                      <a:pt x="0" y="61"/>
                      <a:pt x="0" y="133"/>
                    </a:cubicBezTo>
                    <a:cubicBezTo>
                      <a:pt x="0" y="203"/>
                      <a:pt x="61" y="264"/>
                      <a:pt x="132" y="264"/>
                    </a:cubicBezTo>
                    <a:cubicBezTo>
                      <a:pt x="203" y="264"/>
                      <a:pt x="264" y="203"/>
                      <a:pt x="264" y="133"/>
                    </a:cubicBezTo>
                    <a:cubicBezTo>
                      <a:pt x="264" y="61"/>
                      <a:pt x="203" y="0"/>
                      <a:pt x="1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39" name="Google Shape;55739;p67">
              <a:extLst>
                <a:ext uri="{FF2B5EF4-FFF2-40B4-BE49-F238E27FC236}">
                  <a16:creationId xmlns:a16="http://schemas.microsoft.com/office/drawing/2014/main" id="{73D3BD4D-DA7C-EEAE-A261-9A8F86B88E83}"/>
                </a:ext>
              </a:extLst>
            </p:cNvPr>
            <p:cNvGrpSpPr/>
            <p:nvPr/>
          </p:nvGrpSpPr>
          <p:grpSpPr>
            <a:xfrm>
              <a:off x="4403050" y="4512591"/>
              <a:ext cx="337864" cy="328974"/>
              <a:chOff x="2070280" y="1284575"/>
              <a:chExt cx="56090" cy="54611"/>
            </a:xfrm>
          </p:grpSpPr>
          <p:sp>
            <p:nvSpPr>
              <p:cNvPr id="55740" name="Google Shape;55740;p67">
                <a:extLst>
                  <a:ext uri="{FF2B5EF4-FFF2-40B4-BE49-F238E27FC236}">
                    <a16:creationId xmlns:a16="http://schemas.microsoft.com/office/drawing/2014/main" id="{A88372E7-DAD8-07EA-4F79-AC18A160BA51}"/>
                  </a:ext>
                </a:extLst>
              </p:cNvPr>
              <p:cNvSpPr/>
              <p:nvPr/>
            </p:nvSpPr>
            <p:spPr>
              <a:xfrm>
                <a:off x="2100710" y="1288916"/>
                <a:ext cx="21844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2" extrusionOk="0">
                    <a:moveTo>
                      <a:pt x="194" y="0"/>
                    </a:moveTo>
                    <a:cubicBezTo>
                      <a:pt x="135" y="0"/>
                      <a:pt x="82" y="23"/>
                      <a:pt x="61" y="76"/>
                    </a:cubicBezTo>
                    <a:cubicBezTo>
                      <a:pt x="11" y="187"/>
                      <a:pt x="0" y="308"/>
                      <a:pt x="41" y="369"/>
                    </a:cubicBezTo>
                    <a:cubicBezTo>
                      <a:pt x="41" y="380"/>
                      <a:pt x="51" y="380"/>
                      <a:pt x="51" y="380"/>
                    </a:cubicBezTo>
                    <a:lnTo>
                      <a:pt x="51" y="390"/>
                    </a:lnTo>
                    <a:cubicBezTo>
                      <a:pt x="77" y="404"/>
                      <a:pt x="110" y="411"/>
                      <a:pt x="147" y="411"/>
                    </a:cubicBezTo>
                    <a:cubicBezTo>
                      <a:pt x="210" y="411"/>
                      <a:pt x="285" y="391"/>
                      <a:pt x="356" y="360"/>
                    </a:cubicBezTo>
                    <a:cubicBezTo>
                      <a:pt x="457" y="319"/>
                      <a:pt x="446" y="157"/>
                      <a:pt x="365" y="65"/>
                    </a:cubicBezTo>
                    <a:lnTo>
                      <a:pt x="365" y="55"/>
                    </a:lnTo>
                    <a:lnTo>
                      <a:pt x="356" y="55"/>
                    </a:lnTo>
                    <a:cubicBezTo>
                      <a:pt x="311" y="21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1" name="Google Shape;55741;p67">
                <a:extLst>
                  <a:ext uri="{FF2B5EF4-FFF2-40B4-BE49-F238E27FC236}">
                    <a16:creationId xmlns:a16="http://schemas.microsoft.com/office/drawing/2014/main" id="{6175E031-50F7-7E24-FD63-AC64BB0C4D49}"/>
                  </a:ext>
                </a:extLst>
              </p:cNvPr>
              <p:cNvSpPr/>
              <p:nvPr/>
            </p:nvSpPr>
            <p:spPr>
              <a:xfrm>
                <a:off x="2102141" y="1300220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72" y="1"/>
                    </a:moveTo>
                    <a:cubicBezTo>
                      <a:pt x="51" y="1"/>
                      <a:pt x="31" y="1"/>
                      <a:pt x="21" y="31"/>
                    </a:cubicBezTo>
                    <a:cubicBezTo>
                      <a:pt x="11" y="51"/>
                      <a:pt x="1" y="82"/>
                      <a:pt x="11" y="102"/>
                    </a:cubicBezTo>
                    <a:lnTo>
                      <a:pt x="31" y="123"/>
                    </a:lnTo>
                    <a:lnTo>
                      <a:pt x="62" y="153"/>
                    </a:lnTo>
                    <a:cubicBezTo>
                      <a:pt x="82" y="153"/>
                      <a:pt x="112" y="153"/>
                      <a:pt x="132" y="132"/>
                    </a:cubicBezTo>
                    <a:cubicBezTo>
                      <a:pt x="173" y="123"/>
                      <a:pt x="173" y="62"/>
                      <a:pt x="143" y="21"/>
                    </a:cubicBezTo>
                    <a:cubicBezTo>
                      <a:pt x="123" y="1"/>
                      <a:pt x="92" y="1"/>
                      <a:pt x="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2" name="Google Shape;55742;p67">
                <a:extLst>
                  <a:ext uri="{FF2B5EF4-FFF2-40B4-BE49-F238E27FC236}">
                    <a16:creationId xmlns:a16="http://schemas.microsoft.com/office/drawing/2014/main" id="{28D68CCA-72B6-EE25-814D-BF42497F0CEC}"/>
                  </a:ext>
                </a:extLst>
              </p:cNvPr>
              <p:cNvSpPr/>
              <p:nvPr/>
            </p:nvSpPr>
            <p:spPr>
              <a:xfrm>
                <a:off x="2080869" y="1284575"/>
                <a:ext cx="22703" cy="20986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0" extrusionOk="0">
                    <a:moveTo>
                      <a:pt x="260" y="0"/>
                    </a:moveTo>
                    <a:cubicBezTo>
                      <a:pt x="245" y="0"/>
                      <a:pt x="229" y="2"/>
                      <a:pt x="213" y="4"/>
                    </a:cubicBezTo>
                    <a:lnTo>
                      <a:pt x="204" y="4"/>
                    </a:lnTo>
                    <a:cubicBezTo>
                      <a:pt x="92" y="55"/>
                      <a:pt x="1" y="176"/>
                      <a:pt x="71" y="278"/>
                    </a:cubicBezTo>
                    <a:cubicBezTo>
                      <a:pt x="143" y="369"/>
                      <a:pt x="234" y="440"/>
                      <a:pt x="325" y="440"/>
                    </a:cubicBezTo>
                    <a:lnTo>
                      <a:pt x="335" y="430"/>
                    </a:lnTo>
                    <a:cubicBezTo>
                      <a:pt x="406" y="399"/>
                      <a:pt x="457" y="288"/>
                      <a:pt x="467" y="167"/>
                    </a:cubicBezTo>
                    <a:cubicBezTo>
                      <a:pt x="476" y="60"/>
                      <a:pt x="369" y="0"/>
                      <a:pt x="2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3" name="Google Shape;55743;p67">
                <a:extLst>
                  <a:ext uri="{FF2B5EF4-FFF2-40B4-BE49-F238E27FC236}">
                    <a16:creationId xmlns:a16="http://schemas.microsoft.com/office/drawing/2014/main" id="{FC2182BF-FF5D-85B0-C556-74EE3CB0E589}"/>
                  </a:ext>
                </a:extLst>
              </p:cNvPr>
              <p:cNvSpPr/>
              <p:nvPr/>
            </p:nvSpPr>
            <p:spPr>
              <a:xfrm>
                <a:off x="2090551" y="1297310"/>
                <a:ext cx="8776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4" extrusionOk="0">
                    <a:moveTo>
                      <a:pt x="71" y="1"/>
                    </a:moveTo>
                    <a:cubicBezTo>
                      <a:pt x="31" y="21"/>
                      <a:pt x="1" y="72"/>
                      <a:pt x="31" y="102"/>
                    </a:cubicBezTo>
                    <a:cubicBezTo>
                      <a:pt x="41" y="132"/>
                      <a:pt x="61" y="153"/>
                      <a:pt x="82" y="163"/>
                    </a:cubicBezTo>
                    <a:cubicBezTo>
                      <a:pt x="102" y="143"/>
                      <a:pt x="132" y="143"/>
                      <a:pt x="152" y="143"/>
                    </a:cubicBezTo>
                    <a:cubicBezTo>
                      <a:pt x="163" y="123"/>
                      <a:pt x="173" y="92"/>
                      <a:pt x="183" y="62"/>
                    </a:cubicBezTo>
                    <a:cubicBezTo>
                      <a:pt x="183" y="21"/>
                      <a:pt x="14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4" name="Google Shape;55744;p67">
                <a:extLst>
                  <a:ext uri="{FF2B5EF4-FFF2-40B4-BE49-F238E27FC236}">
                    <a16:creationId xmlns:a16="http://schemas.microsoft.com/office/drawing/2014/main" id="{04F1C534-7A90-A898-C477-B3F8B3620ABF}"/>
                  </a:ext>
                </a:extLst>
              </p:cNvPr>
              <p:cNvSpPr/>
              <p:nvPr/>
            </p:nvSpPr>
            <p:spPr>
              <a:xfrm>
                <a:off x="2070280" y="1296881"/>
                <a:ext cx="21749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8" extrusionOk="0">
                    <a:moveTo>
                      <a:pt x="218" y="0"/>
                    </a:moveTo>
                    <a:cubicBezTo>
                      <a:pt x="138" y="0"/>
                      <a:pt x="51" y="75"/>
                      <a:pt x="20" y="162"/>
                    </a:cubicBezTo>
                    <a:lnTo>
                      <a:pt x="9" y="172"/>
                    </a:lnTo>
                    <a:cubicBezTo>
                      <a:pt x="0" y="286"/>
                      <a:pt x="61" y="418"/>
                      <a:pt x="161" y="418"/>
                    </a:cubicBezTo>
                    <a:cubicBezTo>
                      <a:pt x="168" y="418"/>
                      <a:pt x="175" y="417"/>
                      <a:pt x="182" y="416"/>
                    </a:cubicBezTo>
                    <a:cubicBezTo>
                      <a:pt x="304" y="405"/>
                      <a:pt x="415" y="355"/>
                      <a:pt x="446" y="283"/>
                    </a:cubicBezTo>
                    <a:lnTo>
                      <a:pt x="456" y="274"/>
                    </a:lnTo>
                    <a:cubicBezTo>
                      <a:pt x="456" y="193"/>
                      <a:pt x="385" y="101"/>
                      <a:pt x="284" y="20"/>
                    </a:cubicBezTo>
                    <a:cubicBezTo>
                      <a:pt x="263" y="6"/>
                      <a:pt x="241" y="0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5" name="Google Shape;55745;p67">
                <a:extLst>
                  <a:ext uri="{FF2B5EF4-FFF2-40B4-BE49-F238E27FC236}">
                    <a16:creationId xmlns:a16="http://schemas.microsoft.com/office/drawing/2014/main" id="{4798057A-C5D5-99BB-1E58-EF1D7A04E843}"/>
                  </a:ext>
                </a:extLst>
              </p:cNvPr>
              <p:cNvSpPr/>
              <p:nvPr/>
            </p:nvSpPr>
            <p:spPr>
              <a:xfrm>
                <a:off x="2083254" y="1305085"/>
                <a:ext cx="8299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63" extrusionOk="0">
                    <a:moveTo>
                      <a:pt x="93" y="0"/>
                    </a:moveTo>
                    <a:cubicBezTo>
                      <a:pt x="62" y="0"/>
                      <a:pt x="21" y="30"/>
                      <a:pt x="12" y="61"/>
                    </a:cubicBezTo>
                    <a:cubicBezTo>
                      <a:pt x="1" y="111"/>
                      <a:pt x="32" y="163"/>
                      <a:pt x="72" y="163"/>
                    </a:cubicBezTo>
                    <a:cubicBezTo>
                      <a:pt x="102" y="163"/>
                      <a:pt x="133" y="152"/>
                      <a:pt x="154" y="142"/>
                    </a:cubicBezTo>
                    <a:cubicBezTo>
                      <a:pt x="154" y="111"/>
                      <a:pt x="154" y="91"/>
                      <a:pt x="174" y="61"/>
                    </a:cubicBezTo>
                    <a:cubicBezTo>
                      <a:pt x="154" y="41"/>
                      <a:pt x="143" y="21"/>
                      <a:pt x="113" y="10"/>
                    </a:cubicBezTo>
                    <a:cubicBezTo>
                      <a:pt x="102" y="0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6" name="Google Shape;55746;p67">
                <a:extLst>
                  <a:ext uri="{FF2B5EF4-FFF2-40B4-BE49-F238E27FC236}">
                    <a16:creationId xmlns:a16="http://schemas.microsoft.com/office/drawing/2014/main" id="{34D8392E-39BC-E0DE-3D86-D2230878C74A}"/>
                  </a:ext>
                </a:extLst>
              </p:cNvPr>
              <p:cNvSpPr/>
              <p:nvPr/>
            </p:nvSpPr>
            <p:spPr>
              <a:xfrm>
                <a:off x="2074096" y="1315148"/>
                <a:ext cx="21797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311" y="1"/>
                    </a:moveTo>
                    <a:cubicBezTo>
                      <a:pt x="247" y="1"/>
                      <a:pt x="173" y="21"/>
                      <a:pt x="102" y="53"/>
                    </a:cubicBezTo>
                    <a:cubicBezTo>
                      <a:pt x="1" y="94"/>
                      <a:pt x="10" y="256"/>
                      <a:pt x="92" y="347"/>
                    </a:cubicBezTo>
                    <a:lnTo>
                      <a:pt x="92" y="357"/>
                    </a:lnTo>
                    <a:lnTo>
                      <a:pt x="102" y="357"/>
                    </a:lnTo>
                    <a:cubicBezTo>
                      <a:pt x="146" y="392"/>
                      <a:pt x="207" y="412"/>
                      <a:pt x="263" y="412"/>
                    </a:cubicBezTo>
                    <a:cubicBezTo>
                      <a:pt x="322" y="412"/>
                      <a:pt x="375" y="389"/>
                      <a:pt x="396" y="337"/>
                    </a:cubicBezTo>
                    <a:cubicBezTo>
                      <a:pt x="447" y="225"/>
                      <a:pt x="457" y="103"/>
                      <a:pt x="416" y="42"/>
                    </a:cubicBezTo>
                    <a:cubicBezTo>
                      <a:pt x="416" y="33"/>
                      <a:pt x="406" y="33"/>
                      <a:pt x="406" y="33"/>
                    </a:cubicBezTo>
                    <a:lnTo>
                      <a:pt x="406" y="22"/>
                    </a:lnTo>
                    <a:cubicBezTo>
                      <a:pt x="380" y="7"/>
                      <a:pt x="347" y="1"/>
                      <a:pt x="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7" name="Google Shape;55747;p67">
                <a:extLst>
                  <a:ext uri="{FF2B5EF4-FFF2-40B4-BE49-F238E27FC236}">
                    <a16:creationId xmlns:a16="http://schemas.microsoft.com/office/drawing/2014/main" id="{A8D5EF90-0452-DE6F-9458-76A345D24E8E}"/>
                  </a:ext>
                </a:extLst>
              </p:cNvPr>
              <p:cNvSpPr/>
              <p:nvPr/>
            </p:nvSpPr>
            <p:spPr>
              <a:xfrm>
                <a:off x="2086163" y="1316198"/>
                <a:ext cx="8299" cy="7297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3" extrusionOk="0">
                    <a:moveTo>
                      <a:pt x="113" y="0"/>
                    </a:moveTo>
                    <a:cubicBezTo>
                      <a:pt x="93" y="0"/>
                      <a:pt x="62" y="0"/>
                      <a:pt x="41" y="20"/>
                    </a:cubicBezTo>
                    <a:cubicBezTo>
                      <a:pt x="1" y="31"/>
                      <a:pt x="1" y="92"/>
                      <a:pt x="32" y="132"/>
                    </a:cubicBezTo>
                    <a:cubicBezTo>
                      <a:pt x="52" y="153"/>
                      <a:pt x="82" y="153"/>
                      <a:pt x="102" y="153"/>
                    </a:cubicBezTo>
                    <a:cubicBezTo>
                      <a:pt x="123" y="153"/>
                      <a:pt x="143" y="153"/>
                      <a:pt x="153" y="122"/>
                    </a:cubicBezTo>
                    <a:cubicBezTo>
                      <a:pt x="163" y="102"/>
                      <a:pt x="174" y="72"/>
                      <a:pt x="163" y="51"/>
                    </a:cubicBezTo>
                    <a:lnTo>
                      <a:pt x="143" y="3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8" name="Google Shape;55748;p67">
                <a:extLst>
                  <a:ext uri="{FF2B5EF4-FFF2-40B4-BE49-F238E27FC236}">
                    <a16:creationId xmlns:a16="http://schemas.microsoft.com/office/drawing/2014/main" id="{A1FD695D-D64D-D1C2-0CD8-67E6146EBCD8}"/>
                  </a:ext>
                </a:extLst>
              </p:cNvPr>
              <p:cNvSpPr/>
              <p:nvPr/>
            </p:nvSpPr>
            <p:spPr>
              <a:xfrm>
                <a:off x="2093031" y="1318106"/>
                <a:ext cx="22703" cy="2108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42" extrusionOk="0">
                    <a:moveTo>
                      <a:pt x="151" y="1"/>
                    </a:moveTo>
                    <a:lnTo>
                      <a:pt x="141" y="11"/>
                    </a:lnTo>
                    <a:cubicBezTo>
                      <a:pt x="70" y="41"/>
                      <a:pt x="19" y="153"/>
                      <a:pt x="9" y="275"/>
                    </a:cubicBezTo>
                    <a:cubicBezTo>
                      <a:pt x="0" y="381"/>
                      <a:pt x="107" y="441"/>
                      <a:pt x="216" y="441"/>
                    </a:cubicBezTo>
                    <a:cubicBezTo>
                      <a:pt x="231" y="441"/>
                      <a:pt x="247" y="440"/>
                      <a:pt x="263" y="437"/>
                    </a:cubicBezTo>
                    <a:lnTo>
                      <a:pt x="273" y="437"/>
                    </a:lnTo>
                    <a:cubicBezTo>
                      <a:pt x="384" y="386"/>
                      <a:pt x="476" y="264"/>
                      <a:pt x="405" y="163"/>
                    </a:cubicBezTo>
                    <a:cubicBezTo>
                      <a:pt x="334" y="72"/>
                      <a:pt x="242" y="1"/>
                      <a:pt x="1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9" name="Google Shape;55749;p67">
                <a:extLst>
                  <a:ext uri="{FF2B5EF4-FFF2-40B4-BE49-F238E27FC236}">
                    <a16:creationId xmlns:a16="http://schemas.microsoft.com/office/drawing/2014/main" id="{82A1807E-7494-56CD-C5E6-D08771539236}"/>
                  </a:ext>
                </a:extLst>
              </p:cNvPr>
              <p:cNvSpPr/>
              <p:nvPr/>
            </p:nvSpPr>
            <p:spPr>
              <a:xfrm>
                <a:off x="2097324" y="1318630"/>
                <a:ext cx="8776" cy="77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3" extrusionOk="0">
                    <a:moveTo>
                      <a:pt x="102" y="0"/>
                    </a:moveTo>
                    <a:cubicBezTo>
                      <a:pt x="82" y="21"/>
                      <a:pt x="51" y="21"/>
                      <a:pt x="31" y="21"/>
                    </a:cubicBezTo>
                    <a:cubicBezTo>
                      <a:pt x="21" y="41"/>
                      <a:pt x="10" y="71"/>
                      <a:pt x="1" y="102"/>
                    </a:cubicBezTo>
                    <a:cubicBezTo>
                      <a:pt x="1" y="142"/>
                      <a:pt x="41" y="163"/>
                      <a:pt x="91" y="163"/>
                    </a:cubicBezTo>
                    <a:lnTo>
                      <a:pt x="112" y="163"/>
                    </a:lnTo>
                    <a:cubicBezTo>
                      <a:pt x="152" y="142"/>
                      <a:pt x="183" y="91"/>
                      <a:pt x="163" y="61"/>
                    </a:cubicBezTo>
                    <a:cubicBezTo>
                      <a:pt x="143" y="30"/>
                      <a:pt x="122" y="10"/>
                      <a:pt x="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0" name="Google Shape;55750;p67">
                <a:extLst>
                  <a:ext uri="{FF2B5EF4-FFF2-40B4-BE49-F238E27FC236}">
                    <a16:creationId xmlns:a16="http://schemas.microsoft.com/office/drawing/2014/main" id="{2984B7C7-A74C-C05E-6E7B-B60E425C4673}"/>
                  </a:ext>
                </a:extLst>
              </p:cNvPr>
              <p:cNvSpPr/>
              <p:nvPr/>
            </p:nvSpPr>
            <p:spPr>
              <a:xfrm>
                <a:off x="2104574" y="1306897"/>
                <a:ext cx="21797" cy="1993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8" extrusionOk="0">
                    <a:moveTo>
                      <a:pt x="296" y="1"/>
                    </a:moveTo>
                    <a:cubicBezTo>
                      <a:pt x="289" y="1"/>
                      <a:pt x="282" y="1"/>
                      <a:pt x="275" y="3"/>
                    </a:cubicBezTo>
                    <a:cubicBezTo>
                      <a:pt x="153" y="13"/>
                      <a:pt x="41" y="64"/>
                      <a:pt x="11" y="134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226"/>
                      <a:pt x="72" y="317"/>
                      <a:pt x="173" y="398"/>
                    </a:cubicBezTo>
                    <a:cubicBezTo>
                      <a:pt x="193" y="411"/>
                      <a:pt x="215" y="418"/>
                      <a:pt x="238" y="418"/>
                    </a:cubicBezTo>
                    <a:cubicBezTo>
                      <a:pt x="318" y="418"/>
                      <a:pt x="405" y="343"/>
                      <a:pt x="437" y="256"/>
                    </a:cubicBezTo>
                    <a:lnTo>
                      <a:pt x="447" y="256"/>
                    </a:lnTo>
                    <a:lnTo>
                      <a:pt x="447" y="246"/>
                    </a:lnTo>
                    <a:cubicBezTo>
                      <a:pt x="456" y="132"/>
                      <a:pt x="395" y="1"/>
                      <a:pt x="2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1" name="Google Shape;55751;p67">
                <a:extLst>
                  <a:ext uri="{FF2B5EF4-FFF2-40B4-BE49-F238E27FC236}">
                    <a16:creationId xmlns:a16="http://schemas.microsoft.com/office/drawing/2014/main" id="{65325B8D-2397-C53F-1639-D56FBD0B94CC}"/>
                  </a:ext>
                </a:extLst>
              </p:cNvPr>
              <p:cNvSpPr/>
              <p:nvPr/>
            </p:nvSpPr>
            <p:spPr>
              <a:xfrm>
                <a:off x="2105051" y="1310856"/>
                <a:ext cx="8251" cy="782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4" extrusionOk="0">
                    <a:moveTo>
                      <a:pt x="102" y="1"/>
                    </a:moveTo>
                    <a:cubicBezTo>
                      <a:pt x="71" y="1"/>
                      <a:pt x="41" y="11"/>
                      <a:pt x="21" y="21"/>
                    </a:cubicBezTo>
                    <a:cubicBezTo>
                      <a:pt x="21" y="51"/>
                      <a:pt x="21" y="72"/>
                      <a:pt x="1" y="102"/>
                    </a:cubicBezTo>
                    <a:cubicBezTo>
                      <a:pt x="21" y="123"/>
                      <a:pt x="31" y="132"/>
                      <a:pt x="62" y="153"/>
                    </a:cubicBezTo>
                    <a:cubicBezTo>
                      <a:pt x="71" y="163"/>
                      <a:pt x="82" y="163"/>
                      <a:pt x="92" y="163"/>
                    </a:cubicBezTo>
                    <a:cubicBezTo>
                      <a:pt x="123" y="163"/>
                      <a:pt x="153" y="132"/>
                      <a:pt x="163" y="102"/>
                    </a:cubicBezTo>
                    <a:cubicBezTo>
                      <a:pt x="173" y="51"/>
                      <a:pt x="143" y="1"/>
                      <a:pt x="1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2" name="Google Shape;55752;p67">
                <a:extLst>
                  <a:ext uri="{FF2B5EF4-FFF2-40B4-BE49-F238E27FC236}">
                    <a16:creationId xmlns:a16="http://schemas.microsoft.com/office/drawing/2014/main" id="{EABC52F4-C622-ECF0-5FDB-266C1232C1DA}"/>
                  </a:ext>
                </a:extLst>
              </p:cNvPr>
              <p:cNvSpPr/>
              <p:nvPr/>
            </p:nvSpPr>
            <p:spPr>
              <a:xfrm>
                <a:off x="2089597" y="1303940"/>
                <a:ext cx="17456" cy="15882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3" extrusionOk="0">
                    <a:moveTo>
                      <a:pt x="186" y="0"/>
                    </a:moveTo>
                    <a:cubicBezTo>
                      <a:pt x="143" y="0"/>
                      <a:pt x="98" y="18"/>
                      <a:pt x="61" y="54"/>
                    </a:cubicBezTo>
                    <a:cubicBezTo>
                      <a:pt x="0" y="115"/>
                      <a:pt x="0" y="217"/>
                      <a:pt x="71" y="288"/>
                    </a:cubicBezTo>
                    <a:cubicBezTo>
                      <a:pt x="100" y="317"/>
                      <a:pt x="139" y="332"/>
                      <a:pt x="179" y="332"/>
                    </a:cubicBezTo>
                    <a:cubicBezTo>
                      <a:pt x="222" y="332"/>
                      <a:pt x="267" y="315"/>
                      <a:pt x="305" y="277"/>
                    </a:cubicBezTo>
                    <a:cubicBezTo>
                      <a:pt x="365" y="217"/>
                      <a:pt x="365" y="115"/>
                      <a:pt x="294" y="45"/>
                    </a:cubicBezTo>
                    <a:cubicBezTo>
                      <a:pt x="265" y="15"/>
                      <a:pt x="226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3" name="Google Shape;55753;p67">
                <a:extLst>
                  <a:ext uri="{FF2B5EF4-FFF2-40B4-BE49-F238E27FC236}">
                    <a16:creationId xmlns:a16="http://schemas.microsoft.com/office/drawing/2014/main" id="{687E0632-1CC6-6970-F5D1-55027204E3EB}"/>
                  </a:ext>
                </a:extLst>
              </p:cNvPr>
              <p:cNvSpPr/>
              <p:nvPr/>
            </p:nvSpPr>
            <p:spPr>
              <a:xfrm>
                <a:off x="2094891" y="1308948"/>
                <a:ext cx="6820" cy="586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23" extrusionOk="0">
                    <a:moveTo>
                      <a:pt x="72" y="0"/>
                    </a:moveTo>
                    <a:cubicBezTo>
                      <a:pt x="52" y="0"/>
                      <a:pt x="41" y="0"/>
                      <a:pt x="21" y="10"/>
                    </a:cubicBezTo>
                    <a:cubicBezTo>
                      <a:pt x="0" y="41"/>
                      <a:pt x="0" y="82"/>
                      <a:pt x="21" y="112"/>
                    </a:cubicBezTo>
                    <a:cubicBezTo>
                      <a:pt x="41" y="122"/>
                      <a:pt x="52" y="122"/>
                      <a:pt x="72" y="122"/>
                    </a:cubicBezTo>
                    <a:cubicBezTo>
                      <a:pt x="92" y="122"/>
                      <a:pt x="102" y="122"/>
                      <a:pt x="122" y="112"/>
                    </a:cubicBezTo>
                    <a:cubicBezTo>
                      <a:pt x="142" y="82"/>
                      <a:pt x="142" y="41"/>
                      <a:pt x="122" y="10"/>
                    </a:cubicBezTo>
                    <a:cubicBezTo>
                      <a:pt x="102" y="0"/>
                      <a:pt x="92" y="0"/>
                      <a:pt x="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7085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/>
                                        <p:tgtEl>
                                          <p:spTgt spid="55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24F661-278D-0130-0D4E-8E9B10A3E7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texte, capture d’écran, Police&#10;&#10;Description générée automatiquement">
            <a:extLst>
              <a:ext uri="{FF2B5EF4-FFF2-40B4-BE49-F238E27FC236}">
                <a16:creationId xmlns:a16="http://schemas.microsoft.com/office/drawing/2014/main" id="{4C08F708-47D7-4475-8B3D-4A3586F8D5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57300" y="1942455"/>
            <a:ext cx="6629400" cy="12585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898230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747884-A407-B113-E27B-20AD563F60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 3" descr="Une image contenant texte, capture d’écran, Police&#10;&#10;Description générée automatiquement">
            <a:extLst>
              <a:ext uri="{FF2B5EF4-FFF2-40B4-BE49-F238E27FC236}">
                <a16:creationId xmlns:a16="http://schemas.microsoft.com/office/drawing/2014/main" id="{9406A9B7-19CE-60A8-E775-5D32763C82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57255" y="1524000"/>
            <a:ext cx="3789294" cy="2616777"/>
          </a:xfrm>
          <a:prstGeom prst="rect">
            <a:avLst/>
          </a:prstGeom>
        </p:spPr>
      </p:pic>
      <p:pic>
        <p:nvPicPr>
          <p:cNvPr id="6" name="Image 5" descr="Une image contenant texte, capture d’écran, Police, conception&#10;&#10;Description générée automatiquement">
            <a:extLst>
              <a:ext uri="{FF2B5EF4-FFF2-40B4-BE49-F238E27FC236}">
                <a16:creationId xmlns:a16="http://schemas.microsoft.com/office/drawing/2014/main" id="{EB157B0C-7B01-BD11-C8F7-A7094220A59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24776" y="1222664"/>
            <a:ext cx="2154941" cy="31068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901886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Image 16" descr="Une image contenant texte, capture d’écran, Police, logiciel&#10;&#10;Description générée automatiquement">
            <a:extLst>
              <a:ext uri="{FF2B5EF4-FFF2-40B4-BE49-F238E27FC236}">
                <a16:creationId xmlns:a16="http://schemas.microsoft.com/office/drawing/2014/main" id="{15C8F74E-F5BD-E554-E20C-A1AB021593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00997" y="863037"/>
            <a:ext cx="2942006" cy="3417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36385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01">
          <a:extLst>
            <a:ext uri="{FF2B5EF4-FFF2-40B4-BE49-F238E27FC236}">
              <a16:creationId xmlns:a16="http://schemas.microsoft.com/office/drawing/2014/main" id="{FA4F5676-9F64-E457-3153-D980E08A2D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10" name="Google Shape;53910;p59">
            <a:extLst>
              <a:ext uri="{FF2B5EF4-FFF2-40B4-BE49-F238E27FC236}">
                <a16:creationId xmlns:a16="http://schemas.microsoft.com/office/drawing/2014/main" id="{AE1D462C-7E85-83BC-D9DC-F05F14E38E9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pic>
        <p:nvPicPr>
          <p:cNvPr id="4" name="Image 3" descr="Une image contenant texte, capture d’écran, Police&#10;&#10;Description générée automatiquement">
            <a:extLst>
              <a:ext uri="{FF2B5EF4-FFF2-40B4-BE49-F238E27FC236}">
                <a16:creationId xmlns:a16="http://schemas.microsoft.com/office/drawing/2014/main" id="{068113BE-B986-6758-5DA2-208A1B89AB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8200" y="1042842"/>
            <a:ext cx="4183602" cy="3057815"/>
          </a:xfrm>
          <a:prstGeom prst="rect">
            <a:avLst/>
          </a:prstGeom>
        </p:spPr>
      </p:pic>
      <p:sp>
        <p:nvSpPr>
          <p:cNvPr id="5" name="Google Shape;55300;p67">
            <a:extLst>
              <a:ext uri="{FF2B5EF4-FFF2-40B4-BE49-F238E27FC236}">
                <a16:creationId xmlns:a16="http://schemas.microsoft.com/office/drawing/2014/main" id="{00D95DE3-AC35-4CF8-41A6-BDA90A059F6E}"/>
              </a:ext>
            </a:extLst>
          </p:cNvPr>
          <p:cNvSpPr txBox="1">
            <a:spLocks/>
          </p:cNvSpPr>
          <p:nvPr/>
        </p:nvSpPr>
        <p:spPr>
          <a:xfrm>
            <a:off x="5021803" y="1577549"/>
            <a:ext cx="3138524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9pPr>
          </a:lstStyle>
          <a:p>
            <a:pPr marL="0" indent="0"/>
            <a:r>
              <a:rPr lang="fr-FR" altLang="fr-FR" sz="1400" dirty="0"/>
              <a:t>La balise &lt;th&gt; &amp; scope spécifie la portée </a:t>
            </a:r>
          </a:p>
          <a:p>
            <a:pPr marL="0" indent="0"/>
            <a:r>
              <a:rPr lang="fr-FR" altLang="fr-FR" sz="1400" dirty="0"/>
              <a:t>des cellules d'en-tête </a:t>
            </a:r>
            <a:endParaRPr lang="fr-FR" sz="1400" dirty="0"/>
          </a:p>
        </p:txBody>
      </p:sp>
    </p:spTree>
    <p:extLst>
      <p:ext uri="{BB962C8B-B14F-4D97-AF65-F5344CB8AC3E}">
        <p14:creationId xmlns:p14="http://schemas.microsoft.com/office/powerpoint/2010/main" val="955254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55300;p67">
            <a:extLst>
              <a:ext uri="{FF2B5EF4-FFF2-40B4-BE49-F238E27FC236}">
                <a16:creationId xmlns:a16="http://schemas.microsoft.com/office/drawing/2014/main" id="{21DC8ECD-834A-D4A8-6249-6035F78E64D7}"/>
              </a:ext>
            </a:extLst>
          </p:cNvPr>
          <p:cNvSpPr txBox="1">
            <a:spLocks/>
          </p:cNvSpPr>
          <p:nvPr/>
        </p:nvSpPr>
        <p:spPr>
          <a:xfrm>
            <a:off x="1675930" y="1847714"/>
            <a:ext cx="3138524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None/>
              <a:defRPr sz="1800" b="0" i="0" u="none" strike="noStrike" cap="non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9pPr>
          </a:lstStyle>
          <a:p>
            <a:pPr marL="0" indent="0"/>
            <a:r>
              <a:rPr lang="fr-FR" sz="1400" dirty="0"/>
              <a:t>Variable </a:t>
            </a:r>
            <a:r>
              <a:rPr lang="fr-FR" sz="1400" dirty="0" err="1"/>
              <a:t>tr:nth-of-type</a:t>
            </a:r>
            <a:r>
              <a:rPr lang="fr-FR" sz="1400" dirty="0"/>
              <a:t>  permet de styliser les lignes pairs d’un tableau</a:t>
            </a:r>
          </a:p>
        </p:txBody>
      </p:sp>
      <p:pic>
        <p:nvPicPr>
          <p:cNvPr id="19" name="Image 18" descr="Une image contenant texte, capture d’écran, Police&#10;&#10;Description générée automatiquement">
            <a:extLst>
              <a:ext uri="{FF2B5EF4-FFF2-40B4-BE49-F238E27FC236}">
                <a16:creationId xmlns:a16="http://schemas.microsoft.com/office/drawing/2014/main" id="{34ADF07A-0E3A-98F3-6AE3-EA857943A33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4713"/>
          <a:stretch/>
        </p:blipFill>
        <p:spPr>
          <a:xfrm>
            <a:off x="5075775" y="583350"/>
            <a:ext cx="2191676" cy="3836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7095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74" name="Google Shape;55774;p69"/>
          <p:cNvSpPr txBox="1">
            <a:spLocks noGrp="1"/>
          </p:cNvSpPr>
          <p:nvPr>
            <p:ph type="title"/>
          </p:nvPr>
        </p:nvSpPr>
        <p:spPr>
          <a:xfrm>
            <a:off x="713225" y="2819400"/>
            <a:ext cx="5102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Présentation</a:t>
            </a:r>
            <a:br>
              <a:rPr lang="en" sz="5400" dirty="0"/>
            </a:br>
            <a:r>
              <a:rPr lang="en" sz="5400" dirty="0"/>
              <a:t>du site</a:t>
            </a:r>
            <a:endParaRPr dirty="0"/>
          </a:p>
        </p:txBody>
      </p:sp>
      <p:sp>
        <p:nvSpPr>
          <p:cNvPr id="55776" name="Google Shape;55776;p69"/>
          <p:cNvSpPr/>
          <p:nvPr/>
        </p:nvSpPr>
        <p:spPr>
          <a:xfrm>
            <a:off x="716100" y="1194575"/>
            <a:ext cx="1313700" cy="131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777" name="Google Shape;55777;p69"/>
          <p:cNvSpPr txBox="1">
            <a:spLocks noGrp="1"/>
          </p:cNvSpPr>
          <p:nvPr>
            <p:ph type="title" idx="2"/>
          </p:nvPr>
        </p:nvSpPr>
        <p:spPr>
          <a:xfrm>
            <a:off x="716100" y="1430525"/>
            <a:ext cx="1313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grpSp>
        <p:nvGrpSpPr>
          <p:cNvPr id="55778" name="Google Shape;55778;p69"/>
          <p:cNvGrpSpPr/>
          <p:nvPr/>
        </p:nvGrpSpPr>
        <p:grpSpPr>
          <a:xfrm>
            <a:off x="5859235" y="1724186"/>
            <a:ext cx="3180890" cy="2598146"/>
            <a:chOff x="268100" y="2344125"/>
            <a:chExt cx="1523050" cy="1244025"/>
          </a:xfrm>
        </p:grpSpPr>
        <p:sp>
          <p:nvSpPr>
            <p:cNvPr id="55779" name="Google Shape;55779;p69"/>
            <p:cNvSpPr/>
            <p:nvPr/>
          </p:nvSpPr>
          <p:spPr>
            <a:xfrm>
              <a:off x="480325" y="2510125"/>
              <a:ext cx="1093250" cy="168900"/>
            </a:xfrm>
            <a:custGeom>
              <a:avLst/>
              <a:gdLst/>
              <a:ahLst/>
              <a:cxnLst/>
              <a:rect l="l" t="t" r="r" b="b"/>
              <a:pathLst>
                <a:path w="43730" h="6756" extrusionOk="0">
                  <a:moveTo>
                    <a:pt x="43729" y="0"/>
                  </a:moveTo>
                  <a:lnTo>
                    <a:pt x="43729" y="0"/>
                  </a:lnTo>
                  <a:cubicBezTo>
                    <a:pt x="43729" y="1"/>
                    <a:pt x="34103" y="4202"/>
                    <a:pt x="20753" y="4202"/>
                  </a:cubicBezTo>
                  <a:cubicBezTo>
                    <a:pt x="14457" y="4202"/>
                    <a:pt x="7334" y="3268"/>
                    <a:pt x="1" y="518"/>
                  </a:cubicBezTo>
                  <a:lnTo>
                    <a:pt x="1" y="518"/>
                  </a:lnTo>
                  <a:lnTo>
                    <a:pt x="2608" y="6756"/>
                  </a:lnTo>
                  <a:lnTo>
                    <a:pt x="40088" y="6756"/>
                  </a:lnTo>
                  <a:lnTo>
                    <a:pt x="437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0" name="Google Shape;55780;p69"/>
            <p:cNvSpPr/>
            <p:nvPr/>
          </p:nvSpPr>
          <p:spPr>
            <a:xfrm>
              <a:off x="379675" y="2450550"/>
              <a:ext cx="1319675" cy="168900"/>
            </a:xfrm>
            <a:custGeom>
              <a:avLst/>
              <a:gdLst/>
              <a:ahLst/>
              <a:cxnLst/>
              <a:rect l="l" t="t" r="r" b="b"/>
              <a:pathLst>
                <a:path w="52787" h="6756" extrusionOk="0">
                  <a:moveTo>
                    <a:pt x="52787" y="0"/>
                  </a:moveTo>
                  <a:cubicBezTo>
                    <a:pt x="52786" y="0"/>
                    <a:pt x="38978" y="4201"/>
                    <a:pt x="22948" y="4201"/>
                  </a:cubicBezTo>
                  <a:cubicBezTo>
                    <a:pt x="15388" y="4201"/>
                    <a:pt x="7334" y="3267"/>
                    <a:pt x="0" y="517"/>
                  </a:cubicBezTo>
                  <a:lnTo>
                    <a:pt x="0" y="517"/>
                  </a:lnTo>
                  <a:lnTo>
                    <a:pt x="2597" y="6756"/>
                  </a:lnTo>
                  <a:lnTo>
                    <a:pt x="49145" y="6756"/>
                  </a:lnTo>
                  <a:lnTo>
                    <a:pt x="527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1" name="Google Shape;55781;p69"/>
            <p:cNvSpPr/>
            <p:nvPr/>
          </p:nvSpPr>
          <p:spPr>
            <a:xfrm>
              <a:off x="472225" y="2372425"/>
              <a:ext cx="1108450" cy="158775"/>
            </a:xfrm>
            <a:custGeom>
              <a:avLst/>
              <a:gdLst/>
              <a:ahLst/>
              <a:cxnLst/>
              <a:rect l="l" t="t" r="r" b="b"/>
              <a:pathLst>
                <a:path w="44338" h="6351" extrusionOk="0">
                  <a:moveTo>
                    <a:pt x="1450" y="0"/>
                  </a:moveTo>
                  <a:cubicBezTo>
                    <a:pt x="978" y="0"/>
                    <a:pt x="523" y="259"/>
                    <a:pt x="305" y="711"/>
                  </a:cubicBezTo>
                  <a:cubicBezTo>
                    <a:pt x="0" y="1329"/>
                    <a:pt x="254" y="2090"/>
                    <a:pt x="883" y="2404"/>
                  </a:cubicBezTo>
                  <a:cubicBezTo>
                    <a:pt x="903" y="2415"/>
                    <a:pt x="913" y="2425"/>
                    <a:pt x="933" y="2435"/>
                  </a:cubicBezTo>
                  <a:cubicBezTo>
                    <a:pt x="1512" y="2699"/>
                    <a:pt x="6137" y="4768"/>
                    <a:pt x="13410" y="5783"/>
                  </a:cubicBezTo>
                  <a:cubicBezTo>
                    <a:pt x="16118" y="6168"/>
                    <a:pt x="18857" y="6351"/>
                    <a:pt x="21626" y="6351"/>
                  </a:cubicBezTo>
                  <a:cubicBezTo>
                    <a:pt x="28868" y="6351"/>
                    <a:pt x="36243" y="5073"/>
                    <a:pt x="43333" y="2546"/>
                  </a:cubicBezTo>
                  <a:cubicBezTo>
                    <a:pt x="43993" y="2314"/>
                    <a:pt x="44337" y="1583"/>
                    <a:pt x="44104" y="923"/>
                  </a:cubicBezTo>
                  <a:cubicBezTo>
                    <a:pt x="43921" y="400"/>
                    <a:pt x="43435" y="74"/>
                    <a:pt x="42915" y="74"/>
                  </a:cubicBezTo>
                  <a:cubicBezTo>
                    <a:pt x="42771" y="74"/>
                    <a:pt x="42624" y="100"/>
                    <a:pt x="42481" y="153"/>
                  </a:cubicBezTo>
                  <a:cubicBezTo>
                    <a:pt x="34620" y="2945"/>
                    <a:pt x="27472" y="3806"/>
                    <a:pt x="21641" y="3806"/>
                  </a:cubicBezTo>
                  <a:cubicBezTo>
                    <a:pt x="18639" y="3806"/>
                    <a:pt x="15986" y="3577"/>
                    <a:pt x="13765" y="3267"/>
                  </a:cubicBezTo>
                  <a:cubicBezTo>
                    <a:pt x="6787" y="2293"/>
                    <a:pt x="2475" y="335"/>
                    <a:pt x="1999" y="123"/>
                  </a:cubicBezTo>
                  <a:cubicBezTo>
                    <a:pt x="1822" y="40"/>
                    <a:pt x="1635" y="0"/>
                    <a:pt x="1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2" name="Google Shape;55782;p69"/>
            <p:cNvSpPr/>
            <p:nvPr/>
          </p:nvSpPr>
          <p:spPr>
            <a:xfrm>
              <a:off x="268100" y="2344125"/>
              <a:ext cx="1523050" cy="248950"/>
            </a:xfrm>
            <a:custGeom>
              <a:avLst/>
              <a:gdLst/>
              <a:ahLst/>
              <a:cxnLst/>
              <a:rect l="l" t="t" r="r" b="b"/>
              <a:pathLst>
                <a:path w="60922" h="9958" extrusionOk="0">
                  <a:moveTo>
                    <a:pt x="1865" y="0"/>
                  </a:moveTo>
                  <a:cubicBezTo>
                    <a:pt x="1321" y="0"/>
                    <a:pt x="791" y="270"/>
                    <a:pt x="477" y="768"/>
                  </a:cubicBezTo>
                  <a:cubicBezTo>
                    <a:pt x="0" y="1528"/>
                    <a:pt x="223" y="2542"/>
                    <a:pt x="984" y="3020"/>
                  </a:cubicBezTo>
                  <a:cubicBezTo>
                    <a:pt x="1238" y="3182"/>
                    <a:pt x="7121" y="6843"/>
                    <a:pt x="17345" y="8791"/>
                  </a:cubicBezTo>
                  <a:cubicBezTo>
                    <a:pt x="21433" y="9572"/>
                    <a:pt x="25643" y="9958"/>
                    <a:pt x="29913" y="9958"/>
                  </a:cubicBezTo>
                  <a:cubicBezTo>
                    <a:pt x="31880" y="9958"/>
                    <a:pt x="33859" y="9876"/>
                    <a:pt x="35847" y="9714"/>
                  </a:cubicBezTo>
                  <a:cubicBezTo>
                    <a:pt x="43718" y="9054"/>
                    <a:pt x="51732" y="7097"/>
                    <a:pt x="59684" y="3881"/>
                  </a:cubicBezTo>
                  <a:cubicBezTo>
                    <a:pt x="60516" y="3547"/>
                    <a:pt x="60921" y="2593"/>
                    <a:pt x="60586" y="1751"/>
                  </a:cubicBezTo>
                  <a:cubicBezTo>
                    <a:pt x="60332" y="1112"/>
                    <a:pt x="59721" y="730"/>
                    <a:pt x="59073" y="730"/>
                  </a:cubicBezTo>
                  <a:cubicBezTo>
                    <a:pt x="58868" y="730"/>
                    <a:pt x="58659" y="768"/>
                    <a:pt x="58456" y="849"/>
                  </a:cubicBezTo>
                  <a:cubicBezTo>
                    <a:pt x="50849" y="3922"/>
                    <a:pt x="43191" y="5809"/>
                    <a:pt x="35685" y="6437"/>
                  </a:cubicBezTo>
                  <a:cubicBezTo>
                    <a:pt x="33742" y="6602"/>
                    <a:pt x="31808" y="6684"/>
                    <a:pt x="29890" y="6684"/>
                  </a:cubicBezTo>
                  <a:cubicBezTo>
                    <a:pt x="25888" y="6684"/>
                    <a:pt x="21949" y="6326"/>
                    <a:pt x="18116" y="5606"/>
                  </a:cubicBezTo>
                  <a:cubicBezTo>
                    <a:pt x="10387" y="4156"/>
                    <a:pt x="4676" y="1467"/>
                    <a:pt x="2739" y="250"/>
                  </a:cubicBezTo>
                  <a:cubicBezTo>
                    <a:pt x="2466" y="81"/>
                    <a:pt x="2164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3" name="Google Shape;55783;p69"/>
            <p:cNvSpPr/>
            <p:nvPr/>
          </p:nvSpPr>
          <p:spPr>
            <a:xfrm>
              <a:off x="581250" y="2665075"/>
              <a:ext cx="168925" cy="64950"/>
            </a:xfrm>
            <a:custGeom>
              <a:avLst/>
              <a:gdLst/>
              <a:ahLst/>
              <a:cxnLst/>
              <a:rect l="l" t="t" r="r" b="b"/>
              <a:pathLst>
                <a:path w="6757" h="2598" extrusionOk="0">
                  <a:moveTo>
                    <a:pt x="1" y="0"/>
                  </a:moveTo>
                  <a:lnTo>
                    <a:pt x="1" y="2597"/>
                  </a:lnTo>
                  <a:lnTo>
                    <a:pt x="6756" y="2597"/>
                  </a:lnTo>
                  <a:lnTo>
                    <a:pt x="67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4" name="Google Shape;55784;p69"/>
            <p:cNvSpPr/>
            <p:nvPr/>
          </p:nvSpPr>
          <p:spPr>
            <a:xfrm>
              <a:off x="1244125" y="2671400"/>
              <a:ext cx="169175" cy="65200"/>
            </a:xfrm>
            <a:custGeom>
              <a:avLst/>
              <a:gdLst/>
              <a:ahLst/>
              <a:cxnLst/>
              <a:rect l="l" t="t" r="r" b="b"/>
              <a:pathLst>
                <a:path w="6767" h="2608" extrusionOk="0">
                  <a:moveTo>
                    <a:pt x="1" y="1"/>
                  </a:moveTo>
                  <a:lnTo>
                    <a:pt x="1" y="2608"/>
                  </a:lnTo>
                  <a:lnTo>
                    <a:pt x="6767" y="2608"/>
                  </a:lnTo>
                  <a:lnTo>
                    <a:pt x="67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5" name="Google Shape;55785;p69"/>
            <p:cNvSpPr/>
            <p:nvPr/>
          </p:nvSpPr>
          <p:spPr>
            <a:xfrm>
              <a:off x="613725" y="2723650"/>
              <a:ext cx="116925" cy="819100"/>
            </a:xfrm>
            <a:custGeom>
              <a:avLst/>
              <a:gdLst/>
              <a:ahLst/>
              <a:cxnLst/>
              <a:rect l="l" t="t" r="r" b="b"/>
              <a:pathLst>
                <a:path w="4677" h="32764" extrusionOk="0">
                  <a:moveTo>
                    <a:pt x="0" y="0"/>
                  </a:moveTo>
                  <a:lnTo>
                    <a:pt x="0" y="32763"/>
                  </a:lnTo>
                  <a:lnTo>
                    <a:pt x="4677" y="32763"/>
                  </a:lnTo>
                  <a:lnTo>
                    <a:pt x="46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6" name="Google Shape;55786;p69"/>
            <p:cNvSpPr/>
            <p:nvPr/>
          </p:nvSpPr>
          <p:spPr>
            <a:xfrm>
              <a:off x="607125" y="3367000"/>
              <a:ext cx="130125" cy="214550"/>
            </a:xfrm>
            <a:custGeom>
              <a:avLst/>
              <a:gdLst/>
              <a:ahLst/>
              <a:cxnLst/>
              <a:rect l="l" t="t" r="r" b="b"/>
              <a:pathLst>
                <a:path w="5205" h="8582" extrusionOk="0">
                  <a:moveTo>
                    <a:pt x="1" y="0"/>
                  </a:moveTo>
                  <a:lnTo>
                    <a:pt x="1" y="8582"/>
                  </a:lnTo>
                  <a:lnTo>
                    <a:pt x="5204" y="8582"/>
                  </a:lnTo>
                  <a:lnTo>
                    <a:pt x="52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7" name="Google Shape;55787;p69"/>
            <p:cNvSpPr/>
            <p:nvPr/>
          </p:nvSpPr>
          <p:spPr>
            <a:xfrm>
              <a:off x="1270250" y="2730000"/>
              <a:ext cx="116925" cy="819100"/>
            </a:xfrm>
            <a:custGeom>
              <a:avLst/>
              <a:gdLst/>
              <a:ahLst/>
              <a:cxnLst/>
              <a:rect l="l" t="t" r="r" b="b"/>
              <a:pathLst>
                <a:path w="4677" h="32764" extrusionOk="0">
                  <a:moveTo>
                    <a:pt x="1" y="0"/>
                  </a:moveTo>
                  <a:lnTo>
                    <a:pt x="1" y="32763"/>
                  </a:lnTo>
                  <a:lnTo>
                    <a:pt x="4677" y="32763"/>
                  </a:lnTo>
                  <a:lnTo>
                    <a:pt x="46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8" name="Google Shape;55788;p69"/>
            <p:cNvSpPr/>
            <p:nvPr/>
          </p:nvSpPr>
          <p:spPr>
            <a:xfrm>
              <a:off x="1263675" y="3373600"/>
              <a:ext cx="130100" cy="214550"/>
            </a:xfrm>
            <a:custGeom>
              <a:avLst/>
              <a:gdLst/>
              <a:ahLst/>
              <a:cxnLst/>
              <a:rect l="l" t="t" r="r" b="b"/>
              <a:pathLst>
                <a:path w="5204" h="8582" extrusionOk="0">
                  <a:moveTo>
                    <a:pt x="0" y="0"/>
                  </a:moveTo>
                  <a:lnTo>
                    <a:pt x="0" y="8582"/>
                  </a:lnTo>
                  <a:lnTo>
                    <a:pt x="5203" y="8582"/>
                  </a:lnTo>
                  <a:lnTo>
                    <a:pt x="52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9" name="Google Shape;55789;p69"/>
            <p:cNvSpPr/>
            <p:nvPr/>
          </p:nvSpPr>
          <p:spPr>
            <a:xfrm>
              <a:off x="477050" y="2801500"/>
              <a:ext cx="1092200" cy="117175"/>
            </a:xfrm>
            <a:custGeom>
              <a:avLst/>
              <a:gdLst/>
              <a:ahLst/>
              <a:cxnLst/>
              <a:rect l="l" t="t" r="r" b="b"/>
              <a:pathLst>
                <a:path w="43688" h="4687" extrusionOk="0">
                  <a:moveTo>
                    <a:pt x="43688" y="1"/>
                  </a:moveTo>
                  <a:lnTo>
                    <a:pt x="43688" y="1"/>
                  </a:lnTo>
                  <a:cubicBezTo>
                    <a:pt x="39010" y="1250"/>
                    <a:pt x="31086" y="1625"/>
                    <a:pt x="23260" y="1625"/>
                  </a:cubicBezTo>
                  <a:cubicBezTo>
                    <a:pt x="11519" y="1625"/>
                    <a:pt x="1" y="781"/>
                    <a:pt x="0" y="781"/>
                  </a:cubicBezTo>
                  <a:lnTo>
                    <a:pt x="0" y="781"/>
                  </a:lnTo>
                  <a:lnTo>
                    <a:pt x="1826" y="4636"/>
                  </a:lnTo>
                  <a:lnTo>
                    <a:pt x="42125" y="4687"/>
                  </a:lnTo>
                  <a:lnTo>
                    <a:pt x="436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0" name="Google Shape;55790;p69"/>
            <p:cNvSpPr/>
            <p:nvPr/>
          </p:nvSpPr>
          <p:spPr>
            <a:xfrm>
              <a:off x="581250" y="2808100"/>
              <a:ext cx="175525" cy="39075"/>
            </a:xfrm>
            <a:custGeom>
              <a:avLst/>
              <a:gdLst/>
              <a:ahLst/>
              <a:cxnLst/>
              <a:rect l="l" t="t" r="r" b="b"/>
              <a:pathLst>
                <a:path w="7021" h="1563" extrusionOk="0">
                  <a:moveTo>
                    <a:pt x="772" y="0"/>
                  </a:moveTo>
                  <a:cubicBezTo>
                    <a:pt x="346" y="0"/>
                    <a:pt x="1" y="345"/>
                    <a:pt x="1" y="781"/>
                  </a:cubicBezTo>
                  <a:cubicBezTo>
                    <a:pt x="1" y="1207"/>
                    <a:pt x="346" y="1562"/>
                    <a:pt x="772" y="1562"/>
                  </a:cubicBezTo>
                  <a:lnTo>
                    <a:pt x="6239" y="1562"/>
                  </a:lnTo>
                  <a:cubicBezTo>
                    <a:pt x="6665" y="1562"/>
                    <a:pt x="7020" y="1207"/>
                    <a:pt x="7020" y="781"/>
                  </a:cubicBezTo>
                  <a:cubicBezTo>
                    <a:pt x="7020" y="345"/>
                    <a:pt x="6665" y="0"/>
                    <a:pt x="6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1" name="Google Shape;55791;p69"/>
            <p:cNvSpPr/>
            <p:nvPr/>
          </p:nvSpPr>
          <p:spPr>
            <a:xfrm>
              <a:off x="1231200" y="2821025"/>
              <a:ext cx="175525" cy="39075"/>
            </a:xfrm>
            <a:custGeom>
              <a:avLst/>
              <a:gdLst/>
              <a:ahLst/>
              <a:cxnLst/>
              <a:rect l="l" t="t" r="r" b="b"/>
              <a:pathLst>
                <a:path w="7021" h="1563" extrusionOk="0">
                  <a:moveTo>
                    <a:pt x="781" y="0"/>
                  </a:moveTo>
                  <a:cubicBezTo>
                    <a:pt x="355" y="0"/>
                    <a:pt x="1" y="356"/>
                    <a:pt x="1" y="782"/>
                  </a:cubicBezTo>
                  <a:cubicBezTo>
                    <a:pt x="1" y="1208"/>
                    <a:pt x="355" y="1562"/>
                    <a:pt x="781" y="1562"/>
                  </a:cubicBezTo>
                  <a:lnTo>
                    <a:pt x="6239" y="1562"/>
                  </a:lnTo>
                  <a:cubicBezTo>
                    <a:pt x="6675" y="1562"/>
                    <a:pt x="7020" y="1208"/>
                    <a:pt x="7020" y="782"/>
                  </a:cubicBezTo>
                  <a:cubicBezTo>
                    <a:pt x="7020" y="356"/>
                    <a:pt x="6675" y="0"/>
                    <a:pt x="6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2" name="Google Shape;55792;p69"/>
            <p:cNvSpPr/>
            <p:nvPr/>
          </p:nvSpPr>
          <p:spPr>
            <a:xfrm>
              <a:off x="965700" y="2638950"/>
              <a:ext cx="97400" cy="234075"/>
            </a:xfrm>
            <a:custGeom>
              <a:avLst/>
              <a:gdLst/>
              <a:ahLst/>
              <a:cxnLst/>
              <a:rect l="l" t="t" r="r" b="b"/>
              <a:pathLst>
                <a:path w="3896" h="9363" extrusionOk="0">
                  <a:moveTo>
                    <a:pt x="61" y="0"/>
                  </a:moveTo>
                  <a:cubicBezTo>
                    <a:pt x="31" y="0"/>
                    <a:pt x="0" y="31"/>
                    <a:pt x="0" y="61"/>
                  </a:cubicBezTo>
                  <a:lnTo>
                    <a:pt x="0" y="9302"/>
                  </a:lnTo>
                  <a:cubicBezTo>
                    <a:pt x="0" y="9332"/>
                    <a:pt x="31" y="9363"/>
                    <a:pt x="61" y="9363"/>
                  </a:cubicBezTo>
                  <a:lnTo>
                    <a:pt x="3834" y="9363"/>
                  </a:lnTo>
                  <a:cubicBezTo>
                    <a:pt x="3875" y="9363"/>
                    <a:pt x="3895" y="9332"/>
                    <a:pt x="3895" y="9302"/>
                  </a:cubicBezTo>
                  <a:lnTo>
                    <a:pt x="3895" y="61"/>
                  </a:lnTo>
                  <a:cubicBezTo>
                    <a:pt x="3895" y="31"/>
                    <a:pt x="3875" y="0"/>
                    <a:pt x="3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3" name="Google Shape;55793;p69"/>
            <p:cNvSpPr/>
            <p:nvPr/>
          </p:nvSpPr>
          <p:spPr>
            <a:xfrm>
              <a:off x="975075" y="2648575"/>
              <a:ext cx="77375" cy="208475"/>
            </a:xfrm>
            <a:custGeom>
              <a:avLst/>
              <a:gdLst/>
              <a:ahLst/>
              <a:cxnLst/>
              <a:rect l="l" t="t" r="r" b="b"/>
              <a:pathLst>
                <a:path w="3095" h="8339" extrusionOk="0">
                  <a:moveTo>
                    <a:pt x="2517" y="122"/>
                  </a:moveTo>
                  <a:cubicBezTo>
                    <a:pt x="2760" y="122"/>
                    <a:pt x="2963" y="325"/>
                    <a:pt x="2963" y="579"/>
                  </a:cubicBezTo>
                  <a:lnTo>
                    <a:pt x="2963" y="7761"/>
                  </a:lnTo>
                  <a:cubicBezTo>
                    <a:pt x="2963" y="8014"/>
                    <a:pt x="2760" y="8217"/>
                    <a:pt x="2517" y="8217"/>
                  </a:cubicBezTo>
                  <a:lnTo>
                    <a:pt x="579" y="8217"/>
                  </a:lnTo>
                  <a:cubicBezTo>
                    <a:pt x="326" y="8217"/>
                    <a:pt x="123" y="8014"/>
                    <a:pt x="123" y="7761"/>
                  </a:cubicBezTo>
                  <a:lnTo>
                    <a:pt x="123" y="579"/>
                  </a:lnTo>
                  <a:cubicBezTo>
                    <a:pt x="123" y="325"/>
                    <a:pt x="326" y="122"/>
                    <a:pt x="579" y="122"/>
                  </a:cubicBezTo>
                  <a:close/>
                  <a:moveTo>
                    <a:pt x="579" y="1"/>
                  </a:moveTo>
                  <a:cubicBezTo>
                    <a:pt x="254" y="1"/>
                    <a:pt x="1" y="255"/>
                    <a:pt x="1" y="579"/>
                  </a:cubicBezTo>
                  <a:lnTo>
                    <a:pt x="1" y="7761"/>
                  </a:lnTo>
                  <a:cubicBezTo>
                    <a:pt x="1" y="8085"/>
                    <a:pt x="254" y="8339"/>
                    <a:pt x="579" y="8339"/>
                  </a:cubicBezTo>
                  <a:lnTo>
                    <a:pt x="2517" y="8339"/>
                  </a:lnTo>
                  <a:cubicBezTo>
                    <a:pt x="2831" y="8339"/>
                    <a:pt x="3094" y="8085"/>
                    <a:pt x="3094" y="7761"/>
                  </a:cubicBezTo>
                  <a:lnTo>
                    <a:pt x="3094" y="579"/>
                  </a:lnTo>
                  <a:cubicBezTo>
                    <a:pt x="3094" y="255"/>
                    <a:pt x="2831" y="1"/>
                    <a:pt x="2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4" name="Google Shape;55794;p69"/>
            <p:cNvSpPr/>
            <p:nvPr/>
          </p:nvSpPr>
          <p:spPr>
            <a:xfrm>
              <a:off x="1002475" y="2676475"/>
              <a:ext cx="20550" cy="20300"/>
            </a:xfrm>
            <a:custGeom>
              <a:avLst/>
              <a:gdLst/>
              <a:ahLst/>
              <a:cxnLst/>
              <a:rect l="l" t="t" r="r" b="b"/>
              <a:pathLst>
                <a:path w="822" h="812" extrusionOk="0">
                  <a:moveTo>
                    <a:pt x="406" y="112"/>
                  </a:moveTo>
                  <a:cubicBezTo>
                    <a:pt x="569" y="112"/>
                    <a:pt x="700" y="244"/>
                    <a:pt x="700" y="406"/>
                  </a:cubicBezTo>
                  <a:cubicBezTo>
                    <a:pt x="700" y="568"/>
                    <a:pt x="569" y="701"/>
                    <a:pt x="406" y="701"/>
                  </a:cubicBezTo>
                  <a:cubicBezTo>
                    <a:pt x="244" y="701"/>
                    <a:pt x="112" y="568"/>
                    <a:pt x="112" y="406"/>
                  </a:cubicBezTo>
                  <a:cubicBezTo>
                    <a:pt x="112" y="244"/>
                    <a:pt x="244" y="112"/>
                    <a:pt x="406" y="112"/>
                  </a:cubicBezTo>
                  <a:close/>
                  <a:moveTo>
                    <a:pt x="406" y="0"/>
                  </a:moveTo>
                  <a:cubicBezTo>
                    <a:pt x="183" y="0"/>
                    <a:pt x="0" y="183"/>
                    <a:pt x="0" y="406"/>
                  </a:cubicBezTo>
                  <a:cubicBezTo>
                    <a:pt x="0" y="629"/>
                    <a:pt x="183" y="812"/>
                    <a:pt x="406" y="812"/>
                  </a:cubicBezTo>
                  <a:cubicBezTo>
                    <a:pt x="639" y="812"/>
                    <a:pt x="822" y="629"/>
                    <a:pt x="822" y="406"/>
                  </a:cubicBezTo>
                  <a:cubicBezTo>
                    <a:pt x="822" y="183"/>
                    <a:pt x="639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5" name="Google Shape;55795;p69"/>
            <p:cNvSpPr/>
            <p:nvPr/>
          </p:nvSpPr>
          <p:spPr>
            <a:xfrm>
              <a:off x="1002725" y="2722375"/>
              <a:ext cx="20300" cy="20325"/>
            </a:xfrm>
            <a:custGeom>
              <a:avLst/>
              <a:gdLst/>
              <a:ahLst/>
              <a:cxnLst/>
              <a:rect l="l" t="t" r="r" b="b"/>
              <a:pathLst>
                <a:path w="812" h="813" extrusionOk="0">
                  <a:moveTo>
                    <a:pt x="406" y="112"/>
                  </a:moveTo>
                  <a:cubicBezTo>
                    <a:pt x="568" y="112"/>
                    <a:pt x="701" y="244"/>
                    <a:pt x="701" y="407"/>
                  </a:cubicBezTo>
                  <a:cubicBezTo>
                    <a:pt x="701" y="569"/>
                    <a:pt x="568" y="700"/>
                    <a:pt x="406" y="700"/>
                  </a:cubicBezTo>
                  <a:cubicBezTo>
                    <a:pt x="244" y="700"/>
                    <a:pt x="112" y="569"/>
                    <a:pt x="112" y="407"/>
                  </a:cubicBezTo>
                  <a:cubicBezTo>
                    <a:pt x="112" y="244"/>
                    <a:pt x="244" y="112"/>
                    <a:pt x="406" y="112"/>
                  </a:cubicBezTo>
                  <a:close/>
                  <a:moveTo>
                    <a:pt x="406" y="1"/>
                  </a:moveTo>
                  <a:cubicBezTo>
                    <a:pt x="183" y="1"/>
                    <a:pt x="0" y="183"/>
                    <a:pt x="0" y="407"/>
                  </a:cubicBezTo>
                  <a:cubicBezTo>
                    <a:pt x="0" y="630"/>
                    <a:pt x="183" y="812"/>
                    <a:pt x="406" y="812"/>
                  </a:cubicBezTo>
                  <a:cubicBezTo>
                    <a:pt x="629" y="812"/>
                    <a:pt x="812" y="630"/>
                    <a:pt x="812" y="407"/>
                  </a:cubicBezTo>
                  <a:cubicBezTo>
                    <a:pt x="812" y="183"/>
                    <a:pt x="629" y="1"/>
                    <a:pt x="4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6" name="Google Shape;55796;p69"/>
            <p:cNvSpPr/>
            <p:nvPr/>
          </p:nvSpPr>
          <p:spPr>
            <a:xfrm>
              <a:off x="1002975" y="2768025"/>
              <a:ext cx="20325" cy="20550"/>
            </a:xfrm>
            <a:custGeom>
              <a:avLst/>
              <a:gdLst/>
              <a:ahLst/>
              <a:cxnLst/>
              <a:rect l="l" t="t" r="r" b="b"/>
              <a:pathLst>
                <a:path w="813" h="822" extrusionOk="0">
                  <a:moveTo>
                    <a:pt x="406" y="122"/>
                  </a:moveTo>
                  <a:cubicBezTo>
                    <a:pt x="569" y="122"/>
                    <a:pt x="700" y="254"/>
                    <a:pt x="700" y="416"/>
                  </a:cubicBezTo>
                  <a:cubicBezTo>
                    <a:pt x="700" y="578"/>
                    <a:pt x="569" y="711"/>
                    <a:pt x="406" y="711"/>
                  </a:cubicBezTo>
                  <a:cubicBezTo>
                    <a:pt x="244" y="711"/>
                    <a:pt x="112" y="578"/>
                    <a:pt x="112" y="416"/>
                  </a:cubicBezTo>
                  <a:cubicBezTo>
                    <a:pt x="112" y="254"/>
                    <a:pt x="244" y="122"/>
                    <a:pt x="406" y="122"/>
                  </a:cubicBezTo>
                  <a:close/>
                  <a:moveTo>
                    <a:pt x="406" y="1"/>
                  </a:moveTo>
                  <a:cubicBezTo>
                    <a:pt x="183" y="1"/>
                    <a:pt x="1" y="183"/>
                    <a:pt x="1" y="416"/>
                  </a:cubicBezTo>
                  <a:cubicBezTo>
                    <a:pt x="1" y="639"/>
                    <a:pt x="183" y="822"/>
                    <a:pt x="406" y="822"/>
                  </a:cubicBezTo>
                  <a:cubicBezTo>
                    <a:pt x="630" y="822"/>
                    <a:pt x="812" y="639"/>
                    <a:pt x="812" y="416"/>
                  </a:cubicBezTo>
                  <a:cubicBezTo>
                    <a:pt x="812" y="183"/>
                    <a:pt x="630" y="1"/>
                    <a:pt x="4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7" name="Google Shape;55797;p69"/>
            <p:cNvSpPr/>
            <p:nvPr/>
          </p:nvSpPr>
          <p:spPr>
            <a:xfrm>
              <a:off x="1003225" y="2813925"/>
              <a:ext cx="20300" cy="20300"/>
            </a:xfrm>
            <a:custGeom>
              <a:avLst/>
              <a:gdLst/>
              <a:ahLst/>
              <a:cxnLst/>
              <a:rect l="l" t="t" r="r" b="b"/>
              <a:pathLst>
                <a:path w="812" h="812" extrusionOk="0">
                  <a:moveTo>
                    <a:pt x="406" y="112"/>
                  </a:moveTo>
                  <a:cubicBezTo>
                    <a:pt x="569" y="112"/>
                    <a:pt x="701" y="244"/>
                    <a:pt x="701" y="406"/>
                  </a:cubicBezTo>
                  <a:cubicBezTo>
                    <a:pt x="701" y="568"/>
                    <a:pt x="569" y="700"/>
                    <a:pt x="406" y="700"/>
                  </a:cubicBezTo>
                  <a:cubicBezTo>
                    <a:pt x="244" y="700"/>
                    <a:pt x="112" y="568"/>
                    <a:pt x="112" y="406"/>
                  </a:cubicBezTo>
                  <a:cubicBezTo>
                    <a:pt x="112" y="244"/>
                    <a:pt x="244" y="112"/>
                    <a:pt x="406" y="112"/>
                  </a:cubicBezTo>
                  <a:close/>
                  <a:moveTo>
                    <a:pt x="406" y="0"/>
                  </a:moveTo>
                  <a:cubicBezTo>
                    <a:pt x="183" y="0"/>
                    <a:pt x="0" y="183"/>
                    <a:pt x="0" y="406"/>
                  </a:cubicBezTo>
                  <a:cubicBezTo>
                    <a:pt x="0" y="629"/>
                    <a:pt x="183" y="812"/>
                    <a:pt x="406" y="812"/>
                  </a:cubicBezTo>
                  <a:cubicBezTo>
                    <a:pt x="629" y="812"/>
                    <a:pt x="812" y="629"/>
                    <a:pt x="812" y="406"/>
                  </a:cubicBezTo>
                  <a:cubicBezTo>
                    <a:pt x="812" y="183"/>
                    <a:pt x="629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8" name="Google Shape;55798;p69"/>
            <p:cNvSpPr/>
            <p:nvPr/>
          </p:nvSpPr>
          <p:spPr>
            <a:xfrm>
              <a:off x="466650" y="3063700"/>
              <a:ext cx="69500" cy="520125"/>
            </a:xfrm>
            <a:custGeom>
              <a:avLst/>
              <a:gdLst/>
              <a:ahLst/>
              <a:cxnLst/>
              <a:rect l="l" t="t" r="r" b="b"/>
              <a:pathLst>
                <a:path w="2780" h="20805" extrusionOk="0">
                  <a:moveTo>
                    <a:pt x="0" y="1"/>
                  </a:moveTo>
                  <a:lnTo>
                    <a:pt x="0" y="20805"/>
                  </a:lnTo>
                  <a:lnTo>
                    <a:pt x="2779" y="20805"/>
                  </a:lnTo>
                  <a:lnTo>
                    <a:pt x="27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9" name="Google Shape;55799;p69"/>
            <p:cNvSpPr/>
            <p:nvPr/>
          </p:nvSpPr>
          <p:spPr>
            <a:xfrm>
              <a:off x="466650" y="3063700"/>
              <a:ext cx="69500" cy="108300"/>
            </a:xfrm>
            <a:custGeom>
              <a:avLst/>
              <a:gdLst/>
              <a:ahLst/>
              <a:cxnLst/>
              <a:rect l="l" t="t" r="r" b="b"/>
              <a:pathLst>
                <a:path w="2780" h="4332" extrusionOk="0">
                  <a:moveTo>
                    <a:pt x="0" y="1"/>
                  </a:moveTo>
                  <a:lnTo>
                    <a:pt x="0" y="4332"/>
                  </a:lnTo>
                  <a:lnTo>
                    <a:pt x="2779" y="4332"/>
                  </a:lnTo>
                  <a:lnTo>
                    <a:pt x="27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0" name="Google Shape;55800;p69"/>
            <p:cNvSpPr/>
            <p:nvPr/>
          </p:nvSpPr>
          <p:spPr>
            <a:xfrm>
              <a:off x="358100" y="3495825"/>
              <a:ext cx="155475" cy="91050"/>
            </a:xfrm>
            <a:custGeom>
              <a:avLst/>
              <a:gdLst/>
              <a:ahLst/>
              <a:cxnLst/>
              <a:rect l="l" t="t" r="r" b="b"/>
              <a:pathLst>
                <a:path w="6219" h="3642" extrusionOk="0">
                  <a:moveTo>
                    <a:pt x="3115" y="0"/>
                  </a:moveTo>
                  <a:cubicBezTo>
                    <a:pt x="1391" y="0"/>
                    <a:pt x="1" y="1420"/>
                    <a:pt x="1" y="3175"/>
                  </a:cubicBezTo>
                  <a:cubicBezTo>
                    <a:pt x="1" y="3337"/>
                    <a:pt x="11" y="3490"/>
                    <a:pt x="41" y="3641"/>
                  </a:cubicBezTo>
                  <a:lnTo>
                    <a:pt x="6188" y="3641"/>
                  </a:lnTo>
                  <a:cubicBezTo>
                    <a:pt x="6208" y="3490"/>
                    <a:pt x="6219" y="3337"/>
                    <a:pt x="6219" y="3175"/>
                  </a:cubicBezTo>
                  <a:cubicBezTo>
                    <a:pt x="6219" y="1420"/>
                    <a:pt x="4829" y="0"/>
                    <a:pt x="3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1" name="Google Shape;55801;p69"/>
            <p:cNvSpPr/>
            <p:nvPr/>
          </p:nvSpPr>
          <p:spPr>
            <a:xfrm>
              <a:off x="457000" y="3528775"/>
              <a:ext cx="149650" cy="58100"/>
            </a:xfrm>
            <a:custGeom>
              <a:avLst/>
              <a:gdLst/>
              <a:ahLst/>
              <a:cxnLst/>
              <a:rect l="l" t="t" r="r" b="b"/>
              <a:pathLst>
                <a:path w="5986" h="2324" extrusionOk="0">
                  <a:moveTo>
                    <a:pt x="2993" y="1"/>
                  </a:moveTo>
                  <a:cubicBezTo>
                    <a:pt x="1573" y="1"/>
                    <a:pt x="366" y="984"/>
                    <a:pt x="1" y="2323"/>
                  </a:cubicBezTo>
                  <a:lnTo>
                    <a:pt x="5985" y="2323"/>
                  </a:lnTo>
                  <a:cubicBezTo>
                    <a:pt x="5620" y="984"/>
                    <a:pt x="4423" y="1"/>
                    <a:pt x="29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2" name="Google Shape;55802;p69"/>
            <p:cNvSpPr/>
            <p:nvPr/>
          </p:nvSpPr>
          <p:spPr>
            <a:xfrm>
              <a:off x="280275" y="3537400"/>
              <a:ext cx="128325" cy="49475"/>
            </a:xfrm>
            <a:custGeom>
              <a:avLst/>
              <a:gdLst/>
              <a:ahLst/>
              <a:cxnLst/>
              <a:rect l="l" t="t" r="r" b="b"/>
              <a:pathLst>
                <a:path w="5133" h="1979" extrusionOk="0">
                  <a:moveTo>
                    <a:pt x="2566" y="1"/>
                  </a:moveTo>
                  <a:cubicBezTo>
                    <a:pt x="1349" y="1"/>
                    <a:pt x="314" y="833"/>
                    <a:pt x="0" y="1978"/>
                  </a:cubicBezTo>
                  <a:lnTo>
                    <a:pt x="5133" y="1978"/>
                  </a:lnTo>
                  <a:cubicBezTo>
                    <a:pt x="4818" y="833"/>
                    <a:pt x="3783" y="1"/>
                    <a:pt x="25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3" name="Google Shape;55803;p69"/>
            <p:cNvSpPr/>
            <p:nvPr/>
          </p:nvSpPr>
          <p:spPr>
            <a:xfrm>
              <a:off x="365475" y="2990175"/>
              <a:ext cx="309400" cy="96625"/>
            </a:xfrm>
            <a:custGeom>
              <a:avLst/>
              <a:gdLst/>
              <a:ahLst/>
              <a:cxnLst/>
              <a:rect l="l" t="t" r="r" b="b"/>
              <a:pathLst>
                <a:path w="12376" h="3865" extrusionOk="0">
                  <a:moveTo>
                    <a:pt x="0" y="0"/>
                  </a:moveTo>
                  <a:lnTo>
                    <a:pt x="1826" y="3855"/>
                  </a:lnTo>
                  <a:lnTo>
                    <a:pt x="12375" y="3865"/>
                  </a:lnTo>
                  <a:lnTo>
                    <a:pt x="12375" y="639"/>
                  </a:lnTo>
                  <a:cubicBezTo>
                    <a:pt x="5305" y="38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4" name="Google Shape;55804;p69"/>
            <p:cNvSpPr/>
            <p:nvPr/>
          </p:nvSpPr>
          <p:spPr>
            <a:xfrm>
              <a:off x="1502775" y="3063700"/>
              <a:ext cx="69275" cy="520125"/>
            </a:xfrm>
            <a:custGeom>
              <a:avLst/>
              <a:gdLst/>
              <a:ahLst/>
              <a:cxnLst/>
              <a:rect l="l" t="t" r="r" b="b"/>
              <a:pathLst>
                <a:path w="2771" h="20805" extrusionOk="0">
                  <a:moveTo>
                    <a:pt x="1" y="1"/>
                  </a:moveTo>
                  <a:lnTo>
                    <a:pt x="1" y="20805"/>
                  </a:lnTo>
                  <a:lnTo>
                    <a:pt x="2771" y="20805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5" name="Google Shape;55805;p69"/>
            <p:cNvSpPr/>
            <p:nvPr/>
          </p:nvSpPr>
          <p:spPr>
            <a:xfrm>
              <a:off x="1502775" y="3063700"/>
              <a:ext cx="69275" cy="108300"/>
            </a:xfrm>
            <a:custGeom>
              <a:avLst/>
              <a:gdLst/>
              <a:ahLst/>
              <a:cxnLst/>
              <a:rect l="l" t="t" r="r" b="b"/>
              <a:pathLst>
                <a:path w="2771" h="4332" extrusionOk="0">
                  <a:moveTo>
                    <a:pt x="1" y="1"/>
                  </a:moveTo>
                  <a:lnTo>
                    <a:pt x="1" y="4332"/>
                  </a:lnTo>
                  <a:lnTo>
                    <a:pt x="2771" y="433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6" name="Google Shape;55806;p69"/>
            <p:cNvSpPr/>
            <p:nvPr/>
          </p:nvSpPr>
          <p:spPr>
            <a:xfrm>
              <a:off x="1525375" y="3495825"/>
              <a:ext cx="155450" cy="91050"/>
            </a:xfrm>
            <a:custGeom>
              <a:avLst/>
              <a:gdLst/>
              <a:ahLst/>
              <a:cxnLst/>
              <a:rect l="l" t="t" r="r" b="b"/>
              <a:pathLst>
                <a:path w="6218" h="3642" extrusionOk="0">
                  <a:moveTo>
                    <a:pt x="3104" y="0"/>
                  </a:moveTo>
                  <a:cubicBezTo>
                    <a:pt x="1389" y="0"/>
                    <a:pt x="0" y="1420"/>
                    <a:pt x="0" y="3175"/>
                  </a:cubicBezTo>
                  <a:cubicBezTo>
                    <a:pt x="0" y="3337"/>
                    <a:pt x="10" y="3490"/>
                    <a:pt x="30" y="3641"/>
                  </a:cubicBezTo>
                  <a:lnTo>
                    <a:pt x="6177" y="3641"/>
                  </a:lnTo>
                  <a:cubicBezTo>
                    <a:pt x="6208" y="3490"/>
                    <a:pt x="6218" y="3337"/>
                    <a:pt x="6218" y="3175"/>
                  </a:cubicBezTo>
                  <a:cubicBezTo>
                    <a:pt x="6218" y="1420"/>
                    <a:pt x="4818" y="0"/>
                    <a:pt x="3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7" name="Google Shape;55807;p69"/>
            <p:cNvSpPr/>
            <p:nvPr/>
          </p:nvSpPr>
          <p:spPr>
            <a:xfrm>
              <a:off x="1432300" y="3528775"/>
              <a:ext cx="149625" cy="58100"/>
            </a:xfrm>
            <a:custGeom>
              <a:avLst/>
              <a:gdLst/>
              <a:ahLst/>
              <a:cxnLst/>
              <a:rect l="l" t="t" r="r" b="b"/>
              <a:pathLst>
                <a:path w="5985" h="2324" extrusionOk="0">
                  <a:moveTo>
                    <a:pt x="2993" y="1"/>
                  </a:moveTo>
                  <a:cubicBezTo>
                    <a:pt x="1562" y="1"/>
                    <a:pt x="365" y="984"/>
                    <a:pt x="0" y="2323"/>
                  </a:cubicBezTo>
                  <a:lnTo>
                    <a:pt x="5985" y="2323"/>
                  </a:lnTo>
                  <a:cubicBezTo>
                    <a:pt x="5620" y="984"/>
                    <a:pt x="4413" y="1"/>
                    <a:pt x="29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8" name="Google Shape;55808;p69"/>
            <p:cNvSpPr/>
            <p:nvPr/>
          </p:nvSpPr>
          <p:spPr>
            <a:xfrm>
              <a:off x="1630350" y="3537400"/>
              <a:ext cx="128075" cy="49475"/>
            </a:xfrm>
            <a:custGeom>
              <a:avLst/>
              <a:gdLst/>
              <a:ahLst/>
              <a:cxnLst/>
              <a:rect l="l" t="t" r="r" b="b"/>
              <a:pathLst>
                <a:path w="5123" h="1979" extrusionOk="0">
                  <a:moveTo>
                    <a:pt x="2566" y="1"/>
                  </a:moveTo>
                  <a:cubicBezTo>
                    <a:pt x="1339" y="1"/>
                    <a:pt x="315" y="833"/>
                    <a:pt x="1" y="1978"/>
                  </a:cubicBezTo>
                  <a:lnTo>
                    <a:pt x="5123" y="1978"/>
                  </a:lnTo>
                  <a:cubicBezTo>
                    <a:pt x="4818" y="833"/>
                    <a:pt x="3784" y="1"/>
                    <a:pt x="25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9" name="Google Shape;55809;p69"/>
            <p:cNvSpPr/>
            <p:nvPr/>
          </p:nvSpPr>
          <p:spPr>
            <a:xfrm>
              <a:off x="1364075" y="2990175"/>
              <a:ext cx="309400" cy="96625"/>
            </a:xfrm>
            <a:custGeom>
              <a:avLst/>
              <a:gdLst/>
              <a:ahLst/>
              <a:cxnLst/>
              <a:rect l="l" t="t" r="r" b="b"/>
              <a:pathLst>
                <a:path w="12376" h="3865" extrusionOk="0">
                  <a:moveTo>
                    <a:pt x="12376" y="0"/>
                  </a:moveTo>
                  <a:cubicBezTo>
                    <a:pt x="12376" y="0"/>
                    <a:pt x="7070" y="386"/>
                    <a:pt x="1" y="639"/>
                  </a:cubicBezTo>
                  <a:lnTo>
                    <a:pt x="1" y="3865"/>
                  </a:lnTo>
                  <a:lnTo>
                    <a:pt x="10550" y="3855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810" name="Google Shape;55810;p69"/>
          <p:cNvGrpSpPr/>
          <p:nvPr/>
        </p:nvGrpSpPr>
        <p:grpSpPr>
          <a:xfrm>
            <a:off x="750328" y="401581"/>
            <a:ext cx="8031332" cy="1158116"/>
            <a:chOff x="750328" y="401581"/>
            <a:chExt cx="8031332" cy="1158116"/>
          </a:xfrm>
        </p:grpSpPr>
        <p:grpSp>
          <p:nvGrpSpPr>
            <p:cNvPr id="55811" name="Google Shape;55811;p69"/>
            <p:cNvGrpSpPr/>
            <p:nvPr/>
          </p:nvGrpSpPr>
          <p:grpSpPr>
            <a:xfrm>
              <a:off x="4044918" y="1162809"/>
              <a:ext cx="514305" cy="396888"/>
              <a:chOff x="4044918" y="1162809"/>
              <a:chExt cx="514305" cy="396888"/>
            </a:xfrm>
          </p:grpSpPr>
          <p:sp>
            <p:nvSpPr>
              <p:cNvPr id="55812" name="Google Shape;55812;p69"/>
              <p:cNvSpPr/>
              <p:nvPr/>
            </p:nvSpPr>
            <p:spPr>
              <a:xfrm>
                <a:off x="4250081" y="1162809"/>
                <a:ext cx="134381" cy="134381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2020" extrusionOk="0">
                    <a:moveTo>
                      <a:pt x="1005" y="1"/>
                    </a:moveTo>
                    <a:lnTo>
                      <a:pt x="650" y="650"/>
                    </a:lnTo>
                    <a:lnTo>
                      <a:pt x="0" y="1005"/>
                    </a:lnTo>
                    <a:lnTo>
                      <a:pt x="650" y="1370"/>
                    </a:lnTo>
                    <a:lnTo>
                      <a:pt x="1005" y="2019"/>
                    </a:lnTo>
                    <a:lnTo>
                      <a:pt x="1370" y="1370"/>
                    </a:lnTo>
                    <a:lnTo>
                      <a:pt x="2019" y="1005"/>
                    </a:lnTo>
                    <a:lnTo>
                      <a:pt x="1370" y="650"/>
                    </a:lnTo>
                    <a:lnTo>
                      <a:pt x="100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3" name="Google Shape;55813;p69"/>
              <p:cNvSpPr/>
              <p:nvPr/>
            </p:nvSpPr>
            <p:spPr>
              <a:xfrm>
                <a:off x="4513254" y="1484058"/>
                <a:ext cx="45969" cy="45902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90" extrusionOk="0">
                    <a:moveTo>
                      <a:pt x="345" y="0"/>
                    </a:moveTo>
                    <a:lnTo>
                      <a:pt x="223" y="223"/>
                    </a:lnTo>
                    <a:lnTo>
                      <a:pt x="0" y="345"/>
                    </a:lnTo>
                    <a:lnTo>
                      <a:pt x="223" y="467"/>
                    </a:lnTo>
                    <a:lnTo>
                      <a:pt x="345" y="690"/>
                    </a:lnTo>
                    <a:lnTo>
                      <a:pt x="467" y="467"/>
                    </a:lnTo>
                    <a:lnTo>
                      <a:pt x="690" y="345"/>
                    </a:lnTo>
                    <a:lnTo>
                      <a:pt x="467" y="223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4" name="Google Shape;55814;p69"/>
              <p:cNvSpPr/>
              <p:nvPr/>
            </p:nvSpPr>
            <p:spPr>
              <a:xfrm>
                <a:off x="4044918" y="1476608"/>
                <a:ext cx="83090" cy="83090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1249" extrusionOk="0">
                    <a:moveTo>
                      <a:pt x="620" y="0"/>
                    </a:moveTo>
                    <a:lnTo>
                      <a:pt x="407" y="406"/>
                    </a:lnTo>
                    <a:lnTo>
                      <a:pt x="1" y="629"/>
                    </a:lnTo>
                    <a:lnTo>
                      <a:pt x="407" y="852"/>
                    </a:lnTo>
                    <a:lnTo>
                      <a:pt x="620" y="1248"/>
                    </a:lnTo>
                    <a:lnTo>
                      <a:pt x="843" y="852"/>
                    </a:lnTo>
                    <a:lnTo>
                      <a:pt x="1249" y="629"/>
                    </a:lnTo>
                    <a:lnTo>
                      <a:pt x="843" y="40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15" name="Google Shape;55815;p69"/>
            <p:cNvGrpSpPr/>
            <p:nvPr/>
          </p:nvGrpSpPr>
          <p:grpSpPr>
            <a:xfrm>
              <a:off x="750328" y="625853"/>
              <a:ext cx="399549" cy="220730"/>
              <a:chOff x="750328" y="625853"/>
              <a:chExt cx="399549" cy="220730"/>
            </a:xfrm>
          </p:grpSpPr>
          <p:sp>
            <p:nvSpPr>
              <p:cNvPr id="55816" name="Google Shape;55816;p69"/>
              <p:cNvSpPr/>
              <p:nvPr/>
            </p:nvSpPr>
            <p:spPr>
              <a:xfrm>
                <a:off x="750328" y="711537"/>
                <a:ext cx="134380" cy="135046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2030" extrusionOk="0">
                    <a:moveTo>
                      <a:pt x="1015" y="1"/>
                    </a:moveTo>
                    <a:lnTo>
                      <a:pt x="650" y="660"/>
                    </a:lnTo>
                    <a:lnTo>
                      <a:pt x="0" y="1015"/>
                    </a:lnTo>
                    <a:lnTo>
                      <a:pt x="650" y="1370"/>
                    </a:lnTo>
                    <a:lnTo>
                      <a:pt x="1015" y="2030"/>
                    </a:lnTo>
                    <a:lnTo>
                      <a:pt x="1370" y="1370"/>
                    </a:lnTo>
                    <a:lnTo>
                      <a:pt x="2019" y="1015"/>
                    </a:lnTo>
                    <a:lnTo>
                      <a:pt x="1370" y="660"/>
                    </a:lnTo>
                    <a:lnTo>
                      <a:pt x="101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7" name="Google Shape;55817;p69"/>
              <p:cNvSpPr/>
              <p:nvPr/>
            </p:nvSpPr>
            <p:spPr>
              <a:xfrm>
                <a:off x="1066854" y="625853"/>
                <a:ext cx="83023" cy="8309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249" extrusionOk="0">
                    <a:moveTo>
                      <a:pt x="629" y="0"/>
                    </a:moveTo>
                    <a:lnTo>
                      <a:pt x="406" y="406"/>
                    </a:lnTo>
                    <a:lnTo>
                      <a:pt x="0" y="629"/>
                    </a:lnTo>
                    <a:lnTo>
                      <a:pt x="406" y="843"/>
                    </a:lnTo>
                    <a:lnTo>
                      <a:pt x="629" y="1248"/>
                    </a:lnTo>
                    <a:lnTo>
                      <a:pt x="842" y="843"/>
                    </a:lnTo>
                    <a:lnTo>
                      <a:pt x="1247" y="629"/>
                    </a:lnTo>
                    <a:lnTo>
                      <a:pt x="842" y="406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18" name="Google Shape;55818;p69"/>
            <p:cNvGrpSpPr/>
            <p:nvPr/>
          </p:nvGrpSpPr>
          <p:grpSpPr>
            <a:xfrm>
              <a:off x="6574315" y="539490"/>
              <a:ext cx="725455" cy="720067"/>
              <a:chOff x="6574315" y="539490"/>
              <a:chExt cx="725455" cy="720067"/>
            </a:xfrm>
          </p:grpSpPr>
          <p:sp>
            <p:nvSpPr>
              <p:cNvPr id="55819" name="Google Shape;55819;p69"/>
              <p:cNvSpPr/>
              <p:nvPr/>
            </p:nvSpPr>
            <p:spPr>
              <a:xfrm>
                <a:off x="6944061" y="588785"/>
                <a:ext cx="136376" cy="136376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2050" extrusionOk="0">
                    <a:moveTo>
                      <a:pt x="1026" y="0"/>
                    </a:moveTo>
                    <a:lnTo>
                      <a:pt x="660" y="660"/>
                    </a:lnTo>
                    <a:lnTo>
                      <a:pt x="1" y="1025"/>
                    </a:lnTo>
                    <a:lnTo>
                      <a:pt x="660" y="1390"/>
                    </a:lnTo>
                    <a:lnTo>
                      <a:pt x="1026" y="2049"/>
                    </a:lnTo>
                    <a:lnTo>
                      <a:pt x="1391" y="1390"/>
                    </a:lnTo>
                    <a:lnTo>
                      <a:pt x="2050" y="1025"/>
                    </a:lnTo>
                    <a:lnTo>
                      <a:pt x="1391" y="660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0" name="Google Shape;55820;p69"/>
              <p:cNvSpPr/>
              <p:nvPr/>
            </p:nvSpPr>
            <p:spPr>
              <a:xfrm>
                <a:off x="7218011" y="716979"/>
                <a:ext cx="81759" cy="81759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229" extrusionOk="0">
                    <a:moveTo>
                      <a:pt x="610" y="0"/>
                    </a:moveTo>
                    <a:lnTo>
                      <a:pt x="397" y="396"/>
                    </a:lnTo>
                    <a:lnTo>
                      <a:pt x="1" y="609"/>
                    </a:lnTo>
                    <a:lnTo>
                      <a:pt x="397" y="832"/>
                    </a:lnTo>
                    <a:lnTo>
                      <a:pt x="610" y="1228"/>
                    </a:lnTo>
                    <a:lnTo>
                      <a:pt x="823" y="832"/>
                    </a:lnTo>
                    <a:lnTo>
                      <a:pt x="1229" y="609"/>
                    </a:lnTo>
                    <a:lnTo>
                      <a:pt x="823" y="396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1" name="Google Shape;55821;p69"/>
              <p:cNvSpPr/>
              <p:nvPr/>
            </p:nvSpPr>
            <p:spPr>
              <a:xfrm>
                <a:off x="6741626" y="966647"/>
                <a:ext cx="51357" cy="52023"/>
              </a:xfrm>
              <a:custGeom>
                <a:avLst/>
                <a:gdLst/>
                <a:ahLst/>
                <a:cxnLst/>
                <a:rect l="l" t="t" r="r" b="b"/>
                <a:pathLst>
                  <a:path w="772" h="782" extrusionOk="0">
                    <a:moveTo>
                      <a:pt x="386" y="0"/>
                    </a:moveTo>
                    <a:lnTo>
                      <a:pt x="255" y="254"/>
                    </a:lnTo>
                    <a:lnTo>
                      <a:pt x="1" y="386"/>
                    </a:lnTo>
                    <a:lnTo>
                      <a:pt x="255" y="528"/>
                    </a:lnTo>
                    <a:lnTo>
                      <a:pt x="386" y="782"/>
                    </a:lnTo>
                    <a:lnTo>
                      <a:pt x="528" y="528"/>
                    </a:lnTo>
                    <a:lnTo>
                      <a:pt x="772" y="386"/>
                    </a:lnTo>
                    <a:lnTo>
                      <a:pt x="528" y="254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2" name="Google Shape;55822;p69"/>
              <p:cNvSpPr/>
              <p:nvPr/>
            </p:nvSpPr>
            <p:spPr>
              <a:xfrm>
                <a:off x="6574315" y="539490"/>
                <a:ext cx="67523" cy="66858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1005" extrusionOk="0">
                    <a:moveTo>
                      <a:pt x="507" y="1"/>
                    </a:moveTo>
                    <a:lnTo>
                      <a:pt x="325" y="326"/>
                    </a:lnTo>
                    <a:lnTo>
                      <a:pt x="0" y="498"/>
                    </a:lnTo>
                    <a:lnTo>
                      <a:pt x="325" y="680"/>
                    </a:lnTo>
                    <a:lnTo>
                      <a:pt x="507" y="1005"/>
                    </a:lnTo>
                    <a:lnTo>
                      <a:pt x="680" y="680"/>
                    </a:lnTo>
                    <a:lnTo>
                      <a:pt x="1014" y="498"/>
                    </a:lnTo>
                    <a:lnTo>
                      <a:pt x="680" y="326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3" name="Google Shape;55823;p69"/>
              <p:cNvSpPr/>
              <p:nvPr/>
            </p:nvSpPr>
            <p:spPr>
              <a:xfrm>
                <a:off x="6581035" y="1186645"/>
                <a:ext cx="72978" cy="72911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1096" extrusionOk="0">
                    <a:moveTo>
                      <a:pt x="548" y="0"/>
                    </a:moveTo>
                    <a:lnTo>
                      <a:pt x="356" y="356"/>
                    </a:lnTo>
                    <a:lnTo>
                      <a:pt x="1" y="548"/>
                    </a:lnTo>
                    <a:lnTo>
                      <a:pt x="356" y="741"/>
                    </a:lnTo>
                    <a:lnTo>
                      <a:pt x="548" y="1096"/>
                    </a:lnTo>
                    <a:lnTo>
                      <a:pt x="741" y="741"/>
                    </a:lnTo>
                    <a:lnTo>
                      <a:pt x="1096" y="548"/>
                    </a:lnTo>
                    <a:lnTo>
                      <a:pt x="741" y="356"/>
                    </a:lnTo>
                    <a:lnTo>
                      <a:pt x="54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24" name="Google Shape;55824;p69"/>
            <p:cNvGrpSpPr/>
            <p:nvPr/>
          </p:nvGrpSpPr>
          <p:grpSpPr>
            <a:xfrm>
              <a:off x="5316604" y="911068"/>
              <a:ext cx="604047" cy="381321"/>
              <a:chOff x="5316604" y="911068"/>
              <a:chExt cx="604047" cy="381321"/>
            </a:xfrm>
          </p:grpSpPr>
          <p:sp>
            <p:nvSpPr>
              <p:cNvPr id="55825" name="Google Shape;55825;p69"/>
              <p:cNvSpPr/>
              <p:nvPr/>
            </p:nvSpPr>
            <p:spPr>
              <a:xfrm>
                <a:off x="5316604" y="1057490"/>
                <a:ext cx="83090" cy="83090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1249" extrusionOk="0">
                    <a:moveTo>
                      <a:pt x="620" y="1"/>
                    </a:moveTo>
                    <a:lnTo>
                      <a:pt x="406" y="406"/>
                    </a:lnTo>
                    <a:lnTo>
                      <a:pt x="0" y="629"/>
                    </a:lnTo>
                    <a:lnTo>
                      <a:pt x="406" y="843"/>
                    </a:lnTo>
                    <a:lnTo>
                      <a:pt x="620" y="1249"/>
                    </a:lnTo>
                    <a:lnTo>
                      <a:pt x="843" y="843"/>
                    </a:lnTo>
                    <a:lnTo>
                      <a:pt x="1248" y="629"/>
                    </a:lnTo>
                    <a:lnTo>
                      <a:pt x="843" y="406"/>
                    </a:lnTo>
                    <a:lnTo>
                      <a:pt x="62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6" name="Google Shape;55826;p69"/>
              <p:cNvSpPr/>
              <p:nvPr/>
            </p:nvSpPr>
            <p:spPr>
              <a:xfrm>
                <a:off x="5874682" y="1246421"/>
                <a:ext cx="45969" cy="45969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91" extrusionOk="0">
                    <a:moveTo>
                      <a:pt x="345" y="1"/>
                    </a:moveTo>
                    <a:lnTo>
                      <a:pt x="224" y="224"/>
                    </a:lnTo>
                    <a:lnTo>
                      <a:pt x="0" y="346"/>
                    </a:lnTo>
                    <a:lnTo>
                      <a:pt x="224" y="467"/>
                    </a:lnTo>
                    <a:lnTo>
                      <a:pt x="345" y="691"/>
                    </a:lnTo>
                    <a:lnTo>
                      <a:pt x="467" y="467"/>
                    </a:lnTo>
                    <a:lnTo>
                      <a:pt x="690" y="346"/>
                    </a:lnTo>
                    <a:lnTo>
                      <a:pt x="467" y="224"/>
                    </a:lnTo>
                    <a:lnTo>
                      <a:pt x="34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7" name="Google Shape;55827;p69"/>
              <p:cNvSpPr/>
              <p:nvPr/>
            </p:nvSpPr>
            <p:spPr>
              <a:xfrm>
                <a:off x="5533209" y="911068"/>
                <a:ext cx="145823" cy="14582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2192" extrusionOk="0">
                    <a:moveTo>
                      <a:pt x="1096" y="1"/>
                    </a:moveTo>
                    <a:lnTo>
                      <a:pt x="711" y="711"/>
                    </a:lnTo>
                    <a:lnTo>
                      <a:pt x="1" y="1096"/>
                    </a:lnTo>
                    <a:lnTo>
                      <a:pt x="711" y="1482"/>
                    </a:lnTo>
                    <a:lnTo>
                      <a:pt x="1096" y="2192"/>
                    </a:lnTo>
                    <a:lnTo>
                      <a:pt x="1482" y="1482"/>
                    </a:lnTo>
                    <a:lnTo>
                      <a:pt x="2192" y="1096"/>
                    </a:lnTo>
                    <a:lnTo>
                      <a:pt x="1482" y="711"/>
                    </a:lnTo>
                    <a:lnTo>
                      <a:pt x="109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28" name="Google Shape;55828;p69"/>
            <p:cNvGrpSpPr/>
            <p:nvPr/>
          </p:nvGrpSpPr>
          <p:grpSpPr>
            <a:xfrm>
              <a:off x="4240273" y="401581"/>
              <a:ext cx="663454" cy="453501"/>
              <a:chOff x="4240273" y="401581"/>
              <a:chExt cx="663454" cy="453501"/>
            </a:xfrm>
          </p:grpSpPr>
          <p:sp>
            <p:nvSpPr>
              <p:cNvPr id="55829" name="Google Shape;55829;p69"/>
              <p:cNvSpPr/>
              <p:nvPr/>
            </p:nvSpPr>
            <p:spPr>
              <a:xfrm>
                <a:off x="4857758" y="808515"/>
                <a:ext cx="45969" cy="46567"/>
              </a:xfrm>
              <a:custGeom>
                <a:avLst/>
                <a:gdLst/>
                <a:ahLst/>
                <a:cxnLst/>
                <a:rect l="l" t="t" r="r" b="b"/>
                <a:pathLst>
                  <a:path w="691" h="700" extrusionOk="0">
                    <a:moveTo>
                      <a:pt x="345" y="0"/>
                    </a:moveTo>
                    <a:lnTo>
                      <a:pt x="223" y="223"/>
                    </a:lnTo>
                    <a:lnTo>
                      <a:pt x="0" y="355"/>
                    </a:lnTo>
                    <a:lnTo>
                      <a:pt x="223" y="476"/>
                    </a:lnTo>
                    <a:lnTo>
                      <a:pt x="345" y="700"/>
                    </a:lnTo>
                    <a:lnTo>
                      <a:pt x="467" y="476"/>
                    </a:lnTo>
                    <a:lnTo>
                      <a:pt x="690" y="355"/>
                    </a:lnTo>
                    <a:lnTo>
                      <a:pt x="467" y="223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0" name="Google Shape;55830;p69"/>
              <p:cNvSpPr/>
              <p:nvPr/>
            </p:nvSpPr>
            <p:spPr>
              <a:xfrm>
                <a:off x="4240273" y="401581"/>
                <a:ext cx="45969" cy="45902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90" extrusionOk="0">
                    <a:moveTo>
                      <a:pt x="346" y="0"/>
                    </a:moveTo>
                    <a:lnTo>
                      <a:pt x="224" y="223"/>
                    </a:lnTo>
                    <a:lnTo>
                      <a:pt x="1" y="345"/>
                    </a:lnTo>
                    <a:lnTo>
                      <a:pt x="224" y="467"/>
                    </a:lnTo>
                    <a:lnTo>
                      <a:pt x="346" y="690"/>
                    </a:lnTo>
                    <a:lnTo>
                      <a:pt x="467" y="467"/>
                    </a:lnTo>
                    <a:lnTo>
                      <a:pt x="690" y="345"/>
                    </a:lnTo>
                    <a:lnTo>
                      <a:pt x="467" y="223"/>
                    </a:lnTo>
                    <a:lnTo>
                      <a:pt x="34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1" name="Google Shape;55831;p69"/>
              <p:cNvSpPr/>
              <p:nvPr/>
            </p:nvSpPr>
            <p:spPr>
              <a:xfrm>
                <a:off x="4597246" y="473096"/>
                <a:ext cx="146488" cy="145823"/>
              </a:xfrm>
              <a:custGeom>
                <a:avLst/>
                <a:gdLst/>
                <a:ahLst/>
                <a:cxnLst/>
                <a:rect l="l" t="t" r="r" b="b"/>
                <a:pathLst>
                  <a:path w="2202" h="2192" extrusionOk="0">
                    <a:moveTo>
                      <a:pt x="1096" y="0"/>
                    </a:moveTo>
                    <a:lnTo>
                      <a:pt x="711" y="710"/>
                    </a:lnTo>
                    <a:lnTo>
                      <a:pt x="1" y="1096"/>
                    </a:lnTo>
                    <a:lnTo>
                      <a:pt x="711" y="1481"/>
                    </a:lnTo>
                    <a:lnTo>
                      <a:pt x="1096" y="2191"/>
                    </a:lnTo>
                    <a:lnTo>
                      <a:pt x="1492" y="1481"/>
                    </a:lnTo>
                    <a:lnTo>
                      <a:pt x="2202" y="1096"/>
                    </a:lnTo>
                    <a:lnTo>
                      <a:pt x="1492" y="710"/>
                    </a:lnTo>
                    <a:lnTo>
                      <a:pt x="109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32" name="Google Shape;55832;p69"/>
            <p:cNvGrpSpPr/>
            <p:nvPr/>
          </p:nvGrpSpPr>
          <p:grpSpPr>
            <a:xfrm>
              <a:off x="7994137" y="1095644"/>
              <a:ext cx="787523" cy="288852"/>
              <a:chOff x="7994137" y="1095644"/>
              <a:chExt cx="787523" cy="288852"/>
            </a:xfrm>
          </p:grpSpPr>
          <p:sp>
            <p:nvSpPr>
              <p:cNvPr id="55833" name="Google Shape;55833;p69"/>
              <p:cNvSpPr/>
              <p:nvPr/>
            </p:nvSpPr>
            <p:spPr>
              <a:xfrm>
                <a:off x="8735758" y="1095644"/>
                <a:ext cx="45902" cy="46634"/>
              </a:xfrm>
              <a:custGeom>
                <a:avLst/>
                <a:gdLst/>
                <a:ahLst/>
                <a:cxnLst/>
                <a:rect l="l" t="t" r="r" b="b"/>
                <a:pathLst>
                  <a:path w="690" h="701" extrusionOk="0">
                    <a:moveTo>
                      <a:pt x="345" y="0"/>
                    </a:moveTo>
                    <a:lnTo>
                      <a:pt x="223" y="223"/>
                    </a:lnTo>
                    <a:lnTo>
                      <a:pt x="0" y="345"/>
                    </a:lnTo>
                    <a:lnTo>
                      <a:pt x="223" y="477"/>
                    </a:lnTo>
                    <a:lnTo>
                      <a:pt x="345" y="700"/>
                    </a:lnTo>
                    <a:lnTo>
                      <a:pt x="467" y="477"/>
                    </a:lnTo>
                    <a:lnTo>
                      <a:pt x="690" y="345"/>
                    </a:lnTo>
                    <a:lnTo>
                      <a:pt x="467" y="223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4" name="Google Shape;55834;p69"/>
              <p:cNvSpPr/>
              <p:nvPr/>
            </p:nvSpPr>
            <p:spPr>
              <a:xfrm>
                <a:off x="7994137" y="1337861"/>
                <a:ext cx="46634" cy="46634"/>
              </a:xfrm>
              <a:custGeom>
                <a:avLst/>
                <a:gdLst/>
                <a:ahLst/>
                <a:cxnLst/>
                <a:rect l="l" t="t" r="r" b="b"/>
                <a:pathLst>
                  <a:path w="701" h="701" extrusionOk="0">
                    <a:moveTo>
                      <a:pt x="355" y="1"/>
                    </a:moveTo>
                    <a:lnTo>
                      <a:pt x="234" y="224"/>
                    </a:lnTo>
                    <a:lnTo>
                      <a:pt x="1" y="346"/>
                    </a:lnTo>
                    <a:lnTo>
                      <a:pt x="234" y="477"/>
                    </a:lnTo>
                    <a:lnTo>
                      <a:pt x="355" y="700"/>
                    </a:lnTo>
                    <a:lnTo>
                      <a:pt x="477" y="477"/>
                    </a:lnTo>
                    <a:lnTo>
                      <a:pt x="700" y="346"/>
                    </a:lnTo>
                    <a:lnTo>
                      <a:pt x="477" y="224"/>
                    </a:lnTo>
                    <a:lnTo>
                      <a:pt x="35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5" name="Google Shape;55835;p69"/>
              <p:cNvSpPr/>
              <p:nvPr/>
            </p:nvSpPr>
            <p:spPr>
              <a:xfrm>
                <a:off x="8375392" y="1144872"/>
                <a:ext cx="224788" cy="224788"/>
              </a:xfrm>
              <a:custGeom>
                <a:avLst/>
                <a:gdLst/>
                <a:ahLst/>
                <a:cxnLst/>
                <a:rect l="l" t="t" r="r" b="b"/>
                <a:pathLst>
                  <a:path w="3379" h="3379" extrusionOk="0">
                    <a:moveTo>
                      <a:pt x="1695" y="1"/>
                    </a:moveTo>
                    <a:lnTo>
                      <a:pt x="1096" y="1096"/>
                    </a:lnTo>
                    <a:lnTo>
                      <a:pt x="0" y="1694"/>
                    </a:lnTo>
                    <a:lnTo>
                      <a:pt x="1096" y="2283"/>
                    </a:lnTo>
                    <a:lnTo>
                      <a:pt x="1695" y="3378"/>
                    </a:lnTo>
                    <a:lnTo>
                      <a:pt x="2293" y="2283"/>
                    </a:lnTo>
                    <a:lnTo>
                      <a:pt x="3379" y="1694"/>
                    </a:lnTo>
                    <a:lnTo>
                      <a:pt x="2293" y="1096"/>
                    </a:lnTo>
                    <a:lnTo>
                      <a:pt x="169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36" name="Google Shape;55836;p69"/>
            <p:cNvGrpSpPr/>
            <p:nvPr/>
          </p:nvGrpSpPr>
          <p:grpSpPr>
            <a:xfrm>
              <a:off x="1940535" y="794228"/>
              <a:ext cx="332825" cy="210618"/>
              <a:chOff x="-1021740" y="3664865"/>
              <a:chExt cx="332825" cy="210618"/>
            </a:xfrm>
          </p:grpSpPr>
          <p:sp>
            <p:nvSpPr>
              <p:cNvPr id="55837" name="Google Shape;55837;p69"/>
              <p:cNvSpPr/>
              <p:nvPr/>
            </p:nvSpPr>
            <p:spPr>
              <a:xfrm>
                <a:off x="-1021740" y="3664865"/>
                <a:ext cx="45969" cy="46634"/>
              </a:xfrm>
              <a:custGeom>
                <a:avLst/>
                <a:gdLst/>
                <a:ahLst/>
                <a:cxnLst/>
                <a:rect l="l" t="t" r="r" b="b"/>
                <a:pathLst>
                  <a:path w="691" h="701" extrusionOk="0">
                    <a:moveTo>
                      <a:pt x="346" y="1"/>
                    </a:moveTo>
                    <a:lnTo>
                      <a:pt x="224" y="224"/>
                    </a:lnTo>
                    <a:lnTo>
                      <a:pt x="1" y="345"/>
                    </a:lnTo>
                    <a:lnTo>
                      <a:pt x="224" y="478"/>
                    </a:lnTo>
                    <a:lnTo>
                      <a:pt x="346" y="701"/>
                    </a:lnTo>
                    <a:lnTo>
                      <a:pt x="468" y="478"/>
                    </a:lnTo>
                    <a:lnTo>
                      <a:pt x="691" y="345"/>
                    </a:lnTo>
                    <a:lnTo>
                      <a:pt x="468" y="224"/>
                    </a:lnTo>
                    <a:lnTo>
                      <a:pt x="3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8" name="Google Shape;55838;p69"/>
              <p:cNvSpPr/>
              <p:nvPr/>
            </p:nvSpPr>
            <p:spPr>
              <a:xfrm>
                <a:off x="-757835" y="3805898"/>
                <a:ext cx="68920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46" extrusionOk="0">
                    <a:moveTo>
                      <a:pt x="517" y="1"/>
                    </a:moveTo>
                    <a:lnTo>
                      <a:pt x="335" y="346"/>
                    </a:lnTo>
                    <a:lnTo>
                      <a:pt x="0" y="528"/>
                    </a:lnTo>
                    <a:lnTo>
                      <a:pt x="335" y="711"/>
                    </a:lnTo>
                    <a:lnTo>
                      <a:pt x="517" y="1045"/>
                    </a:lnTo>
                    <a:lnTo>
                      <a:pt x="700" y="711"/>
                    </a:lnTo>
                    <a:lnTo>
                      <a:pt x="1035" y="528"/>
                    </a:lnTo>
                    <a:lnTo>
                      <a:pt x="700" y="346"/>
                    </a:lnTo>
                    <a:lnTo>
                      <a:pt x="51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5839" name="Google Shape;55839;p69"/>
            <p:cNvSpPr/>
            <p:nvPr/>
          </p:nvSpPr>
          <p:spPr>
            <a:xfrm>
              <a:off x="1545450" y="703441"/>
              <a:ext cx="65527" cy="65527"/>
            </a:xfrm>
            <a:custGeom>
              <a:avLst/>
              <a:gdLst/>
              <a:ahLst/>
              <a:cxnLst/>
              <a:rect l="l" t="t" r="r" b="b"/>
              <a:pathLst>
                <a:path w="985" h="985" extrusionOk="0">
                  <a:moveTo>
                    <a:pt x="487" y="1"/>
                  </a:moveTo>
                  <a:lnTo>
                    <a:pt x="315" y="315"/>
                  </a:lnTo>
                  <a:lnTo>
                    <a:pt x="1" y="488"/>
                  </a:lnTo>
                  <a:lnTo>
                    <a:pt x="315" y="660"/>
                  </a:lnTo>
                  <a:lnTo>
                    <a:pt x="487" y="984"/>
                  </a:lnTo>
                  <a:lnTo>
                    <a:pt x="670" y="660"/>
                  </a:lnTo>
                  <a:lnTo>
                    <a:pt x="984" y="488"/>
                  </a:lnTo>
                  <a:lnTo>
                    <a:pt x="670" y="315"/>
                  </a:lnTo>
                  <a:lnTo>
                    <a:pt x="48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840" name="Google Shape;55840;p69"/>
            <p:cNvGrpSpPr/>
            <p:nvPr/>
          </p:nvGrpSpPr>
          <p:grpSpPr>
            <a:xfrm>
              <a:off x="3297050" y="625846"/>
              <a:ext cx="450840" cy="547368"/>
              <a:chOff x="3297050" y="625846"/>
              <a:chExt cx="450840" cy="547368"/>
            </a:xfrm>
          </p:grpSpPr>
          <p:sp>
            <p:nvSpPr>
              <p:cNvPr id="55841" name="Google Shape;55841;p69"/>
              <p:cNvSpPr/>
              <p:nvPr/>
            </p:nvSpPr>
            <p:spPr>
              <a:xfrm>
                <a:off x="3701921" y="751378"/>
                <a:ext cx="45969" cy="45969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91" extrusionOk="0">
                    <a:moveTo>
                      <a:pt x="345" y="0"/>
                    </a:moveTo>
                    <a:lnTo>
                      <a:pt x="224" y="224"/>
                    </a:lnTo>
                    <a:lnTo>
                      <a:pt x="0" y="345"/>
                    </a:lnTo>
                    <a:lnTo>
                      <a:pt x="224" y="467"/>
                    </a:lnTo>
                    <a:lnTo>
                      <a:pt x="345" y="690"/>
                    </a:lnTo>
                    <a:lnTo>
                      <a:pt x="467" y="467"/>
                    </a:lnTo>
                    <a:lnTo>
                      <a:pt x="690" y="345"/>
                    </a:lnTo>
                    <a:lnTo>
                      <a:pt x="467" y="224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2" name="Google Shape;55842;p69"/>
              <p:cNvSpPr/>
              <p:nvPr/>
            </p:nvSpPr>
            <p:spPr>
              <a:xfrm>
                <a:off x="3297050" y="625846"/>
                <a:ext cx="145823" cy="146555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2203" extrusionOk="0">
                    <a:moveTo>
                      <a:pt x="1096" y="1"/>
                    </a:moveTo>
                    <a:lnTo>
                      <a:pt x="710" y="711"/>
                    </a:lnTo>
                    <a:lnTo>
                      <a:pt x="0" y="1107"/>
                    </a:lnTo>
                    <a:lnTo>
                      <a:pt x="710" y="1492"/>
                    </a:lnTo>
                    <a:lnTo>
                      <a:pt x="1096" y="2202"/>
                    </a:lnTo>
                    <a:lnTo>
                      <a:pt x="1491" y="1492"/>
                    </a:lnTo>
                    <a:lnTo>
                      <a:pt x="2191" y="1107"/>
                    </a:lnTo>
                    <a:lnTo>
                      <a:pt x="1491" y="711"/>
                    </a:lnTo>
                    <a:lnTo>
                      <a:pt x="109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3" name="Google Shape;55843;p69"/>
              <p:cNvSpPr/>
              <p:nvPr/>
            </p:nvSpPr>
            <p:spPr>
              <a:xfrm>
                <a:off x="3344283" y="1107686"/>
                <a:ext cx="65461" cy="65527"/>
              </a:xfrm>
              <a:custGeom>
                <a:avLst/>
                <a:gdLst/>
                <a:ahLst/>
                <a:cxnLst/>
                <a:rect l="l" t="t" r="r" b="b"/>
                <a:pathLst>
                  <a:path w="984" h="985" extrusionOk="0">
                    <a:moveTo>
                      <a:pt x="487" y="0"/>
                    </a:moveTo>
                    <a:lnTo>
                      <a:pt x="314" y="325"/>
                    </a:lnTo>
                    <a:lnTo>
                      <a:pt x="0" y="498"/>
                    </a:lnTo>
                    <a:lnTo>
                      <a:pt x="314" y="670"/>
                    </a:lnTo>
                    <a:lnTo>
                      <a:pt x="487" y="984"/>
                    </a:lnTo>
                    <a:lnTo>
                      <a:pt x="670" y="670"/>
                    </a:lnTo>
                    <a:lnTo>
                      <a:pt x="984" y="498"/>
                    </a:lnTo>
                    <a:lnTo>
                      <a:pt x="670" y="325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44" name="Google Shape;55844;p69"/>
            <p:cNvGrpSpPr/>
            <p:nvPr/>
          </p:nvGrpSpPr>
          <p:grpSpPr>
            <a:xfrm>
              <a:off x="2622825" y="433272"/>
              <a:ext cx="144492" cy="390103"/>
              <a:chOff x="2622825" y="433272"/>
              <a:chExt cx="144492" cy="390103"/>
            </a:xfrm>
          </p:grpSpPr>
          <p:sp>
            <p:nvSpPr>
              <p:cNvPr id="55845" name="Google Shape;55845;p69"/>
              <p:cNvSpPr/>
              <p:nvPr/>
            </p:nvSpPr>
            <p:spPr>
              <a:xfrm>
                <a:off x="2622825" y="433272"/>
                <a:ext cx="71581" cy="70916"/>
              </a:xfrm>
              <a:custGeom>
                <a:avLst/>
                <a:gdLst/>
                <a:ahLst/>
                <a:cxnLst/>
                <a:rect l="l" t="t" r="r" b="b"/>
                <a:pathLst>
                  <a:path w="1076" h="1066" extrusionOk="0">
                    <a:moveTo>
                      <a:pt x="538" y="0"/>
                    </a:moveTo>
                    <a:lnTo>
                      <a:pt x="345" y="345"/>
                    </a:lnTo>
                    <a:lnTo>
                      <a:pt x="0" y="538"/>
                    </a:lnTo>
                    <a:lnTo>
                      <a:pt x="345" y="721"/>
                    </a:lnTo>
                    <a:lnTo>
                      <a:pt x="538" y="1066"/>
                    </a:lnTo>
                    <a:lnTo>
                      <a:pt x="731" y="721"/>
                    </a:lnTo>
                    <a:lnTo>
                      <a:pt x="1076" y="538"/>
                    </a:lnTo>
                    <a:lnTo>
                      <a:pt x="731" y="345"/>
                    </a:lnTo>
                    <a:lnTo>
                      <a:pt x="53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6" name="Google Shape;55846;p69"/>
              <p:cNvSpPr/>
              <p:nvPr/>
            </p:nvSpPr>
            <p:spPr>
              <a:xfrm>
                <a:off x="2663937" y="720061"/>
                <a:ext cx="103380" cy="103313"/>
              </a:xfrm>
              <a:custGeom>
                <a:avLst/>
                <a:gdLst/>
                <a:ahLst/>
                <a:cxnLst/>
                <a:rect l="l" t="t" r="r" b="b"/>
                <a:pathLst>
                  <a:path w="1554" h="1553" extrusionOk="0">
                    <a:moveTo>
                      <a:pt x="772" y="1"/>
                    </a:moveTo>
                    <a:lnTo>
                      <a:pt x="498" y="497"/>
                    </a:lnTo>
                    <a:lnTo>
                      <a:pt x="1" y="781"/>
                    </a:lnTo>
                    <a:lnTo>
                      <a:pt x="498" y="1056"/>
                    </a:lnTo>
                    <a:lnTo>
                      <a:pt x="772" y="1552"/>
                    </a:lnTo>
                    <a:lnTo>
                      <a:pt x="1046" y="1056"/>
                    </a:lnTo>
                    <a:lnTo>
                      <a:pt x="1553" y="781"/>
                    </a:lnTo>
                    <a:lnTo>
                      <a:pt x="1046" y="497"/>
                    </a:lnTo>
                    <a:lnTo>
                      <a:pt x="77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5847" name="Google Shape;55847;p69"/>
            <p:cNvSpPr/>
            <p:nvPr/>
          </p:nvSpPr>
          <p:spPr>
            <a:xfrm>
              <a:off x="7299782" y="1259541"/>
              <a:ext cx="103313" cy="103313"/>
            </a:xfrm>
            <a:custGeom>
              <a:avLst/>
              <a:gdLst/>
              <a:ahLst/>
              <a:cxnLst/>
              <a:rect l="l" t="t" r="r" b="b"/>
              <a:pathLst>
                <a:path w="1553" h="1553" extrusionOk="0">
                  <a:moveTo>
                    <a:pt x="771" y="0"/>
                  </a:moveTo>
                  <a:lnTo>
                    <a:pt x="498" y="507"/>
                  </a:lnTo>
                  <a:lnTo>
                    <a:pt x="0" y="781"/>
                  </a:lnTo>
                  <a:lnTo>
                    <a:pt x="498" y="1055"/>
                  </a:lnTo>
                  <a:lnTo>
                    <a:pt x="771" y="1552"/>
                  </a:lnTo>
                  <a:lnTo>
                    <a:pt x="1045" y="1055"/>
                  </a:lnTo>
                  <a:lnTo>
                    <a:pt x="1553" y="781"/>
                  </a:lnTo>
                  <a:lnTo>
                    <a:pt x="1045" y="50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55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5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/>
                                        <p:tgtEl>
                                          <p:spTgt spid="55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31" name="Google Shape;62431;p116"/>
          <p:cNvSpPr txBox="1">
            <a:spLocks noGrp="1"/>
          </p:cNvSpPr>
          <p:nvPr>
            <p:ph type="title"/>
          </p:nvPr>
        </p:nvSpPr>
        <p:spPr>
          <a:xfrm>
            <a:off x="2325600" y="1530750"/>
            <a:ext cx="4492800" cy="104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/>
              <a:t>Merci de votre attention !</a:t>
            </a:r>
            <a:endParaRPr sz="40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:push/>
      </p:transition>
    </mc:Choice>
    <mc:Fallback xmlns:ahyp="http://schemas.microsoft.com/office/drawing/2018/hyperlinkcolor" xmlns:p15="http://schemas.microsoft.com/office/powerpoint/2012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62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/>
                                        <p:tgtEl>
                                          <p:spTgt spid="62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Japan's National Foundation Day XL by Slidesgo">
  <a:themeElements>
    <a:clrScheme name="Simple Light">
      <a:dk1>
        <a:srgbClr val="242348"/>
      </a:dk1>
      <a:lt1>
        <a:srgbClr val="FFFFFF"/>
      </a:lt1>
      <a:dk2>
        <a:srgbClr val="595959"/>
      </a:dk2>
      <a:lt2>
        <a:srgbClr val="EEEEEE"/>
      </a:lt2>
      <a:accent1>
        <a:srgbClr val="B80026"/>
      </a:accent1>
      <a:accent2>
        <a:srgbClr val="FCF1E6"/>
      </a:accent2>
      <a:accent3>
        <a:srgbClr val="DFC298"/>
      </a:accent3>
      <a:accent4>
        <a:srgbClr val="242348"/>
      </a:accent4>
      <a:accent5>
        <a:srgbClr val="DE5975"/>
      </a:accent5>
      <a:accent6>
        <a:srgbClr val="202043"/>
      </a:accent6>
      <a:hlink>
        <a:srgbClr val="B800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165</Words>
  <Application>Microsoft Office PowerPoint</Application>
  <PresentationFormat>Affichage à l'écran (16:9)</PresentationFormat>
  <Paragraphs>46</Paragraphs>
  <Slides>22</Slides>
  <Notes>18</Notes>
  <HiddenSlides>0</HiddenSlides>
  <MMClips>0</MMClips>
  <ScaleCrop>false</ScaleCrop>
  <HeadingPairs>
    <vt:vector size="6" baseType="variant">
      <vt:variant>
        <vt:lpstr>Polices utilisées</vt:lpstr>
      </vt:variant>
      <vt:variant>
        <vt:i4>3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22</vt:i4>
      </vt:variant>
    </vt:vector>
  </HeadingPairs>
  <TitlesOfParts>
    <vt:vector size="26" baseType="lpstr">
      <vt:lpstr>Arial</vt:lpstr>
      <vt:lpstr>Jura</vt:lpstr>
      <vt:lpstr>Blinker</vt:lpstr>
      <vt:lpstr>Japan's National Foundation Day XL by Slidesgo</vt:lpstr>
      <vt:lpstr>Fuji Yama</vt:lpstr>
      <vt:lpstr>Sommaire</vt:lpstr>
      <vt:lpstr>Conception du site</vt:lpstr>
      <vt:lpstr>Conception du site</vt:lpstr>
      <vt:lpstr>Conception du site</vt:lpstr>
      <vt:lpstr>Conception du site</vt:lpstr>
      <vt:lpstr>Conception du site</vt:lpstr>
      <vt:lpstr>Conception du site</vt:lpstr>
      <vt:lpstr>Conception du site</vt:lpstr>
      <vt:lpstr>Notre inspiration</vt:lpstr>
      <vt:lpstr>Problématiques</vt:lpstr>
      <vt:lpstr>Les problèmes techniques</vt:lpstr>
      <vt:lpstr>Les problèmes d’utilisateur</vt:lpstr>
      <vt:lpstr>Présentation PowerPoint</vt:lpstr>
      <vt:lpstr>Notre code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du site</vt:lpstr>
      <vt:lpstr>Merci de votre attention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Yarno Chedemail</dc:creator>
  <cp:lastModifiedBy>Yarno Chedemail</cp:lastModifiedBy>
  <cp:revision>17</cp:revision>
  <dcterms:modified xsi:type="dcterms:W3CDTF">2024-10-25T07:01:11Z</dcterms:modified>
</cp:coreProperties>
</file>